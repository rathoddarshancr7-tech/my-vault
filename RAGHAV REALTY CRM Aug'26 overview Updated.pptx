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notesMasterIdLst>
    <p:notesMasterId r:id="rId37"/>
  </p:notesMasterIdLst>
  <p:sldIdLst>
    <p:sldId id="267" r:id="rId6"/>
    <p:sldId id="331" r:id="rId7"/>
    <p:sldId id="332" r:id="rId8"/>
    <p:sldId id="343" r:id="rId9"/>
    <p:sldId id="333" r:id="rId10"/>
    <p:sldId id="334" r:id="rId11"/>
    <p:sldId id="335" r:id="rId12"/>
    <p:sldId id="336" r:id="rId13"/>
    <p:sldId id="337" r:id="rId14"/>
    <p:sldId id="365" r:id="rId15"/>
    <p:sldId id="351" r:id="rId16"/>
    <p:sldId id="364" r:id="rId17"/>
    <p:sldId id="360" r:id="rId18"/>
    <p:sldId id="359" r:id="rId19"/>
    <p:sldId id="279" r:id="rId20"/>
    <p:sldId id="340" r:id="rId21"/>
    <p:sldId id="341" r:id="rId22"/>
    <p:sldId id="347" r:id="rId23"/>
    <p:sldId id="348" r:id="rId24"/>
    <p:sldId id="349" r:id="rId25"/>
    <p:sldId id="354" r:id="rId26"/>
    <p:sldId id="355" r:id="rId27"/>
    <p:sldId id="356" r:id="rId28"/>
    <p:sldId id="357" r:id="rId29"/>
    <p:sldId id="352" r:id="rId30"/>
    <p:sldId id="353" r:id="rId31"/>
    <p:sldId id="306" r:id="rId32"/>
    <p:sldId id="358" r:id="rId33"/>
    <p:sldId id="361" r:id="rId34"/>
    <p:sldId id="362" r:id="rId35"/>
    <p:sldId id="363" r:id="rId36"/>
  </p:sldIdLst>
  <p:sldSz cx="12192000" cy="6858000"/>
  <p:notesSz cx="6858000" cy="9144000"/>
  <p:custShowLst>
    <p:custShow name="Custom Show 1" id="0">
      <p:sldLst>
        <p:sld r:id="rId30"/>
      </p:sldLst>
    </p:custShow>
    <p:custShow name="Custom Show 2" id="1">
      <p:sldLst>
        <p:sld r:id="rId31"/>
      </p:sldLst>
    </p:custShow>
    <p:custShow name="Custom Show 3" id="2">
      <p:sldLst>
        <p:sld r:id="rId13"/>
      </p:sldLst>
    </p:custShow>
    <p:custShow name="Custom Show 4" id="3">
      <p:sldLst>
        <p:sld r:id="rId33"/>
      </p:sldLst>
    </p:custShow>
    <p:custShow name="Custom Show 5" id="4">
      <p:sldLst>
        <p:sld r:id="rId22"/>
        <p:sld r:id="rId23"/>
        <p:sld r:id="rId24"/>
        <p:sld r:id="rId25"/>
      </p:sldLst>
    </p:custShow>
    <p:custShow name="Custom Show 6" id="5">
      <p:sldLst>
        <p:sld r:id="rId12"/>
      </p:sldLst>
    </p:custShow>
    <p:custShow name="Custom Show 7" id="6">
      <p:sldLst>
        <p:sld r:id="rId32"/>
      </p:sldLst>
    </p:custShow>
    <p:custShow name="Custom Show 8" id="7">
      <p:sldLst>
        <p:sld r:id="rId26"/>
        <p:sld r:id="rId27"/>
        <p:sld r:id="rId28"/>
        <p:sld r:id="rId29"/>
      </p:sldLst>
    </p:custShow>
    <p:custShow name="Custom Show 9" id="8">
      <p:sldLst>
        <p:sld r:id="rId34"/>
      </p:sldLst>
    </p:custShow>
    <p:custShow name="Custom Show 10" id="9">
      <p:sldLst>
        <p:sld r:id="rId15"/>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0C15"/>
    <a:srgbClr val="CCCCCC"/>
    <a:srgbClr val="EBEBEB"/>
    <a:srgbClr val="9D20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1C23DB-D702-46E5-A521-431FF159109C}" v="3914" dt="2026-08-14T11:14:14.343"/>
    <p1510:client id="{B3B29CEA-D1C9-43FC-99F9-19F60199AD10}" v="715" dt="2026-08-14T11:50:32.2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viewProps" Target="viewProps.xml"/><Relationship Id="rId21" Type="http://schemas.openxmlformats.org/officeDocument/2006/relationships/slide" Target="slides/slide16.xml"/><Relationship Id="rId34" Type="http://schemas.openxmlformats.org/officeDocument/2006/relationships/slide" Target="slides/slide29.xml"/><Relationship Id="rId42"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shan Rathod" userId="7acf574e-9776-4813-9697-768c3f527cee" providerId="ADAL" clId="{CFD18792-CF5F-4F62-B8E7-A1B9A85AF57B}"/>
    <pc:docChg chg="undo redo custSel addSld delSld modSld sldOrd">
      <pc:chgData name="Darshan Rathod" userId="7acf574e-9776-4813-9697-768c3f527cee" providerId="ADAL" clId="{CFD18792-CF5F-4F62-B8E7-A1B9A85AF57B}" dt="2026-08-14T11:14:14.343" v="3922" actId="27918"/>
      <pc:docMkLst>
        <pc:docMk/>
      </pc:docMkLst>
      <pc:sldChg chg="modSp">
        <pc:chgData name="Darshan Rathod" userId="7acf574e-9776-4813-9697-768c3f527cee" providerId="ADAL" clId="{CFD18792-CF5F-4F62-B8E7-A1B9A85AF57B}" dt="2026-08-12T10:51:36.579" v="2502"/>
        <pc:sldMkLst>
          <pc:docMk/>
          <pc:sldMk cId="493166422" sldId="306"/>
        </pc:sldMkLst>
        <pc:graphicFrameChg chg="mod">
          <ac:chgData name="Darshan Rathod" userId="7acf574e-9776-4813-9697-768c3f527cee" providerId="ADAL" clId="{CFD18792-CF5F-4F62-B8E7-A1B9A85AF57B}" dt="2026-08-12T09:31:27.544" v="1382" actId="207"/>
          <ac:graphicFrameMkLst>
            <pc:docMk/>
            <pc:sldMk cId="493166422" sldId="306"/>
            <ac:graphicFrameMk id="4" creationId="{66F7E213-2F9C-7FB7-A5FC-03F8B9ED4604}"/>
          </ac:graphicFrameMkLst>
        </pc:graphicFrameChg>
        <pc:graphicFrameChg chg="mod">
          <ac:chgData name="Darshan Rathod" userId="7acf574e-9776-4813-9697-768c3f527cee" providerId="ADAL" clId="{CFD18792-CF5F-4F62-B8E7-A1B9A85AF57B}" dt="2026-08-12T10:51:36.579" v="2502"/>
          <ac:graphicFrameMkLst>
            <pc:docMk/>
            <pc:sldMk cId="493166422" sldId="306"/>
            <ac:graphicFrameMk id="7" creationId="{2BBC3D8C-113B-9779-7CAB-B1D3D9F53E61}"/>
          </ac:graphicFrameMkLst>
        </pc:graphicFrameChg>
      </pc:sldChg>
      <pc:sldChg chg="addSp delSp modSp mod">
        <pc:chgData name="Darshan Rathod" userId="7acf574e-9776-4813-9697-768c3f527cee" providerId="ADAL" clId="{CFD18792-CF5F-4F62-B8E7-A1B9A85AF57B}" dt="2026-08-12T12:21:15.693" v="3400" actId="13926"/>
        <pc:sldMkLst>
          <pc:docMk/>
          <pc:sldMk cId="640737654" sldId="331"/>
        </pc:sldMkLst>
        <pc:spChg chg="add mod">
          <ac:chgData name="Darshan Rathod" userId="7acf574e-9776-4813-9697-768c3f527cee" providerId="ADAL" clId="{CFD18792-CF5F-4F62-B8E7-A1B9A85AF57B}" dt="2026-08-12T09:24:32.952" v="1375" actId="1076"/>
          <ac:spMkLst>
            <pc:docMk/>
            <pc:sldMk cId="640737654" sldId="331"/>
            <ac:spMk id="4" creationId="{A368F97E-617D-D250-8D67-6B9DB1E78150}"/>
          </ac:spMkLst>
        </pc:spChg>
        <pc:spChg chg="mod">
          <ac:chgData name="Darshan Rathod" userId="7acf574e-9776-4813-9697-768c3f527cee" providerId="ADAL" clId="{CFD18792-CF5F-4F62-B8E7-A1B9A85AF57B}" dt="2026-08-12T09:22:58.821" v="1332" actId="1076"/>
          <ac:spMkLst>
            <pc:docMk/>
            <pc:sldMk cId="640737654" sldId="331"/>
            <ac:spMk id="17" creationId="{B190C6D6-82B3-ABF6-8D3F-291AD2782DBA}"/>
          </ac:spMkLst>
        </pc:spChg>
        <pc:spChg chg="mod">
          <ac:chgData name="Darshan Rathod" userId="7acf574e-9776-4813-9697-768c3f527cee" providerId="ADAL" clId="{CFD18792-CF5F-4F62-B8E7-A1B9A85AF57B}" dt="2026-08-12T05:28:48.321" v="483" actId="20577"/>
          <ac:spMkLst>
            <pc:docMk/>
            <pc:sldMk cId="640737654" sldId="331"/>
            <ac:spMk id="25" creationId="{6CB177C1-ADA8-EB43-D027-F8CE7E38C1FF}"/>
          </ac:spMkLst>
        </pc:spChg>
        <pc:spChg chg="add del mod">
          <ac:chgData name="Darshan Rathod" userId="7acf574e-9776-4813-9697-768c3f527cee" providerId="ADAL" clId="{CFD18792-CF5F-4F62-B8E7-A1B9A85AF57B}" dt="2026-08-12T09:24:51.841" v="1376" actId="255"/>
          <ac:spMkLst>
            <pc:docMk/>
            <pc:sldMk cId="640737654" sldId="331"/>
            <ac:spMk id="27" creationId="{7BD7D9E5-C6D0-658A-01C9-04B5D15E1848}"/>
          </ac:spMkLst>
        </pc:spChg>
        <pc:spChg chg="mod">
          <ac:chgData name="Darshan Rathod" userId="7acf574e-9776-4813-9697-768c3f527cee" providerId="ADAL" clId="{CFD18792-CF5F-4F62-B8E7-A1B9A85AF57B}" dt="2026-08-12T12:21:15.693" v="3400" actId="13926"/>
          <ac:spMkLst>
            <pc:docMk/>
            <pc:sldMk cId="640737654" sldId="331"/>
            <ac:spMk id="28" creationId="{73287D7C-F883-9258-C1C6-FDE0ADE37C56}"/>
          </ac:spMkLst>
        </pc:spChg>
        <pc:spChg chg="mod">
          <ac:chgData name="Darshan Rathod" userId="7acf574e-9776-4813-9697-768c3f527cee" providerId="ADAL" clId="{CFD18792-CF5F-4F62-B8E7-A1B9A85AF57B}" dt="2026-08-12T05:43:17.461" v="501" actId="20577"/>
          <ac:spMkLst>
            <pc:docMk/>
            <pc:sldMk cId="640737654" sldId="331"/>
            <ac:spMk id="34" creationId="{3D1F9868-A1A4-6B03-D89F-88685B8D3896}"/>
          </ac:spMkLst>
        </pc:spChg>
        <pc:spChg chg="mod">
          <ac:chgData name="Darshan Rathod" userId="7acf574e-9776-4813-9697-768c3f527cee" providerId="ADAL" clId="{CFD18792-CF5F-4F62-B8E7-A1B9A85AF57B}" dt="2026-08-11T11:57:53.048" v="289" actId="20577"/>
          <ac:spMkLst>
            <pc:docMk/>
            <pc:sldMk cId="640737654" sldId="331"/>
            <ac:spMk id="58" creationId="{AC8C8CB8-C2F3-8C3C-B221-A5C8E93D2AF6}"/>
          </ac:spMkLst>
        </pc:spChg>
        <pc:spChg chg="mod">
          <ac:chgData name="Darshan Rathod" userId="7acf574e-9776-4813-9697-768c3f527cee" providerId="ADAL" clId="{CFD18792-CF5F-4F62-B8E7-A1B9A85AF57B}" dt="2026-08-12T10:00:50.308" v="2114" actId="3626"/>
          <ac:spMkLst>
            <pc:docMk/>
            <pc:sldMk cId="640737654" sldId="331"/>
            <ac:spMk id="62" creationId="{41936174-939F-242D-E0C2-21B9FC726EA8}"/>
          </ac:spMkLst>
        </pc:spChg>
        <pc:spChg chg="mod">
          <ac:chgData name="Darshan Rathod" userId="7acf574e-9776-4813-9697-768c3f527cee" providerId="ADAL" clId="{CFD18792-CF5F-4F62-B8E7-A1B9A85AF57B}" dt="2026-08-12T05:53:02.795" v="503" actId="20577"/>
          <ac:spMkLst>
            <pc:docMk/>
            <pc:sldMk cId="640737654" sldId="331"/>
            <ac:spMk id="63" creationId="{C19B1313-C03C-E9C1-4ED7-9DFBBF8C2973}"/>
          </ac:spMkLst>
        </pc:spChg>
      </pc:sldChg>
      <pc:sldChg chg="addSp delSp modSp mod ord">
        <pc:chgData name="Darshan Rathod" userId="7acf574e-9776-4813-9697-768c3f527cee" providerId="ADAL" clId="{CFD18792-CF5F-4F62-B8E7-A1B9A85AF57B}" dt="2026-08-13T05:32:21.453" v="3727" actId="20577"/>
        <pc:sldMkLst>
          <pc:docMk/>
          <pc:sldMk cId="763749883" sldId="332"/>
        </pc:sldMkLst>
        <pc:spChg chg="mod">
          <ac:chgData name="Darshan Rathod" userId="7acf574e-9776-4813-9697-768c3f527cee" providerId="ADAL" clId="{CFD18792-CF5F-4F62-B8E7-A1B9A85AF57B}" dt="2026-08-12T05:54:15.355" v="505" actId="20577"/>
          <ac:spMkLst>
            <pc:docMk/>
            <pc:sldMk cId="763749883" sldId="332"/>
            <ac:spMk id="98" creationId="{A8253683-E482-0818-C69A-CDBCDFC13898}"/>
          </ac:spMkLst>
        </pc:spChg>
        <pc:spChg chg="mod">
          <ac:chgData name="Darshan Rathod" userId="7acf574e-9776-4813-9697-768c3f527cee" providerId="ADAL" clId="{CFD18792-CF5F-4F62-B8E7-A1B9A85AF57B}" dt="2026-08-11T12:14:07.028" v="317" actId="20577"/>
          <ac:spMkLst>
            <pc:docMk/>
            <pc:sldMk cId="763749883" sldId="332"/>
            <ac:spMk id="106" creationId="{156A0C07-BF9F-65C3-1C85-BAE408DF0EFF}"/>
          </ac:spMkLst>
        </pc:spChg>
        <pc:spChg chg="mod">
          <ac:chgData name="Darshan Rathod" userId="7acf574e-9776-4813-9697-768c3f527cee" providerId="ADAL" clId="{CFD18792-CF5F-4F62-B8E7-A1B9A85AF57B}" dt="2026-08-12T05:27:50.471" v="477" actId="20577"/>
          <ac:spMkLst>
            <pc:docMk/>
            <pc:sldMk cId="763749883" sldId="332"/>
            <ac:spMk id="110" creationId="{4A09C5D3-EFCE-F655-9DC8-89A26AFCC13C}"/>
          </ac:spMkLst>
        </pc:spChg>
        <pc:spChg chg="mod">
          <ac:chgData name="Darshan Rathod" userId="7acf574e-9776-4813-9697-768c3f527cee" providerId="ADAL" clId="{CFD18792-CF5F-4F62-B8E7-A1B9A85AF57B}" dt="2026-08-12T05:55:25.062" v="509" actId="1036"/>
          <ac:spMkLst>
            <pc:docMk/>
            <pc:sldMk cId="763749883" sldId="332"/>
            <ac:spMk id="111" creationId="{76FB52C1-B6F3-F189-D8A5-F5884CCB6DB7}"/>
          </ac:spMkLst>
        </pc:spChg>
        <pc:spChg chg="mod">
          <ac:chgData name="Darshan Rathod" userId="7acf574e-9776-4813-9697-768c3f527cee" providerId="ADAL" clId="{CFD18792-CF5F-4F62-B8E7-A1B9A85AF57B}" dt="2026-08-12T10:01:12.682" v="2116" actId="3626"/>
          <ac:spMkLst>
            <pc:docMk/>
            <pc:sldMk cId="763749883" sldId="332"/>
            <ac:spMk id="114" creationId="{2E51ED12-8BD5-2514-6788-99A3A4E03062}"/>
          </ac:spMkLst>
        </pc:spChg>
        <pc:spChg chg="mod">
          <ac:chgData name="Darshan Rathod" userId="7acf574e-9776-4813-9697-768c3f527cee" providerId="ADAL" clId="{CFD18792-CF5F-4F62-B8E7-A1B9A85AF57B}" dt="2026-08-11T12:13:17.745" v="309" actId="207"/>
          <ac:spMkLst>
            <pc:docMk/>
            <pc:sldMk cId="763749883" sldId="332"/>
            <ac:spMk id="116" creationId="{E513403C-8863-8AF8-C5DC-670DA2BBC9C7}"/>
          </ac:spMkLst>
        </pc:spChg>
        <pc:spChg chg="mod">
          <ac:chgData name="Darshan Rathod" userId="7acf574e-9776-4813-9697-768c3f527cee" providerId="ADAL" clId="{CFD18792-CF5F-4F62-B8E7-A1B9A85AF57B}" dt="2026-08-12T10:22:38.623" v="2147" actId="26606"/>
          <ac:spMkLst>
            <pc:docMk/>
            <pc:sldMk cId="763749883" sldId="332"/>
            <ac:spMk id="124" creationId="{E814A239-74B1-4B13-9014-7B8E9F7F6EA8}"/>
          </ac:spMkLst>
        </pc:spChg>
        <pc:spChg chg="mod">
          <ac:chgData name="Darshan Rathod" userId="7acf574e-9776-4813-9697-768c3f527cee" providerId="ADAL" clId="{CFD18792-CF5F-4F62-B8E7-A1B9A85AF57B}" dt="2026-08-12T06:13:11.025" v="650" actId="20577"/>
          <ac:spMkLst>
            <pc:docMk/>
            <pc:sldMk cId="763749883" sldId="332"/>
            <ac:spMk id="126" creationId="{A2E4F924-1D99-23D2-D737-F13BE1DC2069}"/>
          </ac:spMkLst>
        </pc:spChg>
        <pc:spChg chg="mod">
          <ac:chgData name="Darshan Rathod" userId="7acf574e-9776-4813-9697-768c3f527cee" providerId="ADAL" clId="{CFD18792-CF5F-4F62-B8E7-A1B9A85AF57B}" dt="2026-08-12T13:16:05.376" v="3427" actId="255"/>
          <ac:spMkLst>
            <pc:docMk/>
            <pc:sldMk cId="763749883" sldId="332"/>
            <ac:spMk id="128" creationId="{55F64694-95CE-3D58-31AD-C0BF8DFD3799}"/>
          </ac:spMkLst>
        </pc:spChg>
        <pc:spChg chg="mod">
          <ac:chgData name="Darshan Rathod" userId="7acf574e-9776-4813-9697-768c3f527cee" providerId="ADAL" clId="{CFD18792-CF5F-4F62-B8E7-A1B9A85AF57B}" dt="2026-08-12T06:13:00.676" v="646" actId="20577"/>
          <ac:spMkLst>
            <pc:docMk/>
            <pc:sldMk cId="763749883" sldId="332"/>
            <ac:spMk id="134" creationId="{F054EF71-16D7-949D-EFA2-10AF20FF3B20}"/>
          </ac:spMkLst>
        </pc:spChg>
        <pc:spChg chg="mod">
          <ac:chgData name="Darshan Rathod" userId="7acf574e-9776-4813-9697-768c3f527cee" providerId="ADAL" clId="{CFD18792-CF5F-4F62-B8E7-A1B9A85AF57B}" dt="2026-08-12T13:16:05.376" v="3427" actId="255"/>
          <ac:spMkLst>
            <pc:docMk/>
            <pc:sldMk cId="763749883" sldId="332"/>
            <ac:spMk id="136" creationId="{50D42B86-C3C9-BC72-254C-301B4F77A438}"/>
          </ac:spMkLst>
        </pc:spChg>
        <pc:spChg chg="mod">
          <ac:chgData name="Darshan Rathod" userId="7acf574e-9776-4813-9697-768c3f527cee" providerId="ADAL" clId="{CFD18792-CF5F-4F62-B8E7-A1B9A85AF57B}" dt="2026-08-12T06:13:06.030" v="648" actId="20577"/>
          <ac:spMkLst>
            <pc:docMk/>
            <pc:sldMk cId="763749883" sldId="332"/>
            <ac:spMk id="142" creationId="{F96C9AAF-6B68-AF45-39A5-14BC241E74F0}"/>
          </ac:spMkLst>
        </pc:spChg>
        <pc:spChg chg="mod">
          <ac:chgData name="Darshan Rathod" userId="7acf574e-9776-4813-9697-768c3f527cee" providerId="ADAL" clId="{CFD18792-CF5F-4F62-B8E7-A1B9A85AF57B}" dt="2026-08-12T13:16:05.376" v="3427" actId="255"/>
          <ac:spMkLst>
            <pc:docMk/>
            <pc:sldMk cId="763749883" sldId="332"/>
            <ac:spMk id="144" creationId="{12080F05-147F-63AD-CD71-31981702EB09}"/>
          </ac:spMkLst>
        </pc:spChg>
        <pc:spChg chg="mod">
          <ac:chgData name="Darshan Rathod" userId="7acf574e-9776-4813-9697-768c3f527cee" providerId="ADAL" clId="{CFD18792-CF5F-4F62-B8E7-A1B9A85AF57B}" dt="2026-08-12T05:56:28.330" v="521" actId="1076"/>
          <ac:spMkLst>
            <pc:docMk/>
            <pc:sldMk cId="763749883" sldId="332"/>
            <ac:spMk id="152" creationId="{4B0567DC-77E7-9240-469B-5E353E318AA9}"/>
          </ac:spMkLst>
        </pc:spChg>
        <pc:spChg chg="mod">
          <ac:chgData name="Darshan Rathod" userId="7acf574e-9776-4813-9697-768c3f527cee" providerId="ADAL" clId="{CFD18792-CF5F-4F62-B8E7-A1B9A85AF57B}" dt="2026-08-12T05:56:33.104" v="522" actId="1076"/>
          <ac:spMkLst>
            <pc:docMk/>
            <pc:sldMk cId="763749883" sldId="332"/>
            <ac:spMk id="156" creationId="{374472F3-D974-BB5B-5CDB-97BFB8091C94}"/>
          </ac:spMkLst>
        </pc:spChg>
        <pc:spChg chg="mod">
          <ac:chgData name="Darshan Rathod" userId="7acf574e-9776-4813-9697-768c3f527cee" providerId="ADAL" clId="{CFD18792-CF5F-4F62-B8E7-A1B9A85AF57B}" dt="2026-08-12T13:16:19.682" v="3428" actId="255"/>
          <ac:spMkLst>
            <pc:docMk/>
            <pc:sldMk cId="763749883" sldId="332"/>
            <ac:spMk id="158" creationId="{8BF2625D-9B6A-154D-500A-0DDB8766C468}"/>
          </ac:spMkLst>
        </pc:spChg>
        <pc:spChg chg="mod">
          <ac:chgData name="Darshan Rathod" userId="7acf574e-9776-4813-9697-768c3f527cee" providerId="ADAL" clId="{CFD18792-CF5F-4F62-B8E7-A1B9A85AF57B}" dt="2026-08-13T05:32:21.453" v="3727" actId="20577"/>
          <ac:spMkLst>
            <pc:docMk/>
            <pc:sldMk cId="763749883" sldId="332"/>
            <ac:spMk id="164" creationId="{34983A79-CA78-65AD-4A7E-B0D166C6BAA0}"/>
          </ac:spMkLst>
        </pc:spChg>
      </pc:sldChg>
      <pc:sldChg chg="addSp delSp modSp mod">
        <pc:chgData name="Darshan Rathod" userId="7acf574e-9776-4813-9697-768c3f527cee" providerId="ADAL" clId="{CFD18792-CF5F-4F62-B8E7-A1B9A85AF57B}" dt="2026-08-12T13:47:29.419" v="3668" actId="20577"/>
        <pc:sldMkLst>
          <pc:docMk/>
          <pc:sldMk cId="2461144146" sldId="333"/>
        </pc:sldMkLst>
        <pc:spChg chg="mod">
          <ac:chgData name="Darshan Rathod" userId="7acf574e-9776-4813-9697-768c3f527cee" providerId="ADAL" clId="{CFD18792-CF5F-4F62-B8E7-A1B9A85AF57B}" dt="2026-08-12T09:29:03.851" v="1379" actId="2711"/>
          <ac:spMkLst>
            <pc:docMk/>
            <pc:sldMk cId="2461144146" sldId="333"/>
            <ac:spMk id="5" creationId="{18970EE8-A31E-27C8-488F-973DA867D20B}"/>
          </ac:spMkLst>
        </pc:spChg>
        <pc:spChg chg="mod">
          <ac:chgData name="Darshan Rathod" userId="7acf574e-9776-4813-9697-768c3f527cee" providerId="ADAL" clId="{CFD18792-CF5F-4F62-B8E7-A1B9A85AF57B}" dt="2026-08-12T13:17:42.637" v="3434" actId="255"/>
          <ac:spMkLst>
            <pc:docMk/>
            <pc:sldMk cId="2461144146" sldId="333"/>
            <ac:spMk id="16" creationId="{87D261EF-20DC-4D8A-5B74-9777CCDB8C97}"/>
          </ac:spMkLst>
        </pc:spChg>
        <pc:spChg chg="mod">
          <ac:chgData name="Darshan Rathod" userId="7acf574e-9776-4813-9697-768c3f527cee" providerId="ADAL" clId="{CFD18792-CF5F-4F62-B8E7-A1B9A85AF57B}" dt="2026-08-12T13:22:07.906" v="3452" actId="1076"/>
          <ac:spMkLst>
            <pc:docMk/>
            <pc:sldMk cId="2461144146" sldId="333"/>
            <ac:spMk id="25" creationId="{6A7A8AED-CE6F-A768-C5FC-3058285BC5EA}"/>
          </ac:spMkLst>
        </pc:spChg>
        <pc:spChg chg="mod">
          <ac:chgData name="Darshan Rathod" userId="7acf574e-9776-4813-9697-768c3f527cee" providerId="ADAL" clId="{CFD18792-CF5F-4F62-B8E7-A1B9A85AF57B}" dt="2026-08-12T13:47:29.419" v="3668" actId="20577"/>
          <ac:spMkLst>
            <pc:docMk/>
            <pc:sldMk cId="2461144146" sldId="333"/>
            <ac:spMk id="42" creationId="{AD73F3D2-F9A9-1348-6010-73C51261D8A7}"/>
          </ac:spMkLst>
        </pc:spChg>
        <pc:spChg chg="mod">
          <ac:chgData name="Darshan Rathod" userId="7acf574e-9776-4813-9697-768c3f527cee" providerId="ADAL" clId="{CFD18792-CF5F-4F62-B8E7-A1B9A85AF57B}" dt="2026-08-12T13:17:31.951" v="3433" actId="255"/>
          <ac:spMkLst>
            <pc:docMk/>
            <pc:sldMk cId="2461144146" sldId="333"/>
            <ac:spMk id="67" creationId="{DAE64D57-2D7F-402E-BF8C-FBFD03905394}"/>
          </ac:spMkLst>
        </pc:spChg>
        <pc:spChg chg="mod">
          <ac:chgData name="Darshan Rathod" userId="7acf574e-9776-4813-9697-768c3f527cee" providerId="ADAL" clId="{CFD18792-CF5F-4F62-B8E7-A1B9A85AF57B}" dt="2026-08-12T13:17:31.951" v="3433" actId="255"/>
          <ac:spMkLst>
            <pc:docMk/>
            <pc:sldMk cId="2461144146" sldId="333"/>
            <ac:spMk id="71" creationId="{5AFC7D8A-5018-1610-3AAC-08061041E61B}"/>
          </ac:spMkLst>
        </pc:spChg>
        <pc:spChg chg="mod">
          <ac:chgData name="Darshan Rathod" userId="7acf574e-9776-4813-9697-768c3f527cee" providerId="ADAL" clId="{CFD18792-CF5F-4F62-B8E7-A1B9A85AF57B}" dt="2026-08-12T13:17:31.951" v="3433" actId="255"/>
          <ac:spMkLst>
            <pc:docMk/>
            <pc:sldMk cId="2461144146" sldId="333"/>
            <ac:spMk id="75" creationId="{1C1F2046-C4C6-4B5B-C508-43DCFFD6837F}"/>
          </ac:spMkLst>
        </pc:spChg>
      </pc:sldChg>
      <pc:sldChg chg="modSp mod">
        <pc:chgData name="Darshan Rathod" userId="7acf574e-9776-4813-9697-768c3f527cee" providerId="ADAL" clId="{CFD18792-CF5F-4F62-B8E7-A1B9A85AF57B}" dt="2026-08-12T13:18:10.232" v="3436" actId="255"/>
        <pc:sldMkLst>
          <pc:docMk/>
          <pc:sldMk cId="3253979327" sldId="334"/>
        </pc:sldMkLst>
        <pc:spChg chg="mod">
          <ac:chgData name="Darshan Rathod" userId="7acf574e-9776-4813-9697-768c3f527cee" providerId="ADAL" clId="{CFD18792-CF5F-4F62-B8E7-A1B9A85AF57B}" dt="2026-08-12T09:29:35.932" v="1381" actId="1076"/>
          <ac:spMkLst>
            <pc:docMk/>
            <pc:sldMk cId="3253979327" sldId="334"/>
            <ac:spMk id="5" creationId="{F18AEBF9-147F-86FE-47F2-36D067DB4198}"/>
          </ac:spMkLst>
        </pc:spChg>
        <pc:spChg chg="mod">
          <ac:chgData name="Darshan Rathod" userId="7acf574e-9776-4813-9697-768c3f527cee" providerId="ADAL" clId="{CFD18792-CF5F-4F62-B8E7-A1B9A85AF57B}" dt="2026-08-12T13:18:03.992" v="3435" actId="255"/>
          <ac:spMkLst>
            <pc:docMk/>
            <pc:sldMk cId="3253979327" sldId="334"/>
            <ac:spMk id="10" creationId="{9F379B16-1150-D29E-EADC-E084939F9E3A}"/>
          </ac:spMkLst>
        </pc:spChg>
        <pc:spChg chg="mod">
          <ac:chgData name="Darshan Rathod" userId="7acf574e-9776-4813-9697-768c3f527cee" providerId="ADAL" clId="{CFD18792-CF5F-4F62-B8E7-A1B9A85AF57B}" dt="2026-08-11T12:28:56.400" v="366" actId="1076"/>
          <ac:spMkLst>
            <pc:docMk/>
            <pc:sldMk cId="3253979327" sldId="334"/>
            <ac:spMk id="81" creationId="{8904C95B-642E-17F0-ABC4-DD394D1CB233}"/>
          </ac:spMkLst>
        </pc:spChg>
        <pc:spChg chg="mod">
          <ac:chgData name="Darshan Rathod" userId="7acf574e-9776-4813-9697-768c3f527cee" providerId="ADAL" clId="{CFD18792-CF5F-4F62-B8E7-A1B9A85AF57B}" dt="2026-08-12T13:18:10.232" v="3436" actId="255"/>
          <ac:spMkLst>
            <pc:docMk/>
            <pc:sldMk cId="3253979327" sldId="334"/>
            <ac:spMk id="85" creationId="{EEDB8991-EE05-0034-8FFE-59D2D46A0F1B}"/>
          </ac:spMkLst>
        </pc:spChg>
      </pc:sldChg>
      <pc:sldChg chg="addSp modSp mod">
        <pc:chgData name="Darshan Rathod" userId="7acf574e-9776-4813-9697-768c3f527cee" providerId="ADAL" clId="{CFD18792-CF5F-4F62-B8E7-A1B9A85AF57B}" dt="2026-08-12T13:19:15.085" v="3446" actId="255"/>
        <pc:sldMkLst>
          <pc:docMk/>
          <pc:sldMk cId="3483274659" sldId="335"/>
        </pc:sldMkLst>
        <pc:spChg chg="add mod">
          <ac:chgData name="Darshan Rathod" userId="7acf574e-9776-4813-9697-768c3f527cee" providerId="ADAL" clId="{CFD18792-CF5F-4F62-B8E7-A1B9A85AF57B}" dt="2026-08-12T10:01:32.148" v="2118" actId="3626"/>
          <ac:spMkLst>
            <pc:docMk/>
            <pc:sldMk cId="3483274659" sldId="335"/>
            <ac:spMk id="2" creationId="{D030A056-C277-4AE9-034F-CD17D1F9D931}"/>
          </ac:spMkLst>
        </pc:spChg>
        <pc:spChg chg="mod">
          <ac:chgData name="Darshan Rathod" userId="7acf574e-9776-4813-9697-768c3f527cee" providerId="ADAL" clId="{CFD18792-CF5F-4F62-B8E7-A1B9A85AF57B}" dt="2026-08-12T13:18:36.253" v="3440" actId="2711"/>
          <ac:spMkLst>
            <pc:docMk/>
            <pc:sldMk cId="3483274659" sldId="335"/>
            <ac:spMk id="3" creationId="{08B80890-D38F-0C15-36C9-617C36F2AB0F}"/>
          </ac:spMkLst>
        </pc:spChg>
        <pc:spChg chg="mod">
          <ac:chgData name="Darshan Rathod" userId="7acf574e-9776-4813-9697-768c3f527cee" providerId="ADAL" clId="{CFD18792-CF5F-4F62-B8E7-A1B9A85AF57B}" dt="2026-08-12T13:19:15.085" v="3446" actId="255"/>
          <ac:spMkLst>
            <pc:docMk/>
            <pc:sldMk cId="3483274659" sldId="335"/>
            <ac:spMk id="4" creationId="{168F6DBC-6064-7DD8-7C2B-DD2053A4EED6}"/>
          </ac:spMkLst>
        </pc:spChg>
        <pc:spChg chg="mod">
          <ac:chgData name="Darshan Rathod" userId="7acf574e-9776-4813-9697-768c3f527cee" providerId="ADAL" clId="{CFD18792-CF5F-4F62-B8E7-A1B9A85AF57B}" dt="2026-08-12T13:18:36.253" v="3440" actId="2711"/>
          <ac:spMkLst>
            <pc:docMk/>
            <pc:sldMk cId="3483274659" sldId="335"/>
            <ac:spMk id="7" creationId="{7959741E-AA50-6001-0296-9BB8E0893CEA}"/>
          </ac:spMkLst>
        </pc:spChg>
        <pc:spChg chg="mod">
          <ac:chgData name="Darshan Rathod" userId="7acf574e-9776-4813-9697-768c3f527cee" providerId="ADAL" clId="{CFD18792-CF5F-4F62-B8E7-A1B9A85AF57B}" dt="2026-08-12T13:18:50.769" v="3441" actId="255"/>
          <ac:spMkLst>
            <pc:docMk/>
            <pc:sldMk cId="3483274659" sldId="335"/>
            <ac:spMk id="9" creationId="{025BD24C-5294-2FAA-7C7E-3E6F7459B26D}"/>
          </ac:spMkLst>
        </pc:spChg>
        <pc:spChg chg="mod">
          <ac:chgData name="Darshan Rathod" userId="7acf574e-9776-4813-9697-768c3f527cee" providerId="ADAL" clId="{CFD18792-CF5F-4F62-B8E7-A1B9A85AF57B}" dt="2026-08-12T13:18:50.769" v="3441" actId="255"/>
          <ac:spMkLst>
            <pc:docMk/>
            <pc:sldMk cId="3483274659" sldId="335"/>
            <ac:spMk id="13" creationId="{ED835853-0860-0DA2-9207-ACF729B19DA9}"/>
          </ac:spMkLst>
        </pc:spChg>
        <pc:spChg chg="mod">
          <ac:chgData name="Darshan Rathod" userId="7acf574e-9776-4813-9697-768c3f527cee" providerId="ADAL" clId="{CFD18792-CF5F-4F62-B8E7-A1B9A85AF57B}" dt="2026-08-12T13:18:50.769" v="3441" actId="255"/>
          <ac:spMkLst>
            <pc:docMk/>
            <pc:sldMk cId="3483274659" sldId="335"/>
            <ac:spMk id="17" creationId="{50ED5B8F-BB9A-0939-CAA4-4830746E88DB}"/>
          </ac:spMkLst>
        </pc:spChg>
        <pc:spChg chg="mod">
          <ac:chgData name="Darshan Rathod" userId="7acf574e-9776-4813-9697-768c3f527cee" providerId="ADAL" clId="{CFD18792-CF5F-4F62-B8E7-A1B9A85AF57B}" dt="2026-08-12T13:18:36.253" v="3440" actId="2711"/>
          <ac:spMkLst>
            <pc:docMk/>
            <pc:sldMk cId="3483274659" sldId="335"/>
            <ac:spMk id="19" creationId="{0B240EF9-13FE-CBEA-6E74-94655CD36D29}"/>
          </ac:spMkLst>
        </pc:spChg>
        <pc:spChg chg="mod">
          <ac:chgData name="Darshan Rathod" userId="7acf574e-9776-4813-9697-768c3f527cee" providerId="ADAL" clId="{CFD18792-CF5F-4F62-B8E7-A1B9A85AF57B}" dt="2026-08-12T13:18:50.769" v="3441" actId="255"/>
          <ac:spMkLst>
            <pc:docMk/>
            <pc:sldMk cId="3483274659" sldId="335"/>
            <ac:spMk id="21" creationId="{39AAE71E-399B-157B-57C6-E6733E9EF2E3}"/>
          </ac:spMkLst>
        </pc:spChg>
        <pc:spChg chg="mod">
          <ac:chgData name="Darshan Rathod" userId="7acf574e-9776-4813-9697-768c3f527cee" providerId="ADAL" clId="{CFD18792-CF5F-4F62-B8E7-A1B9A85AF57B}" dt="2026-08-12T13:18:50.769" v="3441" actId="255"/>
          <ac:spMkLst>
            <pc:docMk/>
            <pc:sldMk cId="3483274659" sldId="335"/>
            <ac:spMk id="26" creationId="{3C4579B3-FBC5-C9A8-DA21-598976908F87}"/>
          </ac:spMkLst>
        </pc:spChg>
        <pc:spChg chg="mod">
          <ac:chgData name="Darshan Rathod" userId="7acf574e-9776-4813-9697-768c3f527cee" providerId="ADAL" clId="{CFD18792-CF5F-4F62-B8E7-A1B9A85AF57B}" dt="2026-08-12T13:18:36.253" v="3440" actId="2711"/>
          <ac:spMkLst>
            <pc:docMk/>
            <pc:sldMk cId="3483274659" sldId="335"/>
            <ac:spMk id="28" creationId="{F98CB3F6-FFBA-12AA-7B28-6D32127DD59A}"/>
          </ac:spMkLst>
        </pc:spChg>
        <pc:spChg chg="mod">
          <ac:chgData name="Darshan Rathod" userId="7acf574e-9776-4813-9697-768c3f527cee" providerId="ADAL" clId="{CFD18792-CF5F-4F62-B8E7-A1B9A85AF57B}" dt="2026-08-12T13:19:09.096" v="3445" actId="122"/>
          <ac:spMkLst>
            <pc:docMk/>
            <pc:sldMk cId="3483274659" sldId="335"/>
            <ac:spMk id="30" creationId="{80F6792F-4D26-9AD0-CA3D-B44EA40D9F5D}"/>
          </ac:spMkLst>
        </pc:spChg>
        <pc:spChg chg="mod">
          <ac:chgData name="Darshan Rathod" userId="7acf574e-9776-4813-9697-768c3f527cee" providerId="ADAL" clId="{CFD18792-CF5F-4F62-B8E7-A1B9A85AF57B}" dt="2026-08-11T12:29:38.776" v="367" actId="14100"/>
          <ac:spMkLst>
            <pc:docMk/>
            <pc:sldMk cId="3483274659" sldId="335"/>
            <ac:spMk id="32" creationId="{ED9061BD-94EC-2FC3-AA03-DB3D7AE8ECA0}"/>
          </ac:spMkLst>
        </pc:spChg>
        <pc:spChg chg="mod">
          <ac:chgData name="Darshan Rathod" userId="7acf574e-9776-4813-9697-768c3f527cee" providerId="ADAL" clId="{CFD18792-CF5F-4F62-B8E7-A1B9A85AF57B}" dt="2026-08-12T13:18:36.253" v="3440" actId="2711"/>
          <ac:spMkLst>
            <pc:docMk/>
            <pc:sldMk cId="3483274659" sldId="335"/>
            <ac:spMk id="38" creationId="{20877342-77F7-FB2D-3308-670B3BAEE6E4}"/>
          </ac:spMkLst>
        </pc:spChg>
        <pc:spChg chg="mod">
          <ac:chgData name="Darshan Rathod" userId="7acf574e-9776-4813-9697-768c3f527cee" providerId="ADAL" clId="{CFD18792-CF5F-4F62-B8E7-A1B9A85AF57B}" dt="2026-08-12T10:22:38.623" v="2147" actId="26606"/>
          <ac:spMkLst>
            <pc:docMk/>
            <pc:sldMk cId="3483274659" sldId="335"/>
            <ac:spMk id="40" creationId="{8CDCC4B4-FC1F-1BF6-905C-9CC21EB7A807}"/>
          </ac:spMkLst>
        </pc:spChg>
        <pc:spChg chg="mod">
          <ac:chgData name="Darshan Rathod" userId="7acf574e-9776-4813-9697-768c3f527cee" providerId="ADAL" clId="{CFD18792-CF5F-4F62-B8E7-A1B9A85AF57B}" dt="2026-08-12T13:18:29.434" v="3439" actId="255"/>
          <ac:spMkLst>
            <pc:docMk/>
            <pc:sldMk cId="3483274659" sldId="335"/>
            <ac:spMk id="42" creationId="{EF8AC402-54AB-CD43-39FA-D19051139145}"/>
          </ac:spMkLst>
        </pc:spChg>
        <pc:spChg chg="mod">
          <ac:chgData name="Darshan Rathod" userId="7acf574e-9776-4813-9697-768c3f527cee" providerId="ADAL" clId="{CFD18792-CF5F-4F62-B8E7-A1B9A85AF57B}" dt="2026-08-12T13:18:17.879" v="3437" actId="255"/>
          <ac:spMkLst>
            <pc:docMk/>
            <pc:sldMk cId="3483274659" sldId="335"/>
            <ac:spMk id="44" creationId="{8BFEA7D2-E4A4-937B-16F0-BA815433FC07}"/>
          </ac:spMkLst>
        </pc:spChg>
        <pc:spChg chg="mod">
          <ac:chgData name="Darshan Rathod" userId="7acf574e-9776-4813-9697-768c3f527cee" providerId="ADAL" clId="{CFD18792-CF5F-4F62-B8E7-A1B9A85AF57B}" dt="2026-08-12T13:18:36.253" v="3440" actId="2711"/>
          <ac:spMkLst>
            <pc:docMk/>
            <pc:sldMk cId="3483274659" sldId="335"/>
            <ac:spMk id="48" creationId="{376A0121-8C01-3F33-97F0-0485DBCCCA78}"/>
          </ac:spMkLst>
        </pc:spChg>
      </pc:sldChg>
      <pc:sldChg chg="addSp delSp modSp mod">
        <pc:chgData name="Darshan Rathod" userId="7acf574e-9776-4813-9697-768c3f527cee" providerId="ADAL" clId="{CFD18792-CF5F-4F62-B8E7-A1B9A85AF57B}" dt="2026-08-12T13:46:46.978" v="3662" actId="14100"/>
        <pc:sldMkLst>
          <pc:docMk/>
          <pc:sldMk cId="585957787" sldId="336"/>
        </pc:sldMkLst>
        <pc:spChg chg="add mod">
          <ac:chgData name="Darshan Rathod" userId="7acf574e-9776-4813-9697-768c3f527cee" providerId="ADAL" clId="{CFD18792-CF5F-4F62-B8E7-A1B9A85AF57B}" dt="2026-08-12T13:45:53.297" v="3654" actId="1076"/>
          <ac:spMkLst>
            <pc:docMk/>
            <pc:sldMk cId="585957787" sldId="336"/>
            <ac:spMk id="4" creationId="{621E1E3F-4485-89D8-3348-812BBB781F79}"/>
          </ac:spMkLst>
        </pc:spChg>
        <pc:spChg chg="add mod">
          <ac:chgData name="Darshan Rathod" userId="7acf574e-9776-4813-9697-768c3f527cee" providerId="ADAL" clId="{CFD18792-CF5F-4F62-B8E7-A1B9A85AF57B}" dt="2026-08-12T13:45:38.383" v="3652" actId="1076"/>
          <ac:spMkLst>
            <pc:docMk/>
            <pc:sldMk cId="585957787" sldId="336"/>
            <ac:spMk id="10" creationId="{AB6DE3CE-088E-D74E-DB6A-078AE1CE0A2F}"/>
          </ac:spMkLst>
        </pc:spChg>
        <pc:spChg chg="mod">
          <ac:chgData name="Darshan Rathod" userId="7acf574e-9776-4813-9697-768c3f527cee" providerId="ADAL" clId="{CFD18792-CF5F-4F62-B8E7-A1B9A85AF57B}" dt="2026-08-12T13:45:28.268" v="3651" actId="1076"/>
          <ac:spMkLst>
            <pc:docMk/>
            <pc:sldMk cId="585957787" sldId="336"/>
            <ac:spMk id="13" creationId="{36B7F883-D27F-D9DA-0723-1E2970B7FC61}"/>
          </ac:spMkLst>
        </pc:spChg>
        <pc:spChg chg="mod">
          <ac:chgData name="Darshan Rathod" userId="7acf574e-9776-4813-9697-768c3f527cee" providerId="ADAL" clId="{CFD18792-CF5F-4F62-B8E7-A1B9A85AF57B}" dt="2026-08-12T13:45:28.268" v="3651" actId="1076"/>
          <ac:spMkLst>
            <pc:docMk/>
            <pc:sldMk cId="585957787" sldId="336"/>
            <ac:spMk id="16" creationId="{8A9DF537-D241-2D23-5C1E-3B67C3919AC5}"/>
          </ac:spMkLst>
        </pc:spChg>
        <pc:spChg chg="mod">
          <ac:chgData name="Darshan Rathod" userId="7acf574e-9776-4813-9697-768c3f527cee" providerId="ADAL" clId="{CFD18792-CF5F-4F62-B8E7-A1B9A85AF57B}" dt="2026-08-12T13:45:28.268" v="3651" actId="1076"/>
          <ac:spMkLst>
            <pc:docMk/>
            <pc:sldMk cId="585957787" sldId="336"/>
            <ac:spMk id="18" creationId="{3EC4C54C-ED29-0619-C569-945872B339AC}"/>
          </ac:spMkLst>
        </pc:spChg>
        <pc:spChg chg="mod">
          <ac:chgData name="Darshan Rathod" userId="7acf574e-9776-4813-9697-768c3f527cee" providerId="ADAL" clId="{CFD18792-CF5F-4F62-B8E7-A1B9A85AF57B}" dt="2026-08-12T13:45:28.268" v="3651" actId="1076"/>
          <ac:spMkLst>
            <pc:docMk/>
            <pc:sldMk cId="585957787" sldId="336"/>
            <ac:spMk id="25" creationId="{4FF97D3D-A86B-79F2-37FE-C3D130FC5659}"/>
          </ac:spMkLst>
        </pc:spChg>
        <pc:spChg chg="mod">
          <ac:chgData name="Darshan Rathod" userId="7acf574e-9776-4813-9697-768c3f527cee" providerId="ADAL" clId="{CFD18792-CF5F-4F62-B8E7-A1B9A85AF57B}" dt="2026-08-11T13:09:21.449" v="396" actId="14100"/>
          <ac:spMkLst>
            <pc:docMk/>
            <pc:sldMk cId="585957787" sldId="336"/>
            <ac:spMk id="54" creationId="{FC32F675-FF3B-5246-936B-FFDA18563B30}"/>
          </ac:spMkLst>
        </pc:spChg>
        <pc:cxnChg chg="add mod">
          <ac:chgData name="Darshan Rathod" userId="7acf574e-9776-4813-9697-768c3f527cee" providerId="ADAL" clId="{CFD18792-CF5F-4F62-B8E7-A1B9A85AF57B}" dt="2026-08-12T13:46:18.674" v="3656" actId="14100"/>
          <ac:cxnSpMkLst>
            <pc:docMk/>
            <pc:sldMk cId="585957787" sldId="336"/>
            <ac:cxnSpMk id="15" creationId="{1E5BF515-F6EC-198A-8B7A-8AACA89B3FC1}"/>
          </ac:cxnSpMkLst>
        </pc:cxnChg>
        <pc:cxnChg chg="add mod">
          <ac:chgData name="Darshan Rathod" userId="7acf574e-9776-4813-9697-768c3f527cee" providerId="ADAL" clId="{CFD18792-CF5F-4F62-B8E7-A1B9A85AF57B}" dt="2026-08-12T13:46:46.978" v="3662" actId="14100"/>
          <ac:cxnSpMkLst>
            <pc:docMk/>
            <pc:sldMk cId="585957787" sldId="336"/>
            <ac:cxnSpMk id="23" creationId="{5744A4BE-CCD6-71D6-2B6D-078BDC7A894B}"/>
          </ac:cxnSpMkLst>
        </pc:cxnChg>
      </pc:sldChg>
      <pc:sldChg chg="addSp delSp modSp mod">
        <pc:chgData name="Darshan Rathod" userId="7acf574e-9776-4813-9697-768c3f527cee" providerId="ADAL" clId="{CFD18792-CF5F-4F62-B8E7-A1B9A85AF57B}" dt="2026-08-13T05:59:26.223" v="3735" actId="1076"/>
        <pc:sldMkLst>
          <pc:docMk/>
          <pc:sldMk cId="1807235579" sldId="337"/>
        </pc:sldMkLst>
        <pc:spChg chg="mod">
          <ac:chgData name="Darshan Rathod" userId="7acf574e-9776-4813-9697-768c3f527cee" providerId="ADAL" clId="{CFD18792-CF5F-4F62-B8E7-A1B9A85AF57B}" dt="2026-08-13T05:59:26.223" v="3735" actId="1076"/>
          <ac:spMkLst>
            <pc:docMk/>
            <pc:sldMk cId="1807235579" sldId="337"/>
            <ac:spMk id="4" creationId="{187D409F-9E9C-EA2A-CF91-11C5B8848B8B}"/>
          </ac:spMkLst>
        </pc:spChg>
        <pc:spChg chg="mod">
          <ac:chgData name="Darshan Rathod" userId="7acf574e-9776-4813-9697-768c3f527cee" providerId="ADAL" clId="{CFD18792-CF5F-4F62-B8E7-A1B9A85AF57B}" dt="2026-08-13T05:59:01.585" v="3731" actId="14100"/>
          <ac:spMkLst>
            <pc:docMk/>
            <pc:sldMk cId="1807235579" sldId="337"/>
            <ac:spMk id="5" creationId="{6F1236D7-5F7E-592B-4EDC-6D2A9A9F6D1F}"/>
          </ac:spMkLst>
        </pc:spChg>
        <pc:spChg chg="mod">
          <ac:chgData name="Darshan Rathod" userId="7acf574e-9776-4813-9697-768c3f527cee" providerId="ADAL" clId="{CFD18792-CF5F-4F62-B8E7-A1B9A85AF57B}" dt="2026-08-12T10:22:38.623" v="2147" actId="26606"/>
          <ac:spMkLst>
            <pc:docMk/>
            <pc:sldMk cId="1807235579" sldId="337"/>
            <ac:spMk id="8" creationId="{0EC1080C-1E33-5380-2794-CC6A418FDD94}"/>
          </ac:spMkLst>
        </pc:spChg>
        <pc:spChg chg="mod">
          <ac:chgData name="Darshan Rathod" userId="7acf574e-9776-4813-9697-768c3f527cee" providerId="ADAL" clId="{CFD18792-CF5F-4F62-B8E7-A1B9A85AF57B}" dt="2026-08-12T11:38:18.697" v="3352" actId="20577"/>
          <ac:spMkLst>
            <pc:docMk/>
            <pc:sldMk cId="1807235579" sldId="337"/>
            <ac:spMk id="10" creationId="{EF4728CB-BB6F-050A-C77A-9577E9BD8CF4}"/>
          </ac:spMkLst>
        </pc:spChg>
        <pc:graphicFrameChg chg="add mod">
          <ac:chgData name="Darshan Rathod" userId="7acf574e-9776-4813-9697-768c3f527cee" providerId="ADAL" clId="{CFD18792-CF5F-4F62-B8E7-A1B9A85AF57B}" dt="2026-08-12T12:20:23.747" v="3399" actId="14100"/>
          <ac:graphicFrameMkLst>
            <pc:docMk/>
            <pc:sldMk cId="1807235579" sldId="337"/>
            <ac:graphicFrameMk id="2" creationId="{F8495CDF-C0A1-ADD2-86F0-B6839929A704}"/>
          </ac:graphicFrameMkLst>
        </pc:graphicFrameChg>
      </pc:sldChg>
      <pc:sldChg chg="addSp delSp modSp mod">
        <pc:chgData name="Darshan Rathod" userId="7acf574e-9776-4813-9697-768c3f527cee" providerId="ADAL" clId="{CFD18792-CF5F-4F62-B8E7-A1B9A85AF57B}" dt="2026-08-12T13:52:51.822" v="3725" actId="1076"/>
        <pc:sldMkLst>
          <pc:docMk/>
          <pc:sldMk cId="26896388" sldId="341"/>
        </pc:sldMkLst>
        <pc:spChg chg="add mod">
          <ac:chgData name="Darshan Rathod" userId="7acf574e-9776-4813-9697-768c3f527cee" providerId="ADAL" clId="{CFD18792-CF5F-4F62-B8E7-A1B9A85AF57B}" dt="2026-08-12T13:51:24.287" v="3686" actId="1076"/>
          <ac:spMkLst>
            <pc:docMk/>
            <pc:sldMk cId="26896388" sldId="341"/>
            <ac:spMk id="2" creationId="{BAAEAF64-FDFB-84F2-8195-AE7E09A84AAC}"/>
          </ac:spMkLst>
        </pc:spChg>
        <pc:spChg chg="add mod">
          <ac:chgData name="Darshan Rathod" userId="7acf574e-9776-4813-9697-768c3f527cee" providerId="ADAL" clId="{CFD18792-CF5F-4F62-B8E7-A1B9A85AF57B}" dt="2026-08-12T13:51:41.592" v="3688" actId="1076"/>
          <ac:spMkLst>
            <pc:docMk/>
            <pc:sldMk cId="26896388" sldId="341"/>
            <ac:spMk id="7" creationId="{A4CD2258-D11D-509F-FA2C-AFB05D2DFEA6}"/>
          </ac:spMkLst>
        </pc:spChg>
        <pc:spChg chg="add mod">
          <ac:chgData name="Darshan Rathod" userId="7acf574e-9776-4813-9697-768c3f527cee" providerId="ADAL" clId="{CFD18792-CF5F-4F62-B8E7-A1B9A85AF57B}" dt="2026-08-12T13:52:37.381" v="3724" actId="1076"/>
          <ac:spMkLst>
            <pc:docMk/>
            <pc:sldMk cId="26896388" sldId="341"/>
            <ac:spMk id="9" creationId="{6CDBD110-DFD9-4985-BA39-CAC656720242}"/>
          </ac:spMkLst>
        </pc:spChg>
        <pc:spChg chg="add mod">
          <ac:chgData name="Darshan Rathod" userId="7acf574e-9776-4813-9697-768c3f527cee" providerId="ADAL" clId="{CFD18792-CF5F-4F62-B8E7-A1B9A85AF57B}" dt="2026-08-12T13:51:41.592" v="3688" actId="1076"/>
          <ac:spMkLst>
            <pc:docMk/>
            <pc:sldMk cId="26896388" sldId="341"/>
            <ac:spMk id="11" creationId="{1AA34A48-D098-05B9-173A-6CAC835B7A83}"/>
          </ac:spMkLst>
        </pc:spChg>
        <pc:spChg chg="mod">
          <ac:chgData name="Darshan Rathod" userId="7acf574e-9776-4813-9697-768c3f527cee" providerId="ADAL" clId="{CFD18792-CF5F-4F62-B8E7-A1B9A85AF57B}" dt="2026-08-12T09:53:49.113" v="2098" actId="1076"/>
          <ac:spMkLst>
            <pc:docMk/>
            <pc:sldMk cId="26896388" sldId="341"/>
            <ac:spMk id="13" creationId="{F75FD3AC-BCEC-7398-AD96-7E8A6F69693E}"/>
          </ac:spMkLst>
        </pc:spChg>
        <pc:spChg chg="add mod">
          <ac:chgData name="Darshan Rathod" userId="7acf574e-9776-4813-9697-768c3f527cee" providerId="ADAL" clId="{CFD18792-CF5F-4F62-B8E7-A1B9A85AF57B}" dt="2026-08-12T13:52:51.822" v="3725" actId="1076"/>
          <ac:spMkLst>
            <pc:docMk/>
            <pc:sldMk cId="26896388" sldId="341"/>
            <ac:spMk id="14" creationId="{CC831701-0A37-52D1-5B96-C033FCA72C9F}"/>
          </ac:spMkLst>
        </pc:spChg>
        <pc:spChg chg="mod">
          <ac:chgData name="Darshan Rathod" userId="7acf574e-9776-4813-9697-768c3f527cee" providerId="ADAL" clId="{CFD18792-CF5F-4F62-B8E7-A1B9A85AF57B}" dt="2026-08-12T09:53:49.113" v="2098" actId="1076"/>
          <ac:spMkLst>
            <pc:docMk/>
            <pc:sldMk cId="26896388" sldId="341"/>
            <ac:spMk id="15" creationId="{B3F6E307-9E52-1135-0C18-4F1BAA7C3CEB}"/>
          </ac:spMkLst>
        </pc:spChg>
        <pc:spChg chg="mod">
          <ac:chgData name="Darshan Rathod" userId="7acf574e-9776-4813-9697-768c3f527cee" providerId="ADAL" clId="{CFD18792-CF5F-4F62-B8E7-A1B9A85AF57B}" dt="2026-08-12T09:53:49.113" v="2098" actId="1076"/>
          <ac:spMkLst>
            <pc:docMk/>
            <pc:sldMk cId="26896388" sldId="341"/>
            <ac:spMk id="17" creationId="{0F619EAB-CDC5-AE38-52D3-D5FD8CACB814}"/>
          </ac:spMkLst>
        </pc:spChg>
        <pc:spChg chg="mod">
          <ac:chgData name="Darshan Rathod" userId="7acf574e-9776-4813-9697-768c3f527cee" providerId="ADAL" clId="{CFD18792-CF5F-4F62-B8E7-A1B9A85AF57B}" dt="2026-08-12T09:53:49.113" v="2098" actId="1076"/>
          <ac:spMkLst>
            <pc:docMk/>
            <pc:sldMk cId="26896388" sldId="341"/>
            <ac:spMk id="19" creationId="{599D7063-DD50-993E-B3DE-45A8077746BD}"/>
          </ac:spMkLst>
        </pc:spChg>
        <pc:spChg chg="mod">
          <ac:chgData name="Darshan Rathod" userId="7acf574e-9776-4813-9697-768c3f527cee" providerId="ADAL" clId="{CFD18792-CF5F-4F62-B8E7-A1B9A85AF57B}" dt="2026-08-12T09:53:49.113" v="2098" actId="1076"/>
          <ac:spMkLst>
            <pc:docMk/>
            <pc:sldMk cId="26896388" sldId="341"/>
            <ac:spMk id="21" creationId="{13815A56-18DD-CCB3-561A-54FD1031F47B}"/>
          </ac:spMkLst>
        </pc:spChg>
        <pc:spChg chg="mod">
          <ac:chgData name="Darshan Rathod" userId="7acf574e-9776-4813-9697-768c3f527cee" providerId="ADAL" clId="{CFD18792-CF5F-4F62-B8E7-A1B9A85AF57B}" dt="2026-08-12T09:53:49.113" v="2098" actId="1076"/>
          <ac:spMkLst>
            <pc:docMk/>
            <pc:sldMk cId="26896388" sldId="341"/>
            <ac:spMk id="23" creationId="{97CDBAB6-984E-1A5F-7199-85396FA51069}"/>
          </ac:spMkLst>
        </pc:spChg>
        <pc:spChg chg="mod">
          <ac:chgData name="Darshan Rathod" userId="7acf574e-9776-4813-9697-768c3f527cee" providerId="ADAL" clId="{CFD18792-CF5F-4F62-B8E7-A1B9A85AF57B}" dt="2026-08-12T09:53:49.113" v="2098" actId="1076"/>
          <ac:spMkLst>
            <pc:docMk/>
            <pc:sldMk cId="26896388" sldId="341"/>
            <ac:spMk id="25" creationId="{E753F7D4-D1CF-B8B6-7D65-31F739A9C347}"/>
          </ac:spMkLst>
        </pc:spChg>
        <pc:spChg chg="mod">
          <ac:chgData name="Darshan Rathod" userId="7acf574e-9776-4813-9697-768c3f527cee" providerId="ADAL" clId="{CFD18792-CF5F-4F62-B8E7-A1B9A85AF57B}" dt="2026-08-12T09:53:49.113" v="2098" actId="1076"/>
          <ac:spMkLst>
            <pc:docMk/>
            <pc:sldMk cId="26896388" sldId="341"/>
            <ac:spMk id="27" creationId="{48BB7D56-4969-B137-66DB-BBE473469478}"/>
          </ac:spMkLst>
        </pc:spChg>
        <pc:spChg chg="mod">
          <ac:chgData name="Darshan Rathod" userId="7acf574e-9776-4813-9697-768c3f527cee" providerId="ADAL" clId="{CFD18792-CF5F-4F62-B8E7-A1B9A85AF57B}" dt="2026-08-12T09:53:49.113" v="2098" actId="1076"/>
          <ac:spMkLst>
            <pc:docMk/>
            <pc:sldMk cId="26896388" sldId="341"/>
            <ac:spMk id="33" creationId="{5D74A9EC-5A20-94DD-D316-E967FFB668B7}"/>
          </ac:spMkLst>
        </pc:spChg>
        <pc:spChg chg="mod">
          <ac:chgData name="Darshan Rathod" userId="7acf574e-9776-4813-9697-768c3f527cee" providerId="ADAL" clId="{CFD18792-CF5F-4F62-B8E7-A1B9A85AF57B}" dt="2026-08-12T09:53:49.113" v="2098" actId="1076"/>
          <ac:spMkLst>
            <pc:docMk/>
            <pc:sldMk cId="26896388" sldId="341"/>
            <ac:spMk id="35" creationId="{09C1C8B0-1913-FA4F-7EF3-E4358C4AFD5B}"/>
          </ac:spMkLst>
        </pc:spChg>
        <pc:graphicFrameChg chg="mod modGraphic">
          <ac:chgData name="Darshan Rathod" userId="7acf574e-9776-4813-9697-768c3f527cee" providerId="ADAL" clId="{CFD18792-CF5F-4F62-B8E7-A1B9A85AF57B}" dt="2026-08-12T09:53:39.966" v="2097" actId="14100"/>
          <ac:graphicFrameMkLst>
            <pc:docMk/>
            <pc:sldMk cId="26896388" sldId="341"/>
            <ac:graphicFrameMk id="4" creationId="{62BBEF1B-330D-9834-0DF9-6697E3DCBD50}"/>
          </ac:graphicFrameMkLst>
        </pc:graphicFrameChg>
      </pc:sldChg>
      <pc:sldChg chg="modSp mod">
        <pc:chgData name="Darshan Rathod" userId="7acf574e-9776-4813-9697-768c3f527cee" providerId="ADAL" clId="{CFD18792-CF5F-4F62-B8E7-A1B9A85AF57B}" dt="2026-08-12T13:17:15.777" v="3432" actId="1076"/>
        <pc:sldMkLst>
          <pc:docMk/>
          <pc:sldMk cId="682660429" sldId="343"/>
        </pc:sldMkLst>
        <pc:spChg chg="mod">
          <ac:chgData name="Darshan Rathod" userId="7acf574e-9776-4813-9697-768c3f527cee" providerId="ADAL" clId="{CFD18792-CF5F-4F62-B8E7-A1B9A85AF57B}" dt="2026-08-12T13:16:45.410" v="3429" actId="255"/>
          <ac:spMkLst>
            <pc:docMk/>
            <pc:sldMk cId="682660429" sldId="343"/>
            <ac:spMk id="6" creationId="{53A9FD7A-76E9-E287-E708-AAEBC07621A7}"/>
          </ac:spMkLst>
        </pc:spChg>
        <pc:spChg chg="mod">
          <ac:chgData name="Darshan Rathod" userId="7acf574e-9776-4813-9697-768c3f527cee" providerId="ADAL" clId="{CFD18792-CF5F-4F62-B8E7-A1B9A85AF57B}" dt="2026-08-12T13:16:45.410" v="3429" actId="255"/>
          <ac:spMkLst>
            <pc:docMk/>
            <pc:sldMk cId="682660429" sldId="343"/>
            <ac:spMk id="14" creationId="{DBA631F4-153A-B53B-D90F-51F8AE837758}"/>
          </ac:spMkLst>
        </pc:spChg>
        <pc:spChg chg="mod">
          <ac:chgData name="Darshan Rathod" userId="7acf574e-9776-4813-9697-768c3f527cee" providerId="ADAL" clId="{CFD18792-CF5F-4F62-B8E7-A1B9A85AF57B}" dt="2026-08-12T13:16:45.410" v="3429" actId="255"/>
          <ac:spMkLst>
            <pc:docMk/>
            <pc:sldMk cId="682660429" sldId="343"/>
            <ac:spMk id="20" creationId="{CAED70B9-9ABF-79AF-9B6B-E35E114E1C51}"/>
          </ac:spMkLst>
        </pc:spChg>
        <pc:spChg chg="mod">
          <ac:chgData name="Darshan Rathod" userId="7acf574e-9776-4813-9697-768c3f527cee" providerId="ADAL" clId="{CFD18792-CF5F-4F62-B8E7-A1B9A85AF57B}" dt="2026-08-12T08:02:24.115" v="1257" actId="20577"/>
          <ac:spMkLst>
            <pc:docMk/>
            <pc:sldMk cId="682660429" sldId="343"/>
            <ac:spMk id="28" creationId="{0C4EF74D-35EE-9C06-0C4C-FC9A164C6624}"/>
          </ac:spMkLst>
        </pc:spChg>
        <pc:spChg chg="mod">
          <ac:chgData name="Darshan Rathod" userId="7acf574e-9776-4813-9697-768c3f527cee" providerId="ADAL" clId="{CFD18792-CF5F-4F62-B8E7-A1B9A85AF57B}" dt="2026-08-12T13:16:45.410" v="3429" actId="255"/>
          <ac:spMkLst>
            <pc:docMk/>
            <pc:sldMk cId="682660429" sldId="343"/>
            <ac:spMk id="32" creationId="{292F84AA-ADF9-A23C-8745-DAC7F22F9817}"/>
          </ac:spMkLst>
        </pc:spChg>
        <pc:spChg chg="mod">
          <ac:chgData name="Darshan Rathod" userId="7acf574e-9776-4813-9697-768c3f527cee" providerId="ADAL" clId="{CFD18792-CF5F-4F62-B8E7-A1B9A85AF57B}" dt="2026-08-12T13:16:45.410" v="3429" actId="255"/>
          <ac:spMkLst>
            <pc:docMk/>
            <pc:sldMk cId="682660429" sldId="343"/>
            <ac:spMk id="38" creationId="{DF246535-2B81-CDC4-BDB3-0652596043FC}"/>
          </ac:spMkLst>
        </pc:spChg>
        <pc:spChg chg="mod">
          <ac:chgData name="Darshan Rathod" userId="7acf574e-9776-4813-9697-768c3f527cee" providerId="ADAL" clId="{CFD18792-CF5F-4F62-B8E7-A1B9A85AF57B}" dt="2026-08-12T13:16:45.410" v="3429" actId="255"/>
          <ac:spMkLst>
            <pc:docMk/>
            <pc:sldMk cId="682660429" sldId="343"/>
            <ac:spMk id="40" creationId="{21E43396-BC6C-AE47-3C51-69E6C690C384}"/>
          </ac:spMkLst>
        </pc:spChg>
        <pc:spChg chg="mod">
          <ac:chgData name="Darshan Rathod" userId="7acf574e-9776-4813-9697-768c3f527cee" providerId="ADAL" clId="{CFD18792-CF5F-4F62-B8E7-A1B9A85AF57B}" dt="2026-08-12T08:15:40.974" v="1313" actId="20577"/>
          <ac:spMkLst>
            <pc:docMk/>
            <pc:sldMk cId="682660429" sldId="343"/>
            <ac:spMk id="46" creationId="{945D50E1-2240-A3AC-707F-852B7D9A6F25}"/>
          </ac:spMkLst>
        </pc:spChg>
        <pc:spChg chg="mod">
          <ac:chgData name="Darshan Rathod" userId="7acf574e-9776-4813-9697-768c3f527cee" providerId="ADAL" clId="{CFD18792-CF5F-4F62-B8E7-A1B9A85AF57B}" dt="2026-08-12T13:16:45.410" v="3429" actId="255"/>
          <ac:spMkLst>
            <pc:docMk/>
            <pc:sldMk cId="682660429" sldId="343"/>
            <ac:spMk id="50" creationId="{2421EEC8-7816-B264-AC7B-A69CD90CDD8E}"/>
          </ac:spMkLst>
        </pc:spChg>
        <pc:spChg chg="mod">
          <ac:chgData name="Darshan Rathod" userId="7acf574e-9776-4813-9697-768c3f527cee" providerId="ADAL" clId="{CFD18792-CF5F-4F62-B8E7-A1B9A85AF57B}" dt="2026-08-11T07:59:02.873" v="2" actId="1076"/>
          <ac:spMkLst>
            <pc:docMk/>
            <pc:sldMk cId="682660429" sldId="343"/>
            <ac:spMk id="52" creationId="{6CD53B74-7939-9265-53A1-0E7037D243D4}"/>
          </ac:spMkLst>
        </pc:spChg>
        <pc:spChg chg="mod">
          <ac:chgData name="Darshan Rathod" userId="7acf574e-9776-4813-9697-768c3f527cee" providerId="ADAL" clId="{CFD18792-CF5F-4F62-B8E7-A1B9A85AF57B}" dt="2026-08-12T13:17:08.232" v="3431" actId="14100"/>
          <ac:spMkLst>
            <pc:docMk/>
            <pc:sldMk cId="682660429" sldId="343"/>
            <ac:spMk id="60" creationId="{19A32C84-A7A6-E6B0-CC6D-78A442FA8549}"/>
          </ac:spMkLst>
        </pc:spChg>
        <pc:spChg chg="mod">
          <ac:chgData name="Darshan Rathod" userId="7acf574e-9776-4813-9697-768c3f527cee" providerId="ADAL" clId="{CFD18792-CF5F-4F62-B8E7-A1B9A85AF57B}" dt="2026-08-11T13:00:06.354" v="371" actId="255"/>
          <ac:spMkLst>
            <pc:docMk/>
            <pc:sldMk cId="682660429" sldId="343"/>
            <ac:spMk id="64" creationId="{815D8526-6072-B6B4-C540-A67B122326A8}"/>
          </ac:spMkLst>
        </pc:spChg>
        <pc:spChg chg="mod">
          <ac:chgData name="Darshan Rathod" userId="7acf574e-9776-4813-9697-768c3f527cee" providerId="ADAL" clId="{CFD18792-CF5F-4F62-B8E7-A1B9A85AF57B}" dt="2026-08-12T13:17:15.777" v="3432" actId="1076"/>
          <ac:spMkLst>
            <pc:docMk/>
            <pc:sldMk cId="682660429" sldId="343"/>
            <ac:spMk id="66" creationId="{0F9BFAC1-E286-4F54-8C40-CC432C3E0B40}"/>
          </ac:spMkLst>
        </pc:spChg>
        <pc:spChg chg="mod">
          <ac:chgData name="Darshan Rathod" userId="7acf574e-9776-4813-9697-768c3f527cee" providerId="ADAL" clId="{CFD18792-CF5F-4F62-B8E7-A1B9A85AF57B}" dt="2026-08-12T13:16:45.410" v="3429" actId="255"/>
          <ac:spMkLst>
            <pc:docMk/>
            <pc:sldMk cId="682660429" sldId="343"/>
            <ac:spMk id="72" creationId="{FC9979D7-3CBF-2F3B-33CF-F4DCEB551DC2}"/>
          </ac:spMkLst>
        </pc:spChg>
        <pc:spChg chg="mod">
          <ac:chgData name="Darshan Rathod" userId="7acf574e-9776-4813-9697-768c3f527cee" providerId="ADAL" clId="{CFD18792-CF5F-4F62-B8E7-A1B9A85AF57B}" dt="2026-08-12T13:16:45.410" v="3429" actId="255"/>
          <ac:spMkLst>
            <pc:docMk/>
            <pc:sldMk cId="682660429" sldId="343"/>
            <ac:spMk id="74" creationId="{91327FC0-F90E-55F9-837E-EDA15C3AE6D0}"/>
          </ac:spMkLst>
        </pc:spChg>
        <pc:spChg chg="mod">
          <ac:chgData name="Darshan Rathod" userId="7acf574e-9776-4813-9697-768c3f527cee" providerId="ADAL" clId="{CFD18792-CF5F-4F62-B8E7-A1B9A85AF57B}" dt="2026-08-12T13:16:45.410" v="3429" actId="255"/>
          <ac:spMkLst>
            <pc:docMk/>
            <pc:sldMk cId="682660429" sldId="343"/>
            <ac:spMk id="76" creationId="{5467688A-72A1-4F99-0C48-D44FE8388443}"/>
          </ac:spMkLst>
        </pc:spChg>
        <pc:spChg chg="mod">
          <ac:chgData name="Darshan Rathod" userId="7acf574e-9776-4813-9697-768c3f527cee" providerId="ADAL" clId="{CFD18792-CF5F-4F62-B8E7-A1B9A85AF57B}" dt="2026-08-12T06:20:57.496" v="656" actId="20577"/>
          <ac:spMkLst>
            <pc:docMk/>
            <pc:sldMk cId="682660429" sldId="343"/>
            <ac:spMk id="78" creationId="{4222499F-7EF0-5B92-B2E2-3B6D146E52A6}"/>
          </ac:spMkLst>
        </pc:spChg>
      </pc:sldChg>
      <pc:sldChg chg="addSp delSp modSp mod">
        <pc:chgData name="Darshan Rathod" userId="7acf574e-9776-4813-9697-768c3f527cee" providerId="ADAL" clId="{CFD18792-CF5F-4F62-B8E7-A1B9A85AF57B}" dt="2026-08-12T13:12:51.078" v="3417" actId="20577"/>
        <pc:sldMkLst>
          <pc:docMk/>
          <pc:sldMk cId="414759490" sldId="347"/>
        </pc:sldMkLst>
        <pc:spChg chg="add mod">
          <ac:chgData name="Darshan Rathod" userId="7acf574e-9776-4813-9697-768c3f527cee" providerId="ADAL" clId="{CFD18792-CF5F-4F62-B8E7-A1B9A85AF57B}" dt="2026-08-12T09:54:07.424" v="2100" actId="1076"/>
          <ac:spMkLst>
            <pc:docMk/>
            <pc:sldMk cId="414759490" sldId="347"/>
            <ac:spMk id="11" creationId="{909EE266-4FF8-DBFD-A076-6B56443C838C}"/>
          </ac:spMkLst>
        </pc:spChg>
        <pc:spChg chg="add mod">
          <ac:chgData name="Darshan Rathod" userId="7acf574e-9776-4813-9697-768c3f527cee" providerId="ADAL" clId="{CFD18792-CF5F-4F62-B8E7-A1B9A85AF57B}" dt="2026-08-12T09:54:07.424" v="2100" actId="1076"/>
          <ac:spMkLst>
            <pc:docMk/>
            <pc:sldMk cId="414759490" sldId="347"/>
            <ac:spMk id="14" creationId="{45777F3F-6BAA-441C-79E2-525BE25AA342}"/>
          </ac:spMkLst>
        </pc:spChg>
        <pc:spChg chg="add mod">
          <ac:chgData name="Darshan Rathod" userId="7acf574e-9776-4813-9697-768c3f527cee" providerId="ADAL" clId="{CFD18792-CF5F-4F62-B8E7-A1B9A85AF57B}" dt="2026-08-12T09:54:07.424" v="2100" actId="1076"/>
          <ac:spMkLst>
            <pc:docMk/>
            <pc:sldMk cId="414759490" sldId="347"/>
            <ac:spMk id="18" creationId="{6FF597AC-6B18-95C7-991E-AB2ED8B0879A}"/>
          </ac:spMkLst>
        </pc:spChg>
        <pc:spChg chg="add mod">
          <ac:chgData name="Darshan Rathod" userId="7acf574e-9776-4813-9697-768c3f527cee" providerId="ADAL" clId="{CFD18792-CF5F-4F62-B8E7-A1B9A85AF57B}" dt="2026-08-12T09:54:07.424" v="2100" actId="1076"/>
          <ac:spMkLst>
            <pc:docMk/>
            <pc:sldMk cId="414759490" sldId="347"/>
            <ac:spMk id="22" creationId="{EF278FFB-0F0A-71B4-446A-3EC79DF38AB8}"/>
          </ac:spMkLst>
        </pc:spChg>
        <pc:spChg chg="add mod">
          <ac:chgData name="Darshan Rathod" userId="7acf574e-9776-4813-9697-768c3f527cee" providerId="ADAL" clId="{CFD18792-CF5F-4F62-B8E7-A1B9A85AF57B}" dt="2026-08-12T09:54:07.424" v="2100" actId="1076"/>
          <ac:spMkLst>
            <pc:docMk/>
            <pc:sldMk cId="414759490" sldId="347"/>
            <ac:spMk id="26" creationId="{FF8272A0-0A99-1061-C006-7D7C59377EB5}"/>
          </ac:spMkLst>
        </pc:spChg>
        <pc:spChg chg="add mod">
          <ac:chgData name="Darshan Rathod" userId="7acf574e-9776-4813-9697-768c3f527cee" providerId="ADAL" clId="{CFD18792-CF5F-4F62-B8E7-A1B9A85AF57B}" dt="2026-08-12T09:54:07.424" v="2100" actId="1076"/>
          <ac:spMkLst>
            <pc:docMk/>
            <pc:sldMk cId="414759490" sldId="347"/>
            <ac:spMk id="30" creationId="{BE2551D2-42F8-7EF9-8C30-A13B581DCE67}"/>
          </ac:spMkLst>
        </pc:spChg>
        <pc:spChg chg="add mod">
          <ac:chgData name="Darshan Rathod" userId="7acf574e-9776-4813-9697-768c3f527cee" providerId="ADAL" clId="{CFD18792-CF5F-4F62-B8E7-A1B9A85AF57B}" dt="2026-08-12T09:54:07.424" v="2100" actId="1076"/>
          <ac:spMkLst>
            <pc:docMk/>
            <pc:sldMk cId="414759490" sldId="347"/>
            <ac:spMk id="34" creationId="{8CD30373-6D2C-754E-0047-D05D13BEDF03}"/>
          </ac:spMkLst>
        </pc:spChg>
        <pc:spChg chg="add mod">
          <ac:chgData name="Darshan Rathod" userId="7acf574e-9776-4813-9697-768c3f527cee" providerId="ADAL" clId="{CFD18792-CF5F-4F62-B8E7-A1B9A85AF57B}" dt="2026-08-12T09:54:07.424" v="2100" actId="1076"/>
          <ac:spMkLst>
            <pc:docMk/>
            <pc:sldMk cId="414759490" sldId="347"/>
            <ac:spMk id="38" creationId="{E6971978-5202-BABD-4870-E4F3732FA5E6}"/>
          </ac:spMkLst>
        </pc:spChg>
        <pc:spChg chg="add">
          <ac:chgData name="Darshan Rathod" userId="7acf574e-9776-4813-9697-768c3f527cee" providerId="ADAL" clId="{CFD18792-CF5F-4F62-B8E7-A1B9A85AF57B}" dt="2026-08-12T08:08:25.473" v="1286" actId="22"/>
          <ac:spMkLst>
            <pc:docMk/>
            <pc:sldMk cId="414759490" sldId="347"/>
            <ac:spMk id="42" creationId="{6682E9A9-61BF-5E48-660C-18FB2488B347}"/>
          </ac:spMkLst>
        </pc:spChg>
        <pc:spChg chg="add">
          <ac:chgData name="Darshan Rathod" userId="7acf574e-9776-4813-9697-768c3f527cee" providerId="ADAL" clId="{CFD18792-CF5F-4F62-B8E7-A1B9A85AF57B}" dt="2026-08-12T08:08:25.473" v="1286" actId="22"/>
          <ac:spMkLst>
            <pc:docMk/>
            <pc:sldMk cId="414759490" sldId="347"/>
            <ac:spMk id="45" creationId="{839FB196-5BE7-A43E-4BE2-41FF0E153984}"/>
          </ac:spMkLst>
        </pc:spChg>
        <pc:spChg chg="add mod">
          <ac:chgData name="Darshan Rathod" userId="7acf574e-9776-4813-9697-768c3f527cee" providerId="ADAL" clId="{CFD18792-CF5F-4F62-B8E7-A1B9A85AF57B}" dt="2026-08-12T09:54:07.424" v="2100" actId="1076"/>
          <ac:spMkLst>
            <pc:docMk/>
            <pc:sldMk cId="414759490" sldId="347"/>
            <ac:spMk id="47" creationId="{9B1D2BCB-4472-270A-5551-5E1BACB2476A}"/>
          </ac:spMkLst>
        </pc:spChg>
        <pc:spChg chg="add mod">
          <ac:chgData name="Darshan Rathod" userId="7acf574e-9776-4813-9697-768c3f527cee" providerId="ADAL" clId="{CFD18792-CF5F-4F62-B8E7-A1B9A85AF57B}" dt="2026-08-12T09:54:07.424" v="2100" actId="1076"/>
          <ac:spMkLst>
            <pc:docMk/>
            <pc:sldMk cId="414759490" sldId="347"/>
            <ac:spMk id="49" creationId="{1C9C78AF-419E-98B5-4408-1F6AD8C32734}"/>
          </ac:spMkLst>
        </pc:spChg>
        <pc:graphicFrameChg chg="mod modGraphic">
          <ac:chgData name="Darshan Rathod" userId="7acf574e-9776-4813-9697-768c3f527cee" providerId="ADAL" clId="{CFD18792-CF5F-4F62-B8E7-A1B9A85AF57B}" dt="2026-08-12T13:12:51.078" v="3417" actId="20577"/>
          <ac:graphicFrameMkLst>
            <pc:docMk/>
            <pc:sldMk cId="414759490" sldId="347"/>
            <ac:graphicFrameMk id="4" creationId="{EFA9617D-0DF8-E3E6-D5DF-DACF3F36240D}"/>
          </ac:graphicFrameMkLst>
        </pc:graphicFrameChg>
      </pc:sldChg>
      <pc:sldChg chg="addSp delSp modSp mod ord">
        <pc:chgData name="Darshan Rathod" userId="7acf574e-9776-4813-9697-768c3f527cee" providerId="ADAL" clId="{CFD18792-CF5F-4F62-B8E7-A1B9A85AF57B}" dt="2026-08-12T09:54:23.084" v="2102" actId="1076"/>
        <pc:sldMkLst>
          <pc:docMk/>
          <pc:sldMk cId="1071264297" sldId="348"/>
        </pc:sldMkLst>
        <pc:spChg chg="add mod">
          <ac:chgData name="Darshan Rathod" userId="7acf574e-9776-4813-9697-768c3f527cee" providerId="ADAL" clId="{CFD18792-CF5F-4F62-B8E7-A1B9A85AF57B}" dt="2026-08-12T09:54:23.084" v="2102" actId="1076"/>
          <ac:spMkLst>
            <pc:docMk/>
            <pc:sldMk cId="1071264297" sldId="348"/>
            <ac:spMk id="6" creationId="{FD7ED2DE-3F00-E1D4-C2D8-CE750A391E31}"/>
          </ac:spMkLst>
        </pc:spChg>
        <pc:spChg chg="add mod">
          <ac:chgData name="Darshan Rathod" userId="7acf574e-9776-4813-9697-768c3f527cee" providerId="ADAL" clId="{CFD18792-CF5F-4F62-B8E7-A1B9A85AF57B}" dt="2026-08-12T09:54:23.084" v="2102" actId="1076"/>
          <ac:spMkLst>
            <pc:docMk/>
            <pc:sldMk cId="1071264297" sldId="348"/>
            <ac:spMk id="8" creationId="{50A6952C-472F-A818-24AD-08883AFE9BD9}"/>
          </ac:spMkLst>
        </pc:spChg>
        <pc:spChg chg="add mod">
          <ac:chgData name="Darshan Rathod" userId="7acf574e-9776-4813-9697-768c3f527cee" providerId="ADAL" clId="{CFD18792-CF5F-4F62-B8E7-A1B9A85AF57B}" dt="2026-08-12T09:54:23.084" v="2102" actId="1076"/>
          <ac:spMkLst>
            <pc:docMk/>
            <pc:sldMk cId="1071264297" sldId="348"/>
            <ac:spMk id="10" creationId="{4A4F1A65-BEFB-AB20-2CC4-FCAB150BDCFD}"/>
          </ac:spMkLst>
        </pc:spChg>
        <pc:spChg chg="add mod">
          <ac:chgData name="Darshan Rathod" userId="7acf574e-9776-4813-9697-768c3f527cee" providerId="ADAL" clId="{CFD18792-CF5F-4F62-B8E7-A1B9A85AF57B}" dt="2026-08-12T09:54:23.084" v="2102" actId="1076"/>
          <ac:spMkLst>
            <pc:docMk/>
            <pc:sldMk cId="1071264297" sldId="348"/>
            <ac:spMk id="16" creationId="{D5A14A43-7F9F-8448-CDEE-CB2128F369DC}"/>
          </ac:spMkLst>
        </pc:spChg>
        <pc:spChg chg="add mod">
          <ac:chgData name="Darshan Rathod" userId="7acf574e-9776-4813-9697-768c3f527cee" providerId="ADAL" clId="{CFD18792-CF5F-4F62-B8E7-A1B9A85AF57B}" dt="2026-08-12T09:54:23.084" v="2102" actId="1076"/>
          <ac:spMkLst>
            <pc:docMk/>
            <pc:sldMk cId="1071264297" sldId="348"/>
            <ac:spMk id="20" creationId="{72DCE0E7-449C-AF20-01D0-3E85906DEE46}"/>
          </ac:spMkLst>
        </pc:spChg>
        <pc:spChg chg="add mod">
          <ac:chgData name="Darshan Rathod" userId="7acf574e-9776-4813-9697-768c3f527cee" providerId="ADAL" clId="{CFD18792-CF5F-4F62-B8E7-A1B9A85AF57B}" dt="2026-08-12T09:54:23.084" v="2102" actId="1076"/>
          <ac:spMkLst>
            <pc:docMk/>
            <pc:sldMk cId="1071264297" sldId="348"/>
            <ac:spMk id="24" creationId="{A169A83F-4155-C006-B192-46CCE78F9716}"/>
          </ac:spMkLst>
        </pc:spChg>
        <pc:spChg chg="add mod">
          <ac:chgData name="Darshan Rathod" userId="7acf574e-9776-4813-9697-768c3f527cee" providerId="ADAL" clId="{CFD18792-CF5F-4F62-B8E7-A1B9A85AF57B}" dt="2026-08-12T09:54:23.084" v="2102" actId="1076"/>
          <ac:spMkLst>
            <pc:docMk/>
            <pc:sldMk cId="1071264297" sldId="348"/>
            <ac:spMk id="32" creationId="{E49DF719-3395-4BCB-928C-0C3A96D3AFB5}"/>
          </ac:spMkLst>
        </pc:spChg>
        <pc:spChg chg="add mod">
          <ac:chgData name="Darshan Rathod" userId="7acf574e-9776-4813-9697-768c3f527cee" providerId="ADAL" clId="{CFD18792-CF5F-4F62-B8E7-A1B9A85AF57B}" dt="2026-08-12T09:54:23.084" v="2102" actId="1076"/>
          <ac:spMkLst>
            <pc:docMk/>
            <pc:sldMk cId="1071264297" sldId="348"/>
            <ac:spMk id="36" creationId="{3B04A10D-A5F5-2081-9981-B1ACEA5769E5}"/>
          </ac:spMkLst>
        </pc:spChg>
        <pc:spChg chg="add mod">
          <ac:chgData name="Darshan Rathod" userId="7acf574e-9776-4813-9697-768c3f527cee" providerId="ADAL" clId="{CFD18792-CF5F-4F62-B8E7-A1B9A85AF57B}" dt="2026-08-12T09:54:23.084" v="2102" actId="1076"/>
          <ac:spMkLst>
            <pc:docMk/>
            <pc:sldMk cId="1071264297" sldId="348"/>
            <ac:spMk id="40" creationId="{A217FFAF-F67D-B956-73BF-0B1BA4D501D2}"/>
          </ac:spMkLst>
        </pc:spChg>
        <pc:spChg chg="add mod">
          <ac:chgData name="Darshan Rathod" userId="7acf574e-9776-4813-9697-768c3f527cee" providerId="ADAL" clId="{CFD18792-CF5F-4F62-B8E7-A1B9A85AF57B}" dt="2026-08-12T09:54:23.084" v="2102" actId="1076"/>
          <ac:spMkLst>
            <pc:docMk/>
            <pc:sldMk cId="1071264297" sldId="348"/>
            <ac:spMk id="44" creationId="{78A91E29-6861-CDC6-9804-DCF799198188}"/>
          </ac:spMkLst>
        </pc:spChg>
        <pc:graphicFrameChg chg="mod modGraphic">
          <ac:chgData name="Darshan Rathod" userId="7acf574e-9776-4813-9697-768c3f527cee" providerId="ADAL" clId="{CFD18792-CF5F-4F62-B8E7-A1B9A85AF57B}" dt="2026-08-12T09:54:14.660" v="2101" actId="14100"/>
          <ac:graphicFrameMkLst>
            <pc:docMk/>
            <pc:sldMk cId="1071264297" sldId="348"/>
            <ac:graphicFrameMk id="4" creationId="{143F2281-2495-4F66-8E4F-F60083574862}"/>
          </ac:graphicFrameMkLst>
        </pc:graphicFrameChg>
      </pc:sldChg>
      <pc:sldChg chg="addSp delSp modSp mod">
        <pc:chgData name="Darshan Rathod" userId="7acf574e-9776-4813-9697-768c3f527cee" providerId="ADAL" clId="{CFD18792-CF5F-4F62-B8E7-A1B9A85AF57B}" dt="2026-08-12T10:53:39.500" v="2504" actId="20577"/>
        <pc:sldMkLst>
          <pc:docMk/>
          <pc:sldMk cId="3639768824" sldId="349"/>
        </pc:sldMkLst>
        <pc:spChg chg="mod">
          <ac:chgData name="Darshan Rathod" userId="7acf574e-9776-4813-9697-768c3f527cee" providerId="ADAL" clId="{CFD18792-CF5F-4F62-B8E7-A1B9A85AF57B}" dt="2026-08-12T10:53:39.500" v="2504" actId="20577"/>
          <ac:spMkLst>
            <pc:docMk/>
            <pc:sldMk cId="3639768824" sldId="349"/>
            <ac:spMk id="5" creationId="{17F1F5D9-B89E-AA18-6144-81D90D5F9B45}"/>
          </ac:spMkLst>
        </pc:spChg>
        <pc:spChg chg="add mod">
          <ac:chgData name="Darshan Rathod" userId="7acf574e-9776-4813-9697-768c3f527cee" providerId="ADAL" clId="{CFD18792-CF5F-4F62-B8E7-A1B9A85AF57B}" dt="2026-08-12T09:54:42.414" v="2104" actId="1076"/>
          <ac:spMkLst>
            <pc:docMk/>
            <pc:sldMk cId="3639768824" sldId="349"/>
            <ac:spMk id="6" creationId="{AFFD2BF9-57BD-404E-74D7-060FFE594745}"/>
          </ac:spMkLst>
        </pc:spChg>
        <pc:spChg chg="add mod">
          <ac:chgData name="Darshan Rathod" userId="7acf574e-9776-4813-9697-768c3f527cee" providerId="ADAL" clId="{CFD18792-CF5F-4F62-B8E7-A1B9A85AF57B}" dt="2026-08-12T09:56:08.290" v="2108" actId="20577"/>
          <ac:spMkLst>
            <pc:docMk/>
            <pc:sldMk cId="3639768824" sldId="349"/>
            <ac:spMk id="8" creationId="{0F5C9C51-19CC-E35D-6C77-25EDBDE9CDB6}"/>
          </ac:spMkLst>
        </pc:spChg>
        <pc:spChg chg="add mod">
          <ac:chgData name="Darshan Rathod" userId="7acf574e-9776-4813-9697-768c3f527cee" providerId="ADAL" clId="{CFD18792-CF5F-4F62-B8E7-A1B9A85AF57B}" dt="2026-08-12T09:54:42.414" v="2104" actId="1076"/>
          <ac:spMkLst>
            <pc:docMk/>
            <pc:sldMk cId="3639768824" sldId="349"/>
            <ac:spMk id="12" creationId="{6E11AEE3-BDCD-B2B7-CA07-9B77721D1471}"/>
          </ac:spMkLst>
        </pc:spChg>
        <pc:spChg chg="add mod">
          <ac:chgData name="Darshan Rathod" userId="7acf574e-9776-4813-9697-768c3f527cee" providerId="ADAL" clId="{CFD18792-CF5F-4F62-B8E7-A1B9A85AF57B}" dt="2026-08-12T09:54:42.414" v="2104" actId="1076"/>
          <ac:spMkLst>
            <pc:docMk/>
            <pc:sldMk cId="3639768824" sldId="349"/>
            <ac:spMk id="20" creationId="{C8F101FF-D08A-685F-E024-D1A6DDACBD68}"/>
          </ac:spMkLst>
        </pc:spChg>
        <pc:spChg chg="add mod">
          <ac:chgData name="Darshan Rathod" userId="7acf574e-9776-4813-9697-768c3f527cee" providerId="ADAL" clId="{CFD18792-CF5F-4F62-B8E7-A1B9A85AF57B}" dt="2026-08-12T09:54:42.414" v="2104" actId="1076"/>
          <ac:spMkLst>
            <pc:docMk/>
            <pc:sldMk cId="3639768824" sldId="349"/>
            <ac:spMk id="24" creationId="{957B3A92-D7D4-2607-121E-537591EE3E05}"/>
          </ac:spMkLst>
        </pc:spChg>
        <pc:spChg chg="add mod">
          <ac:chgData name="Darshan Rathod" userId="7acf574e-9776-4813-9697-768c3f527cee" providerId="ADAL" clId="{CFD18792-CF5F-4F62-B8E7-A1B9A85AF57B}" dt="2026-08-12T09:54:42.414" v="2104" actId="1076"/>
          <ac:spMkLst>
            <pc:docMk/>
            <pc:sldMk cId="3639768824" sldId="349"/>
            <ac:spMk id="28" creationId="{0B91236B-0AA4-37E2-8BEC-1065280D3DFB}"/>
          </ac:spMkLst>
        </pc:spChg>
        <pc:spChg chg="add mod">
          <ac:chgData name="Darshan Rathod" userId="7acf574e-9776-4813-9697-768c3f527cee" providerId="ADAL" clId="{CFD18792-CF5F-4F62-B8E7-A1B9A85AF57B}" dt="2026-08-12T09:54:42.414" v="2104" actId="1076"/>
          <ac:spMkLst>
            <pc:docMk/>
            <pc:sldMk cId="3639768824" sldId="349"/>
            <ac:spMk id="32" creationId="{C353218C-7FBC-3232-4E78-8062EAACBD0E}"/>
          </ac:spMkLst>
        </pc:spChg>
        <pc:spChg chg="add mod">
          <ac:chgData name="Darshan Rathod" userId="7acf574e-9776-4813-9697-768c3f527cee" providerId="ADAL" clId="{CFD18792-CF5F-4F62-B8E7-A1B9A85AF57B}" dt="2026-08-12T09:54:42.414" v="2104" actId="1076"/>
          <ac:spMkLst>
            <pc:docMk/>
            <pc:sldMk cId="3639768824" sldId="349"/>
            <ac:spMk id="36" creationId="{BDF30752-D392-A1F6-D784-802793554AD0}"/>
          </ac:spMkLst>
        </pc:spChg>
        <pc:spChg chg="add mod">
          <ac:chgData name="Darshan Rathod" userId="7acf574e-9776-4813-9697-768c3f527cee" providerId="ADAL" clId="{CFD18792-CF5F-4F62-B8E7-A1B9A85AF57B}" dt="2026-08-12T09:54:42.414" v="2104" actId="1076"/>
          <ac:spMkLst>
            <pc:docMk/>
            <pc:sldMk cId="3639768824" sldId="349"/>
            <ac:spMk id="40" creationId="{36CB1B01-A74C-F86A-476D-DAA5BE1AC91E}"/>
          </ac:spMkLst>
        </pc:spChg>
        <pc:spChg chg="add mod">
          <ac:chgData name="Darshan Rathod" userId="7acf574e-9776-4813-9697-768c3f527cee" providerId="ADAL" clId="{CFD18792-CF5F-4F62-B8E7-A1B9A85AF57B}" dt="2026-08-12T09:54:42.414" v="2104" actId="1076"/>
          <ac:spMkLst>
            <pc:docMk/>
            <pc:sldMk cId="3639768824" sldId="349"/>
            <ac:spMk id="44" creationId="{EF745083-F902-52E3-769D-4591BD6A6255}"/>
          </ac:spMkLst>
        </pc:spChg>
        <pc:graphicFrameChg chg="mod modGraphic">
          <ac:chgData name="Darshan Rathod" userId="7acf574e-9776-4813-9697-768c3f527cee" providerId="ADAL" clId="{CFD18792-CF5F-4F62-B8E7-A1B9A85AF57B}" dt="2026-08-12T09:54:34.091" v="2103" actId="14100"/>
          <ac:graphicFrameMkLst>
            <pc:docMk/>
            <pc:sldMk cId="3639768824" sldId="349"/>
            <ac:graphicFrameMk id="4" creationId="{180E4F2E-4711-0EE2-C8AF-35185FA22A81}"/>
          </ac:graphicFrameMkLst>
        </pc:graphicFrameChg>
      </pc:sldChg>
      <pc:sldChg chg="addSp delSp modSp mod">
        <pc:chgData name="Darshan Rathod" userId="7acf574e-9776-4813-9697-768c3f527cee" providerId="ADAL" clId="{CFD18792-CF5F-4F62-B8E7-A1B9A85AF57B}" dt="2026-08-13T05:33:39.318" v="3728" actId="20577"/>
        <pc:sldMkLst>
          <pc:docMk/>
          <pc:sldMk cId="3206023606" sldId="351"/>
        </pc:sldMkLst>
        <pc:spChg chg="mod">
          <ac:chgData name="Darshan Rathod" userId="7acf574e-9776-4813-9697-768c3f527cee" providerId="ADAL" clId="{CFD18792-CF5F-4F62-B8E7-A1B9A85AF57B}" dt="2026-08-12T07:00:55.559" v="742" actId="1076"/>
          <ac:spMkLst>
            <pc:docMk/>
            <pc:sldMk cId="3206023606" sldId="351"/>
            <ac:spMk id="88" creationId="{CDE0EC69-DB71-A98C-BE57-47B756D847B4}"/>
          </ac:spMkLst>
        </pc:spChg>
        <pc:spChg chg="mod">
          <ac:chgData name="Darshan Rathod" userId="7acf574e-9776-4813-9697-768c3f527cee" providerId="ADAL" clId="{CFD18792-CF5F-4F62-B8E7-A1B9A85AF57B}" dt="2026-08-12T07:42:36.115" v="1135" actId="13926"/>
          <ac:spMkLst>
            <pc:docMk/>
            <pc:sldMk cId="3206023606" sldId="351"/>
            <ac:spMk id="92" creationId="{475B4AE4-8D2E-17F1-F041-3FB9A5A4F776}"/>
          </ac:spMkLst>
        </pc:spChg>
        <pc:spChg chg="mod">
          <ac:chgData name="Darshan Rathod" userId="7acf574e-9776-4813-9697-768c3f527cee" providerId="ADAL" clId="{CFD18792-CF5F-4F62-B8E7-A1B9A85AF57B}" dt="2026-08-12T07:01:13.081" v="745" actId="14100"/>
          <ac:spMkLst>
            <pc:docMk/>
            <pc:sldMk cId="3206023606" sldId="351"/>
            <ac:spMk id="96" creationId="{B9942B26-1A00-2DA4-3309-C540F2A45948}"/>
          </ac:spMkLst>
        </pc:spChg>
        <pc:spChg chg="add del mod">
          <ac:chgData name="Darshan Rathod" userId="7acf574e-9776-4813-9697-768c3f527cee" providerId="ADAL" clId="{CFD18792-CF5F-4F62-B8E7-A1B9A85AF57B}" dt="2026-08-12T07:01:21.693" v="746" actId="1076"/>
          <ac:spMkLst>
            <pc:docMk/>
            <pc:sldMk cId="3206023606" sldId="351"/>
            <ac:spMk id="98" creationId="{9AE31E19-7D8D-D71E-97FD-03FFD505AB07}"/>
          </ac:spMkLst>
        </pc:spChg>
        <pc:spChg chg="mod">
          <ac:chgData name="Darshan Rathod" userId="7acf574e-9776-4813-9697-768c3f527cee" providerId="ADAL" clId="{CFD18792-CF5F-4F62-B8E7-A1B9A85AF57B}" dt="2026-08-12T07:01:26.446" v="747" actId="1076"/>
          <ac:spMkLst>
            <pc:docMk/>
            <pc:sldMk cId="3206023606" sldId="351"/>
            <ac:spMk id="106" creationId="{5F7AA73F-101D-66D2-B23B-ECF5939785DB}"/>
          </ac:spMkLst>
        </pc:spChg>
        <pc:spChg chg="mod">
          <ac:chgData name="Darshan Rathod" userId="7acf574e-9776-4813-9697-768c3f527cee" providerId="ADAL" clId="{CFD18792-CF5F-4F62-B8E7-A1B9A85AF57B}" dt="2026-08-12T07:01:05.970" v="744" actId="14100"/>
          <ac:spMkLst>
            <pc:docMk/>
            <pc:sldMk cId="3206023606" sldId="351"/>
            <ac:spMk id="112" creationId="{17B92E91-0183-39CC-0B78-C85150DF4D1C}"/>
          </ac:spMkLst>
        </pc:spChg>
        <pc:spChg chg="mod">
          <ac:chgData name="Darshan Rathod" userId="7acf574e-9776-4813-9697-768c3f527cee" providerId="ADAL" clId="{CFD18792-CF5F-4F62-B8E7-A1B9A85AF57B}" dt="2026-08-12T07:01:00.457" v="743" actId="1076"/>
          <ac:spMkLst>
            <pc:docMk/>
            <pc:sldMk cId="3206023606" sldId="351"/>
            <ac:spMk id="114" creationId="{B89386D4-C19A-B286-6FE5-458F796644D0}"/>
          </ac:spMkLst>
        </pc:spChg>
        <pc:spChg chg="mod">
          <ac:chgData name="Darshan Rathod" userId="7acf574e-9776-4813-9697-768c3f527cee" providerId="ADAL" clId="{CFD18792-CF5F-4F62-B8E7-A1B9A85AF57B}" dt="2026-08-12T07:00:46.859" v="740" actId="14100"/>
          <ac:spMkLst>
            <pc:docMk/>
            <pc:sldMk cId="3206023606" sldId="351"/>
            <ac:spMk id="120" creationId="{F725C25C-44F4-F36D-76EA-79A52FD4768A}"/>
          </ac:spMkLst>
        </pc:spChg>
        <pc:spChg chg="mod">
          <ac:chgData name="Darshan Rathod" userId="7acf574e-9776-4813-9697-768c3f527cee" providerId="ADAL" clId="{CFD18792-CF5F-4F62-B8E7-A1B9A85AF57B}" dt="2026-08-12T07:00:41.290" v="739" actId="1076"/>
          <ac:spMkLst>
            <pc:docMk/>
            <pc:sldMk cId="3206023606" sldId="351"/>
            <ac:spMk id="122" creationId="{D1EE1395-DBF6-34CC-D75C-58335BC044DB}"/>
          </ac:spMkLst>
        </pc:spChg>
        <pc:spChg chg="mod">
          <ac:chgData name="Darshan Rathod" userId="7acf574e-9776-4813-9697-768c3f527cee" providerId="ADAL" clId="{CFD18792-CF5F-4F62-B8E7-A1B9A85AF57B}" dt="2026-08-12T07:00:24.009" v="737" actId="20577"/>
          <ac:spMkLst>
            <pc:docMk/>
            <pc:sldMk cId="3206023606" sldId="351"/>
            <ac:spMk id="130" creationId="{031C91FA-7B81-3477-1A75-20D0157EBEDB}"/>
          </ac:spMkLst>
        </pc:spChg>
        <pc:spChg chg="mod">
          <ac:chgData name="Darshan Rathod" userId="7acf574e-9776-4813-9697-768c3f527cee" providerId="ADAL" clId="{CFD18792-CF5F-4F62-B8E7-A1B9A85AF57B}" dt="2026-08-12T13:20:00.772" v="3450" actId="255"/>
          <ac:spMkLst>
            <pc:docMk/>
            <pc:sldMk cId="3206023606" sldId="351"/>
            <ac:spMk id="134" creationId="{E8F3B977-A7EF-2BCD-EA58-3CA88D19693D}"/>
          </ac:spMkLst>
        </pc:spChg>
        <pc:spChg chg="mod">
          <ac:chgData name="Darshan Rathod" userId="7acf574e-9776-4813-9697-768c3f527cee" providerId="ADAL" clId="{CFD18792-CF5F-4F62-B8E7-A1B9A85AF57B}" dt="2026-08-12T13:20:18.189" v="3451" actId="255"/>
          <ac:spMkLst>
            <pc:docMk/>
            <pc:sldMk cId="3206023606" sldId="351"/>
            <ac:spMk id="140" creationId="{FB67AB33-E341-444D-7259-84A0DD195513}"/>
          </ac:spMkLst>
        </pc:spChg>
        <pc:spChg chg="mod">
          <ac:chgData name="Darshan Rathod" userId="7acf574e-9776-4813-9697-768c3f527cee" providerId="ADAL" clId="{CFD18792-CF5F-4F62-B8E7-A1B9A85AF57B}" dt="2026-08-12T07:08:36.358" v="988" actId="20577"/>
          <ac:spMkLst>
            <pc:docMk/>
            <pc:sldMk cId="3206023606" sldId="351"/>
            <ac:spMk id="142" creationId="{A0363977-75F0-F19F-9BEF-EF9E72850EE0}"/>
          </ac:spMkLst>
        </pc:spChg>
        <pc:spChg chg="mod">
          <ac:chgData name="Darshan Rathod" userId="7acf574e-9776-4813-9697-768c3f527cee" providerId="ADAL" clId="{CFD18792-CF5F-4F62-B8E7-A1B9A85AF57B}" dt="2026-08-12T07:08:43.580" v="996" actId="20577"/>
          <ac:spMkLst>
            <pc:docMk/>
            <pc:sldMk cId="3206023606" sldId="351"/>
            <ac:spMk id="148" creationId="{EB6DCC31-7ACC-6542-CDB6-2A86029804EC}"/>
          </ac:spMkLst>
        </pc:spChg>
        <pc:spChg chg="mod">
          <ac:chgData name="Darshan Rathod" userId="7acf574e-9776-4813-9697-768c3f527cee" providerId="ADAL" clId="{CFD18792-CF5F-4F62-B8E7-A1B9A85AF57B}" dt="2026-08-12T07:08:56.848" v="1007" actId="20577"/>
          <ac:spMkLst>
            <pc:docMk/>
            <pc:sldMk cId="3206023606" sldId="351"/>
            <ac:spMk id="150" creationId="{0BE4627F-FE77-5574-EF61-A23F2B72489D}"/>
          </ac:spMkLst>
        </pc:spChg>
        <pc:spChg chg="mod">
          <ac:chgData name="Darshan Rathod" userId="7acf574e-9776-4813-9697-768c3f527cee" providerId="ADAL" clId="{CFD18792-CF5F-4F62-B8E7-A1B9A85AF57B}" dt="2026-08-12T07:09:07.794" v="1015" actId="20577"/>
          <ac:spMkLst>
            <pc:docMk/>
            <pc:sldMk cId="3206023606" sldId="351"/>
            <ac:spMk id="156" creationId="{4A205925-F51E-12B6-857B-8C612E19CDC6}"/>
          </ac:spMkLst>
        </pc:spChg>
        <pc:spChg chg="mod">
          <ac:chgData name="Darshan Rathod" userId="7acf574e-9776-4813-9697-768c3f527cee" providerId="ADAL" clId="{CFD18792-CF5F-4F62-B8E7-A1B9A85AF57B}" dt="2026-08-12T07:04:05.361" v="828" actId="20577"/>
          <ac:spMkLst>
            <pc:docMk/>
            <pc:sldMk cId="3206023606" sldId="351"/>
            <ac:spMk id="164" creationId="{9178C37E-5E9C-270C-245B-066600308893}"/>
          </ac:spMkLst>
        </pc:spChg>
        <pc:spChg chg="mod">
          <ac:chgData name="Darshan Rathod" userId="7acf574e-9776-4813-9697-768c3f527cee" providerId="ADAL" clId="{CFD18792-CF5F-4F62-B8E7-A1B9A85AF57B}" dt="2026-08-12T07:06:46.396" v="907" actId="14100"/>
          <ac:spMkLst>
            <pc:docMk/>
            <pc:sldMk cId="3206023606" sldId="351"/>
            <ac:spMk id="170" creationId="{A511C90D-137E-6F1E-DB16-151C24913C68}"/>
          </ac:spMkLst>
        </pc:spChg>
        <pc:spChg chg="mod">
          <ac:chgData name="Darshan Rathod" userId="7acf574e-9776-4813-9697-768c3f527cee" providerId="ADAL" clId="{CFD18792-CF5F-4F62-B8E7-A1B9A85AF57B}" dt="2026-08-12T07:04:35.720" v="841" actId="20577"/>
          <ac:spMkLst>
            <pc:docMk/>
            <pc:sldMk cId="3206023606" sldId="351"/>
            <ac:spMk id="172" creationId="{FAAD156F-16AC-4DB3-D76A-9F6AE8F641EB}"/>
          </ac:spMkLst>
        </pc:spChg>
        <pc:spChg chg="mod">
          <ac:chgData name="Darshan Rathod" userId="7acf574e-9776-4813-9697-768c3f527cee" providerId="ADAL" clId="{CFD18792-CF5F-4F62-B8E7-A1B9A85AF57B}" dt="2026-08-12T07:06:40.220" v="906" actId="14100"/>
          <ac:spMkLst>
            <pc:docMk/>
            <pc:sldMk cId="3206023606" sldId="351"/>
            <ac:spMk id="178" creationId="{C39A07AC-FE3D-C476-56D8-959E3889CE37}"/>
          </ac:spMkLst>
        </pc:spChg>
        <pc:spChg chg="mod">
          <ac:chgData name="Darshan Rathod" userId="7acf574e-9776-4813-9697-768c3f527cee" providerId="ADAL" clId="{CFD18792-CF5F-4F62-B8E7-A1B9A85AF57B}" dt="2026-08-12T07:04:53.163" v="849" actId="20577"/>
          <ac:spMkLst>
            <pc:docMk/>
            <pc:sldMk cId="3206023606" sldId="351"/>
            <ac:spMk id="180" creationId="{02EBF629-F459-B4EF-2DB4-F4EFD4642109}"/>
          </ac:spMkLst>
        </pc:spChg>
        <pc:spChg chg="mod">
          <ac:chgData name="Darshan Rathod" userId="7acf574e-9776-4813-9697-768c3f527cee" providerId="ADAL" clId="{CFD18792-CF5F-4F62-B8E7-A1B9A85AF57B}" dt="2026-08-12T07:06:00.246" v="887" actId="20577"/>
          <ac:spMkLst>
            <pc:docMk/>
            <pc:sldMk cId="3206023606" sldId="351"/>
            <ac:spMk id="182" creationId="{547DA594-4370-9770-FE9F-C915B9D6F7AE}"/>
          </ac:spMkLst>
        </pc:spChg>
        <pc:spChg chg="mod">
          <ac:chgData name="Darshan Rathod" userId="7acf574e-9776-4813-9697-768c3f527cee" providerId="ADAL" clId="{CFD18792-CF5F-4F62-B8E7-A1B9A85AF57B}" dt="2026-08-12T07:06:35.278" v="905" actId="14100"/>
          <ac:spMkLst>
            <pc:docMk/>
            <pc:sldMk cId="3206023606" sldId="351"/>
            <ac:spMk id="186" creationId="{EE0E26FB-739C-DA06-2C52-DAAF138B2E80}"/>
          </ac:spMkLst>
        </pc:spChg>
        <pc:spChg chg="mod">
          <ac:chgData name="Darshan Rathod" userId="7acf574e-9776-4813-9697-768c3f527cee" providerId="ADAL" clId="{CFD18792-CF5F-4F62-B8E7-A1B9A85AF57B}" dt="2026-08-12T07:05:21.182" v="853" actId="20577"/>
          <ac:spMkLst>
            <pc:docMk/>
            <pc:sldMk cId="3206023606" sldId="351"/>
            <ac:spMk id="188" creationId="{EED9498A-F072-11FE-6C6C-01A5DF8BC0FB}"/>
          </ac:spMkLst>
        </pc:spChg>
        <pc:spChg chg="mod">
          <ac:chgData name="Darshan Rathod" userId="7acf574e-9776-4813-9697-768c3f527cee" providerId="ADAL" clId="{CFD18792-CF5F-4F62-B8E7-A1B9A85AF57B}" dt="2026-08-12T07:06:21.225" v="904" actId="20577"/>
          <ac:spMkLst>
            <pc:docMk/>
            <pc:sldMk cId="3206023606" sldId="351"/>
            <ac:spMk id="192" creationId="{3AAA0524-6FB8-65B8-A4F7-67A60BB36E15}"/>
          </ac:spMkLst>
        </pc:spChg>
        <pc:spChg chg="mod">
          <ac:chgData name="Darshan Rathod" userId="7acf574e-9776-4813-9697-768c3f527cee" providerId="ADAL" clId="{CFD18792-CF5F-4F62-B8E7-A1B9A85AF57B}" dt="2026-08-12T13:41:11.424" v="3619" actId="1037"/>
          <ac:spMkLst>
            <pc:docMk/>
            <pc:sldMk cId="3206023606" sldId="351"/>
            <ac:spMk id="194" creationId="{5BEEF40E-6422-2858-0FF0-59A1A9298F76}"/>
          </ac:spMkLst>
        </pc:spChg>
        <pc:spChg chg="mod">
          <ac:chgData name="Darshan Rathod" userId="7acf574e-9776-4813-9697-768c3f527cee" providerId="ADAL" clId="{CFD18792-CF5F-4F62-B8E7-A1B9A85AF57B}" dt="2026-08-12T13:15:31.016" v="3425" actId="1076"/>
          <ac:spMkLst>
            <pc:docMk/>
            <pc:sldMk cId="3206023606" sldId="351"/>
            <ac:spMk id="196" creationId="{ADC5EEBB-2253-A9ED-02EA-B0897D545C37}"/>
          </ac:spMkLst>
        </pc:spChg>
        <pc:spChg chg="mod">
          <ac:chgData name="Darshan Rathod" userId="7acf574e-9776-4813-9697-768c3f527cee" providerId="ADAL" clId="{CFD18792-CF5F-4F62-B8E7-A1B9A85AF57B}" dt="2026-08-12T13:15:20.725" v="3424" actId="255"/>
          <ac:spMkLst>
            <pc:docMk/>
            <pc:sldMk cId="3206023606" sldId="351"/>
            <ac:spMk id="198" creationId="{B8193CD2-CA6F-19DD-E4D9-771F101D6457}"/>
          </ac:spMkLst>
        </pc:spChg>
        <pc:spChg chg="mod">
          <ac:chgData name="Darshan Rathod" userId="7acf574e-9776-4813-9697-768c3f527cee" providerId="ADAL" clId="{CFD18792-CF5F-4F62-B8E7-A1B9A85AF57B}" dt="2026-08-12T07:12:05.439" v="1037" actId="20577"/>
          <ac:spMkLst>
            <pc:docMk/>
            <pc:sldMk cId="3206023606" sldId="351"/>
            <ac:spMk id="202" creationId="{C932B421-D97B-D3B9-24C5-B09DF81CEA27}"/>
          </ac:spMkLst>
        </pc:spChg>
        <pc:spChg chg="mod">
          <ac:chgData name="Darshan Rathod" userId="7acf574e-9776-4813-9697-768c3f527cee" providerId="ADAL" clId="{CFD18792-CF5F-4F62-B8E7-A1B9A85AF57B}" dt="2026-08-13T05:33:39.318" v="3728" actId="20577"/>
          <ac:spMkLst>
            <pc:docMk/>
            <pc:sldMk cId="3206023606" sldId="351"/>
            <ac:spMk id="204" creationId="{D002C7F0-E4F2-BE55-4DB0-81A03742469D}"/>
          </ac:spMkLst>
        </pc:spChg>
        <pc:spChg chg="mod">
          <ac:chgData name="Darshan Rathod" userId="7acf574e-9776-4813-9697-768c3f527cee" providerId="ADAL" clId="{CFD18792-CF5F-4F62-B8E7-A1B9A85AF57B}" dt="2026-08-12T13:15:20.725" v="3424" actId="255"/>
          <ac:spMkLst>
            <pc:docMk/>
            <pc:sldMk cId="3206023606" sldId="351"/>
            <ac:spMk id="208" creationId="{282781CF-EBDB-2B94-D4BA-47A2232909ED}"/>
          </ac:spMkLst>
        </pc:spChg>
        <pc:spChg chg="mod">
          <ac:chgData name="Darshan Rathod" userId="7acf574e-9776-4813-9697-768c3f527cee" providerId="ADAL" clId="{CFD18792-CF5F-4F62-B8E7-A1B9A85AF57B}" dt="2026-08-12T07:11:06.659" v="1027" actId="20577"/>
          <ac:spMkLst>
            <pc:docMk/>
            <pc:sldMk cId="3206023606" sldId="351"/>
            <ac:spMk id="210" creationId="{E3F6281D-4F98-32FB-43B5-9CF547FF346A}"/>
          </ac:spMkLst>
        </pc:spChg>
        <pc:spChg chg="mod">
          <ac:chgData name="Darshan Rathod" userId="7acf574e-9776-4813-9697-768c3f527cee" providerId="ADAL" clId="{CFD18792-CF5F-4F62-B8E7-A1B9A85AF57B}" dt="2026-08-12T07:12:11.959" v="1041" actId="20577"/>
          <ac:spMkLst>
            <pc:docMk/>
            <pc:sldMk cId="3206023606" sldId="351"/>
            <ac:spMk id="212" creationId="{9821C916-5C6E-1ED6-E8E7-153B2AD7F3C2}"/>
          </ac:spMkLst>
        </pc:spChg>
        <pc:spChg chg="mod">
          <ac:chgData name="Darshan Rathod" userId="7acf574e-9776-4813-9697-768c3f527cee" providerId="ADAL" clId="{CFD18792-CF5F-4F62-B8E7-A1B9A85AF57B}" dt="2026-08-12T13:41:59.184" v="3638" actId="1076"/>
          <ac:spMkLst>
            <pc:docMk/>
            <pc:sldMk cId="3206023606" sldId="351"/>
            <ac:spMk id="214" creationId="{DFF38A77-68F4-06B9-EEB3-E559789AB37D}"/>
          </ac:spMkLst>
        </pc:spChg>
        <pc:spChg chg="mod">
          <ac:chgData name="Darshan Rathod" userId="7acf574e-9776-4813-9697-768c3f527cee" providerId="ADAL" clId="{CFD18792-CF5F-4F62-B8E7-A1B9A85AF57B}" dt="2026-08-12T13:15:20.725" v="3424" actId="255"/>
          <ac:spMkLst>
            <pc:docMk/>
            <pc:sldMk cId="3206023606" sldId="351"/>
            <ac:spMk id="218" creationId="{A5EA5C1C-0447-E5C1-D529-C5030F115A50}"/>
          </ac:spMkLst>
        </pc:spChg>
        <pc:spChg chg="mod">
          <ac:chgData name="Darshan Rathod" userId="7acf574e-9776-4813-9697-768c3f527cee" providerId="ADAL" clId="{CFD18792-CF5F-4F62-B8E7-A1B9A85AF57B}" dt="2026-08-12T13:14:55.905" v="3423" actId="1076"/>
          <ac:spMkLst>
            <pc:docMk/>
            <pc:sldMk cId="3206023606" sldId="351"/>
            <ac:spMk id="220" creationId="{91C8D27E-749A-B0BB-6E10-8A42B851B3F4}"/>
          </ac:spMkLst>
        </pc:spChg>
        <pc:spChg chg="mod">
          <ac:chgData name="Darshan Rathod" userId="7acf574e-9776-4813-9697-768c3f527cee" providerId="ADAL" clId="{CFD18792-CF5F-4F62-B8E7-A1B9A85AF57B}" dt="2026-08-12T13:14:55.905" v="3423" actId="1076"/>
          <ac:spMkLst>
            <pc:docMk/>
            <pc:sldMk cId="3206023606" sldId="351"/>
            <ac:spMk id="222" creationId="{00F407D0-1386-1566-12C4-312DDB5721CB}"/>
          </ac:spMkLst>
        </pc:spChg>
        <pc:spChg chg="mod">
          <ac:chgData name="Darshan Rathod" userId="7acf574e-9776-4813-9697-768c3f527cee" providerId="ADAL" clId="{CFD18792-CF5F-4F62-B8E7-A1B9A85AF57B}" dt="2026-08-12T13:38:22.279" v="3580" actId="207"/>
          <ac:spMkLst>
            <pc:docMk/>
            <pc:sldMk cId="3206023606" sldId="351"/>
            <ac:spMk id="224" creationId="{3536E5EB-E6F3-80E8-D3DB-22EB69EA80F4}"/>
          </ac:spMkLst>
        </pc:spChg>
      </pc:sldChg>
      <pc:sldChg chg="modSp mod">
        <pc:chgData name="Darshan Rathod" userId="7acf574e-9776-4813-9697-768c3f527cee" providerId="ADAL" clId="{CFD18792-CF5F-4F62-B8E7-A1B9A85AF57B}" dt="2026-08-12T11:40:04.584" v="3357" actId="20577"/>
        <pc:sldMkLst>
          <pc:docMk/>
          <pc:sldMk cId="1360575142" sldId="352"/>
        </pc:sldMkLst>
        <pc:spChg chg="mod">
          <ac:chgData name="Darshan Rathod" userId="7acf574e-9776-4813-9697-768c3f527cee" providerId="ADAL" clId="{CFD18792-CF5F-4F62-B8E7-A1B9A85AF57B}" dt="2026-08-12T11:40:04.584" v="3357" actId="20577"/>
          <ac:spMkLst>
            <pc:docMk/>
            <pc:sldMk cId="1360575142" sldId="352"/>
            <ac:spMk id="5" creationId="{A15AAE34-C4EC-F5C4-73E1-A350D5EFEAE0}"/>
          </ac:spMkLst>
        </pc:spChg>
        <pc:graphicFrameChg chg="mod">
          <ac:chgData name="Darshan Rathod" userId="7acf574e-9776-4813-9697-768c3f527cee" providerId="ADAL" clId="{CFD18792-CF5F-4F62-B8E7-A1B9A85AF57B}" dt="2026-08-12T06:05:49.351" v="644"/>
          <ac:graphicFrameMkLst>
            <pc:docMk/>
            <pc:sldMk cId="1360575142" sldId="352"/>
            <ac:graphicFrameMk id="4" creationId="{632121E6-3B12-B745-5503-C1BDBC74F327}"/>
          </ac:graphicFrameMkLst>
        </pc:graphicFrameChg>
      </pc:sldChg>
      <pc:sldChg chg="addSp delSp modSp mod">
        <pc:chgData name="Darshan Rathod" userId="7acf574e-9776-4813-9697-768c3f527cee" providerId="ADAL" clId="{CFD18792-CF5F-4F62-B8E7-A1B9A85AF57B}" dt="2026-08-12T13:11:17.312" v="3415" actId="255"/>
        <pc:sldMkLst>
          <pc:docMk/>
          <pc:sldMk cId="4124673560" sldId="353"/>
        </pc:sldMkLst>
        <pc:spChg chg="mod">
          <ac:chgData name="Darshan Rathod" userId="7acf574e-9776-4813-9697-768c3f527cee" providerId="ADAL" clId="{CFD18792-CF5F-4F62-B8E7-A1B9A85AF57B}" dt="2026-08-12T06:05:02.290" v="640" actId="20577"/>
          <ac:spMkLst>
            <pc:docMk/>
            <pc:sldMk cId="4124673560" sldId="353"/>
            <ac:spMk id="5" creationId="{73687D5B-FAF5-405A-766F-CC60EE3F9A8D}"/>
          </ac:spMkLst>
        </pc:spChg>
        <pc:graphicFrameChg chg="mod modGraphic">
          <ac:chgData name="Darshan Rathod" userId="7acf574e-9776-4813-9697-768c3f527cee" providerId="ADAL" clId="{CFD18792-CF5F-4F62-B8E7-A1B9A85AF57B}" dt="2026-08-12T13:11:17.312" v="3415" actId="255"/>
          <ac:graphicFrameMkLst>
            <pc:docMk/>
            <pc:sldMk cId="4124673560" sldId="353"/>
            <ac:graphicFrameMk id="6" creationId="{0AE32298-5741-DCE3-E028-130271E506A5}"/>
          </ac:graphicFrameMkLst>
        </pc:graphicFrameChg>
      </pc:sldChg>
      <pc:sldChg chg="addSp delSp modSp mod">
        <pc:chgData name="Darshan Rathod" userId="7acf574e-9776-4813-9697-768c3f527cee" providerId="ADAL" clId="{CFD18792-CF5F-4F62-B8E7-A1B9A85AF57B}" dt="2026-08-12T11:39:39.167" v="3355" actId="20577"/>
        <pc:sldMkLst>
          <pc:docMk/>
          <pc:sldMk cId="3042528855" sldId="354"/>
        </pc:sldMkLst>
        <pc:spChg chg="mod">
          <ac:chgData name="Darshan Rathod" userId="7acf574e-9776-4813-9697-768c3f527cee" providerId="ADAL" clId="{CFD18792-CF5F-4F62-B8E7-A1B9A85AF57B}" dt="2026-08-12T09:49:34.710" v="2079" actId="1076"/>
          <ac:spMkLst>
            <pc:docMk/>
            <pc:sldMk cId="3042528855" sldId="354"/>
            <ac:spMk id="3" creationId="{DAC335D2-F283-54BA-B227-A975278157DB}"/>
          </ac:spMkLst>
        </pc:spChg>
        <pc:spChg chg="mod">
          <ac:chgData name="Darshan Rathod" userId="7acf574e-9776-4813-9697-768c3f527cee" providerId="ADAL" clId="{CFD18792-CF5F-4F62-B8E7-A1B9A85AF57B}" dt="2026-08-12T11:39:39.167" v="3355" actId="20577"/>
          <ac:spMkLst>
            <pc:docMk/>
            <pc:sldMk cId="3042528855" sldId="354"/>
            <ac:spMk id="5" creationId="{9A4186A9-0152-99A5-E3E3-88E136D60D55}"/>
          </ac:spMkLst>
        </pc:spChg>
        <pc:spChg chg="mod">
          <ac:chgData name="Darshan Rathod" userId="7acf574e-9776-4813-9697-768c3f527cee" providerId="ADAL" clId="{CFD18792-CF5F-4F62-B8E7-A1B9A85AF57B}" dt="2026-08-12T09:50:20.716" v="2083" actId="1076"/>
          <ac:spMkLst>
            <pc:docMk/>
            <pc:sldMk cId="3042528855" sldId="354"/>
            <ac:spMk id="12" creationId="{F3DEC560-0E11-C3FF-D183-1D046F5D23EC}"/>
          </ac:spMkLst>
        </pc:spChg>
        <pc:spChg chg="mod">
          <ac:chgData name="Darshan Rathod" userId="7acf574e-9776-4813-9697-768c3f527cee" providerId="ADAL" clId="{CFD18792-CF5F-4F62-B8E7-A1B9A85AF57B}" dt="2026-08-12T09:50:20.716" v="2083" actId="1076"/>
          <ac:spMkLst>
            <pc:docMk/>
            <pc:sldMk cId="3042528855" sldId="354"/>
            <ac:spMk id="16" creationId="{035F00BD-8943-DD67-B82F-665811D18E03}"/>
          </ac:spMkLst>
        </pc:spChg>
        <pc:spChg chg="mod">
          <ac:chgData name="Darshan Rathod" userId="7acf574e-9776-4813-9697-768c3f527cee" providerId="ADAL" clId="{CFD18792-CF5F-4F62-B8E7-A1B9A85AF57B}" dt="2026-08-12T09:50:20.716" v="2083" actId="1076"/>
          <ac:spMkLst>
            <pc:docMk/>
            <pc:sldMk cId="3042528855" sldId="354"/>
            <ac:spMk id="20" creationId="{24983F6C-881D-3999-B6C9-5C0C1FA518CE}"/>
          </ac:spMkLst>
        </pc:spChg>
        <pc:spChg chg="mod">
          <ac:chgData name="Darshan Rathod" userId="7acf574e-9776-4813-9697-768c3f527cee" providerId="ADAL" clId="{CFD18792-CF5F-4F62-B8E7-A1B9A85AF57B}" dt="2026-08-12T09:50:20.716" v="2083" actId="1076"/>
          <ac:spMkLst>
            <pc:docMk/>
            <pc:sldMk cId="3042528855" sldId="354"/>
            <ac:spMk id="24" creationId="{157E0D73-29F8-C2C2-1FCE-BF5D749F824E}"/>
          </ac:spMkLst>
        </pc:spChg>
        <pc:spChg chg="mod">
          <ac:chgData name="Darshan Rathod" userId="7acf574e-9776-4813-9697-768c3f527cee" providerId="ADAL" clId="{CFD18792-CF5F-4F62-B8E7-A1B9A85AF57B}" dt="2026-08-12T09:50:20.716" v="2083" actId="1076"/>
          <ac:spMkLst>
            <pc:docMk/>
            <pc:sldMk cId="3042528855" sldId="354"/>
            <ac:spMk id="28" creationId="{52719732-5506-FA5A-B30E-CCB1BF373A6D}"/>
          </ac:spMkLst>
        </pc:spChg>
        <pc:spChg chg="mod">
          <ac:chgData name="Darshan Rathod" userId="7acf574e-9776-4813-9697-768c3f527cee" providerId="ADAL" clId="{CFD18792-CF5F-4F62-B8E7-A1B9A85AF57B}" dt="2026-08-12T09:50:20.716" v="2083" actId="1076"/>
          <ac:spMkLst>
            <pc:docMk/>
            <pc:sldMk cId="3042528855" sldId="354"/>
            <ac:spMk id="32" creationId="{256E29CF-D8C7-337F-76EE-AD5C5249996C}"/>
          </ac:spMkLst>
        </pc:spChg>
        <pc:spChg chg="mod">
          <ac:chgData name="Darshan Rathod" userId="7acf574e-9776-4813-9697-768c3f527cee" providerId="ADAL" clId="{CFD18792-CF5F-4F62-B8E7-A1B9A85AF57B}" dt="2026-08-12T09:50:20.716" v="2083" actId="1076"/>
          <ac:spMkLst>
            <pc:docMk/>
            <pc:sldMk cId="3042528855" sldId="354"/>
            <ac:spMk id="36" creationId="{62F0C530-28DA-96AF-2CBC-C3B3C4302EA9}"/>
          </ac:spMkLst>
        </pc:spChg>
        <pc:spChg chg="mod">
          <ac:chgData name="Darshan Rathod" userId="7acf574e-9776-4813-9697-768c3f527cee" providerId="ADAL" clId="{CFD18792-CF5F-4F62-B8E7-A1B9A85AF57B}" dt="2026-08-12T09:50:20.716" v="2083" actId="1076"/>
          <ac:spMkLst>
            <pc:docMk/>
            <pc:sldMk cId="3042528855" sldId="354"/>
            <ac:spMk id="44" creationId="{666985CC-C946-998C-50C1-975B489D9A69}"/>
          </ac:spMkLst>
        </pc:spChg>
        <pc:graphicFrameChg chg="mod modGraphic">
          <ac:chgData name="Darshan Rathod" userId="7acf574e-9776-4813-9697-768c3f527cee" providerId="ADAL" clId="{CFD18792-CF5F-4F62-B8E7-A1B9A85AF57B}" dt="2026-08-12T09:50:08.492" v="2082" actId="14100"/>
          <ac:graphicFrameMkLst>
            <pc:docMk/>
            <pc:sldMk cId="3042528855" sldId="354"/>
            <ac:graphicFrameMk id="4" creationId="{D1126BE6-7404-CA52-7FD5-9B5628A19BA1}"/>
          </ac:graphicFrameMkLst>
        </pc:graphicFrameChg>
      </pc:sldChg>
      <pc:sldChg chg="addSp delSp modSp add mod">
        <pc:chgData name="Darshan Rathod" userId="7acf574e-9776-4813-9697-768c3f527cee" providerId="ADAL" clId="{CFD18792-CF5F-4F62-B8E7-A1B9A85AF57B}" dt="2026-08-12T10:53:55.199" v="2508" actId="20577"/>
        <pc:sldMkLst>
          <pc:docMk/>
          <pc:sldMk cId="354052908" sldId="355"/>
        </pc:sldMkLst>
        <pc:spChg chg="mod">
          <ac:chgData name="Darshan Rathod" userId="7acf574e-9776-4813-9697-768c3f527cee" providerId="ADAL" clId="{CFD18792-CF5F-4F62-B8E7-A1B9A85AF57B}" dt="2026-08-12T10:53:55.199" v="2508" actId="20577"/>
          <ac:spMkLst>
            <pc:docMk/>
            <pc:sldMk cId="354052908" sldId="355"/>
            <ac:spMk id="5" creationId="{6E00A800-7154-0761-B5B2-446E15D63A91}"/>
          </ac:spMkLst>
        </pc:spChg>
        <pc:spChg chg="add">
          <ac:chgData name="Darshan Rathod" userId="7acf574e-9776-4813-9697-768c3f527cee" providerId="ADAL" clId="{CFD18792-CF5F-4F62-B8E7-A1B9A85AF57B}" dt="2026-08-12T09:50:47.869" v="2087" actId="22"/>
          <ac:spMkLst>
            <pc:docMk/>
            <pc:sldMk cId="354052908" sldId="355"/>
            <ac:spMk id="7" creationId="{ADE6F53E-79BE-847D-062D-FF577904A998}"/>
          </ac:spMkLst>
        </pc:spChg>
        <pc:spChg chg="add">
          <ac:chgData name="Darshan Rathod" userId="7acf574e-9776-4813-9697-768c3f527cee" providerId="ADAL" clId="{CFD18792-CF5F-4F62-B8E7-A1B9A85AF57B}" dt="2026-08-12T09:50:47.869" v="2087" actId="22"/>
          <ac:spMkLst>
            <pc:docMk/>
            <pc:sldMk cId="354052908" sldId="355"/>
            <ac:spMk id="11" creationId="{73943865-0A66-6233-1319-7A60D0EA3506}"/>
          </ac:spMkLst>
        </pc:spChg>
        <pc:spChg chg="add">
          <ac:chgData name="Darshan Rathod" userId="7acf574e-9776-4813-9697-768c3f527cee" providerId="ADAL" clId="{CFD18792-CF5F-4F62-B8E7-A1B9A85AF57B}" dt="2026-08-12T09:50:47.869" v="2087" actId="22"/>
          <ac:spMkLst>
            <pc:docMk/>
            <pc:sldMk cId="354052908" sldId="355"/>
            <ac:spMk id="14" creationId="{E9BB8469-9CDE-DCB4-2062-4E9BCC0BB1CD}"/>
          </ac:spMkLst>
        </pc:spChg>
        <pc:spChg chg="add">
          <ac:chgData name="Darshan Rathod" userId="7acf574e-9776-4813-9697-768c3f527cee" providerId="ADAL" clId="{CFD18792-CF5F-4F62-B8E7-A1B9A85AF57B}" dt="2026-08-12T09:50:47.869" v="2087" actId="22"/>
          <ac:spMkLst>
            <pc:docMk/>
            <pc:sldMk cId="354052908" sldId="355"/>
            <ac:spMk id="17" creationId="{03501631-3AE4-93BB-41B0-36708ED00337}"/>
          </ac:spMkLst>
        </pc:spChg>
        <pc:spChg chg="add">
          <ac:chgData name="Darshan Rathod" userId="7acf574e-9776-4813-9697-768c3f527cee" providerId="ADAL" clId="{CFD18792-CF5F-4F62-B8E7-A1B9A85AF57B}" dt="2026-08-12T09:50:47.869" v="2087" actId="22"/>
          <ac:spMkLst>
            <pc:docMk/>
            <pc:sldMk cId="354052908" sldId="355"/>
            <ac:spMk id="19" creationId="{122EB964-A593-7695-4875-A94B96F161B5}"/>
          </ac:spMkLst>
        </pc:spChg>
        <pc:spChg chg="add">
          <ac:chgData name="Darshan Rathod" userId="7acf574e-9776-4813-9697-768c3f527cee" providerId="ADAL" clId="{CFD18792-CF5F-4F62-B8E7-A1B9A85AF57B}" dt="2026-08-12T09:50:47.869" v="2087" actId="22"/>
          <ac:spMkLst>
            <pc:docMk/>
            <pc:sldMk cId="354052908" sldId="355"/>
            <ac:spMk id="22" creationId="{375075BE-7645-B9C4-0716-6780875C3747}"/>
          </ac:spMkLst>
        </pc:spChg>
        <pc:spChg chg="add">
          <ac:chgData name="Darshan Rathod" userId="7acf574e-9776-4813-9697-768c3f527cee" providerId="ADAL" clId="{CFD18792-CF5F-4F62-B8E7-A1B9A85AF57B}" dt="2026-08-12T09:50:47.869" v="2087" actId="22"/>
          <ac:spMkLst>
            <pc:docMk/>
            <pc:sldMk cId="354052908" sldId="355"/>
            <ac:spMk id="25" creationId="{4AFF45DB-7BA0-5440-DF91-9F822671FADC}"/>
          </ac:spMkLst>
        </pc:spChg>
        <pc:spChg chg="add">
          <ac:chgData name="Darshan Rathod" userId="7acf574e-9776-4813-9697-768c3f527cee" providerId="ADAL" clId="{CFD18792-CF5F-4F62-B8E7-A1B9A85AF57B}" dt="2026-08-12T09:50:47.869" v="2087" actId="22"/>
          <ac:spMkLst>
            <pc:docMk/>
            <pc:sldMk cId="354052908" sldId="355"/>
            <ac:spMk id="27" creationId="{CCF54EC6-4E2A-BD8D-F22B-84F7172A9AD6}"/>
          </ac:spMkLst>
        </pc:spChg>
        <pc:graphicFrameChg chg="mod modGraphic">
          <ac:chgData name="Darshan Rathod" userId="7acf574e-9776-4813-9697-768c3f527cee" providerId="ADAL" clId="{CFD18792-CF5F-4F62-B8E7-A1B9A85AF57B}" dt="2026-08-12T09:50:30.290" v="2084" actId="14100"/>
          <ac:graphicFrameMkLst>
            <pc:docMk/>
            <pc:sldMk cId="354052908" sldId="355"/>
            <ac:graphicFrameMk id="4" creationId="{2DD682C2-511F-5DBF-A5F5-D58EF6E15F10}"/>
          </ac:graphicFrameMkLst>
        </pc:graphicFrameChg>
      </pc:sldChg>
      <pc:sldChg chg="addSp delSp modSp add mod">
        <pc:chgData name="Darshan Rathod" userId="7acf574e-9776-4813-9697-768c3f527cee" providerId="ADAL" clId="{CFD18792-CF5F-4F62-B8E7-A1B9A85AF57B}" dt="2026-08-12T10:54:00.724" v="2510" actId="20577"/>
        <pc:sldMkLst>
          <pc:docMk/>
          <pc:sldMk cId="4088388103" sldId="356"/>
        </pc:sldMkLst>
        <pc:spChg chg="mod">
          <ac:chgData name="Darshan Rathod" userId="7acf574e-9776-4813-9697-768c3f527cee" providerId="ADAL" clId="{CFD18792-CF5F-4F62-B8E7-A1B9A85AF57B}" dt="2026-08-12T10:54:00.724" v="2510" actId="20577"/>
          <ac:spMkLst>
            <pc:docMk/>
            <pc:sldMk cId="4088388103" sldId="356"/>
            <ac:spMk id="5" creationId="{467131D6-D787-B94F-BFA4-60F79D2F8F38}"/>
          </ac:spMkLst>
        </pc:spChg>
        <pc:spChg chg="add del">
          <ac:chgData name="Darshan Rathod" userId="7acf574e-9776-4813-9697-768c3f527cee" providerId="ADAL" clId="{CFD18792-CF5F-4F62-B8E7-A1B9A85AF57B}" dt="2026-08-12T09:53:22.234" v="2094" actId="22"/>
          <ac:spMkLst>
            <pc:docMk/>
            <pc:sldMk cId="4088388103" sldId="356"/>
            <ac:spMk id="6" creationId="{7A717CE7-1B05-F3F3-D0D3-A1A815FFE608}"/>
          </ac:spMkLst>
        </pc:spChg>
        <pc:spChg chg="add del">
          <ac:chgData name="Darshan Rathod" userId="7acf574e-9776-4813-9697-768c3f527cee" providerId="ADAL" clId="{CFD18792-CF5F-4F62-B8E7-A1B9A85AF57B}" dt="2026-08-12T09:53:22.234" v="2094" actId="22"/>
          <ac:spMkLst>
            <pc:docMk/>
            <pc:sldMk cId="4088388103" sldId="356"/>
            <ac:spMk id="8" creationId="{5AACB547-2972-8DFD-ED18-0AAB0F0E968E}"/>
          </ac:spMkLst>
        </pc:spChg>
        <pc:spChg chg="add del">
          <ac:chgData name="Darshan Rathod" userId="7acf574e-9776-4813-9697-768c3f527cee" providerId="ADAL" clId="{CFD18792-CF5F-4F62-B8E7-A1B9A85AF57B}" dt="2026-08-12T09:53:22.234" v="2094" actId="22"/>
          <ac:spMkLst>
            <pc:docMk/>
            <pc:sldMk cId="4088388103" sldId="356"/>
            <ac:spMk id="10" creationId="{77684F7C-216F-FD23-2A34-E399A9A5FB30}"/>
          </ac:spMkLst>
        </pc:spChg>
        <pc:spChg chg="add del">
          <ac:chgData name="Darshan Rathod" userId="7acf574e-9776-4813-9697-768c3f527cee" providerId="ADAL" clId="{CFD18792-CF5F-4F62-B8E7-A1B9A85AF57B}" dt="2026-08-12T09:53:22.234" v="2094" actId="22"/>
          <ac:spMkLst>
            <pc:docMk/>
            <pc:sldMk cId="4088388103" sldId="356"/>
            <ac:spMk id="13" creationId="{E4C6891E-9A57-E0A6-9E83-5DAAC6328ABF}"/>
          </ac:spMkLst>
        </pc:spChg>
        <pc:spChg chg="add del">
          <ac:chgData name="Darshan Rathod" userId="7acf574e-9776-4813-9697-768c3f527cee" providerId="ADAL" clId="{CFD18792-CF5F-4F62-B8E7-A1B9A85AF57B}" dt="2026-08-12T09:53:22.234" v="2094" actId="22"/>
          <ac:spMkLst>
            <pc:docMk/>
            <pc:sldMk cId="4088388103" sldId="356"/>
            <ac:spMk id="15" creationId="{585ED461-A0C1-ED6C-A160-20DDFD59CDF5}"/>
          </ac:spMkLst>
        </pc:spChg>
        <pc:spChg chg="add del">
          <ac:chgData name="Darshan Rathod" userId="7acf574e-9776-4813-9697-768c3f527cee" providerId="ADAL" clId="{CFD18792-CF5F-4F62-B8E7-A1B9A85AF57B}" dt="2026-08-12T09:53:22.234" v="2094" actId="22"/>
          <ac:spMkLst>
            <pc:docMk/>
            <pc:sldMk cId="4088388103" sldId="356"/>
            <ac:spMk id="18" creationId="{4364E592-A550-4AB3-48A6-58720A1CB9DA}"/>
          </ac:spMkLst>
        </pc:spChg>
        <pc:spChg chg="add del">
          <ac:chgData name="Darshan Rathod" userId="7acf574e-9776-4813-9697-768c3f527cee" providerId="ADAL" clId="{CFD18792-CF5F-4F62-B8E7-A1B9A85AF57B}" dt="2026-08-12T09:53:22.234" v="2094" actId="22"/>
          <ac:spMkLst>
            <pc:docMk/>
            <pc:sldMk cId="4088388103" sldId="356"/>
            <ac:spMk id="21" creationId="{E9349EFA-2F21-C886-5CBE-23CF1BE5058B}"/>
          </ac:spMkLst>
        </pc:spChg>
        <pc:spChg chg="add del">
          <ac:chgData name="Darshan Rathod" userId="7acf574e-9776-4813-9697-768c3f527cee" providerId="ADAL" clId="{CFD18792-CF5F-4F62-B8E7-A1B9A85AF57B}" dt="2026-08-12T09:53:22.234" v="2094" actId="22"/>
          <ac:spMkLst>
            <pc:docMk/>
            <pc:sldMk cId="4088388103" sldId="356"/>
            <ac:spMk id="23" creationId="{935F51C3-9227-A5FA-57BC-B13F1FEEA389}"/>
          </ac:spMkLst>
        </pc:spChg>
        <pc:graphicFrameChg chg="mod modGraphic">
          <ac:chgData name="Darshan Rathod" userId="7acf574e-9776-4813-9697-768c3f527cee" providerId="ADAL" clId="{CFD18792-CF5F-4F62-B8E7-A1B9A85AF57B}" dt="2026-08-12T09:50:37.943" v="2086" actId="14100"/>
          <ac:graphicFrameMkLst>
            <pc:docMk/>
            <pc:sldMk cId="4088388103" sldId="356"/>
            <ac:graphicFrameMk id="4" creationId="{2906653C-F15A-9489-F162-243C4F1A2844}"/>
          </ac:graphicFrameMkLst>
        </pc:graphicFrameChg>
      </pc:sldChg>
      <pc:sldChg chg="addSp delSp modSp add mod">
        <pc:chgData name="Darshan Rathod" userId="7acf574e-9776-4813-9697-768c3f527cee" providerId="ADAL" clId="{CFD18792-CF5F-4F62-B8E7-A1B9A85AF57B}" dt="2026-08-12T10:54:05.655" v="2512" actId="20577"/>
        <pc:sldMkLst>
          <pc:docMk/>
          <pc:sldMk cId="2161621417" sldId="357"/>
        </pc:sldMkLst>
        <pc:spChg chg="mod">
          <ac:chgData name="Darshan Rathod" userId="7acf574e-9776-4813-9697-768c3f527cee" providerId="ADAL" clId="{CFD18792-CF5F-4F62-B8E7-A1B9A85AF57B}" dt="2026-08-12T10:54:05.655" v="2512" actId="20577"/>
          <ac:spMkLst>
            <pc:docMk/>
            <pc:sldMk cId="2161621417" sldId="357"/>
            <ac:spMk id="5" creationId="{EA7D282F-A111-A161-2071-63DDA4D8215B}"/>
          </ac:spMkLst>
        </pc:spChg>
        <pc:spChg chg="add del">
          <ac:chgData name="Darshan Rathod" userId="7acf574e-9776-4813-9697-768c3f527cee" providerId="ADAL" clId="{CFD18792-CF5F-4F62-B8E7-A1B9A85AF57B}" dt="2026-08-12T09:53:22.809" v="2095" actId="22"/>
          <ac:spMkLst>
            <pc:docMk/>
            <pc:sldMk cId="2161621417" sldId="357"/>
            <ac:spMk id="6" creationId="{8AF3EA70-0800-2679-F2F4-A6C007C5F475}"/>
          </ac:spMkLst>
        </pc:spChg>
        <pc:spChg chg="add del">
          <ac:chgData name="Darshan Rathod" userId="7acf574e-9776-4813-9697-768c3f527cee" providerId="ADAL" clId="{CFD18792-CF5F-4F62-B8E7-A1B9A85AF57B}" dt="2026-08-12T09:53:22.809" v="2095" actId="22"/>
          <ac:spMkLst>
            <pc:docMk/>
            <pc:sldMk cId="2161621417" sldId="357"/>
            <ac:spMk id="8" creationId="{C78198E7-07CC-79A7-60AB-ADAB03C745EE}"/>
          </ac:spMkLst>
        </pc:spChg>
        <pc:spChg chg="add del">
          <ac:chgData name="Darshan Rathod" userId="7acf574e-9776-4813-9697-768c3f527cee" providerId="ADAL" clId="{CFD18792-CF5F-4F62-B8E7-A1B9A85AF57B}" dt="2026-08-12T09:53:22.809" v="2095" actId="22"/>
          <ac:spMkLst>
            <pc:docMk/>
            <pc:sldMk cId="2161621417" sldId="357"/>
            <ac:spMk id="10" creationId="{D820E3F6-7955-69BB-32FF-0E44A337E693}"/>
          </ac:spMkLst>
        </pc:spChg>
        <pc:spChg chg="add del">
          <ac:chgData name="Darshan Rathod" userId="7acf574e-9776-4813-9697-768c3f527cee" providerId="ADAL" clId="{CFD18792-CF5F-4F62-B8E7-A1B9A85AF57B}" dt="2026-08-12T09:53:22.809" v="2095" actId="22"/>
          <ac:spMkLst>
            <pc:docMk/>
            <pc:sldMk cId="2161621417" sldId="357"/>
            <ac:spMk id="13" creationId="{87892335-49FF-522E-0B90-F6A407FFA9CE}"/>
          </ac:spMkLst>
        </pc:spChg>
        <pc:spChg chg="add del">
          <ac:chgData name="Darshan Rathod" userId="7acf574e-9776-4813-9697-768c3f527cee" providerId="ADAL" clId="{CFD18792-CF5F-4F62-B8E7-A1B9A85AF57B}" dt="2026-08-12T09:53:22.809" v="2095" actId="22"/>
          <ac:spMkLst>
            <pc:docMk/>
            <pc:sldMk cId="2161621417" sldId="357"/>
            <ac:spMk id="15" creationId="{5C14DA8B-3140-3170-53FA-7C230FECE10F}"/>
          </ac:spMkLst>
        </pc:spChg>
        <pc:spChg chg="add del">
          <ac:chgData name="Darshan Rathod" userId="7acf574e-9776-4813-9697-768c3f527cee" providerId="ADAL" clId="{CFD18792-CF5F-4F62-B8E7-A1B9A85AF57B}" dt="2026-08-12T09:53:22.809" v="2095" actId="22"/>
          <ac:spMkLst>
            <pc:docMk/>
            <pc:sldMk cId="2161621417" sldId="357"/>
            <ac:spMk id="18" creationId="{D7B0F231-2287-F0AD-3784-9341E8844C73}"/>
          </ac:spMkLst>
        </pc:spChg>
        <pc:spChg chg="add del">
          <ac:chgData name="Darshan Rathod" userId="7acf574e-9776-4813-9697-768c3f527cee" providerId="ADAL" clId="{CFD18792-CF5F-4F62-B8E7-A1B9A85AF57B}" dt="2026-08-12T09:53:22.809" v="2095" actId="22"/>
          <ac:spMkLst>
            <pc:docMk/>
            <pc:sldMk cId="2161621417" sldId="357"/>
            <ac:spMk id="21" creationId="{74556999-1421-E85F-2712-C24F5CA647A7}"/>
          </ac:spMkLst>
        </pc:spChg>
        <pc:spChg chg="add del">
          <ac:chgData name="Darshan Rathod" userId="7acf574e-9776-4813-9697-768c3f527cee" providerId="ADAL" clId="{CFD18792-CF5F-4F62-B8E7-A1B9A85AF57B}" dt="2026-08-12T09:53:22.809" v="2095" actId="22"/>
          <ac:spMkLst>
            <pc:docMk/>
            <pc:sldMk cId="2161621417" sldId="357"/>
            <ac:spMk id="23" creationId="{CDED54E1-9F84-62EA-3076-FFA51248183B}"/>
          </ac:spMkLst>
        </pc:spChg>
        <pc:graphicFrameChg chg="modGraphic">
          <ac:chgData name="Darshan Rathod" userId="7acf574e-9776-4813-9697-768c3f527cee" providerId="ADAL" clId="{CFD18792-CF5F-4F62-B8E7-A1B9A85AF57B}" dt="2026-08-12T09:46:28.275" v="2048" actId="20577"/>
          <ac:graphicFrameMkLst>
            <pc:docMk/>
            <pc:sldMk cId="2161621417" sldId="357"/>
            <ac:graphicFrameMk id="4" creationId="{BA955024-1337-D4F6-DF82-9953ED00626A}"/>
          </ac:graphicFrameMkLst>
        </pc:graphicFrameChg>
      </pc:sldChg>
      <pc:sldChg chg="addSp delSp modSp new mod">
        <pc:chgData name="Darshan Rathod" userId="7acf574e-9776-4813-9697-768c3f527cee" providerId="ADAL" clId="{CFD18792-CF5F-4F62-B8E7-A1B9A85AF57B}" dt="2026-08-12T11:42:16.490" v="3384" actId="113"/>
        <pc:sldMkLst>
          <pc:docMk/>
          <pc:sldMk cId="3255999548" sldId="358"/>
        </pc:sldMkLst>
        <pc:spChg chg="add mod">
          <ac:chgData name="Darshan Rathod" userId="7acf574e-9776-4813-9697-768c3f527cee" providerId="ADAL" clId="{CFD18792-CF5F-4F62-B8E7-A1B9A85AF57B}" dt="2026-08-12T11:40:59.762" v="3370" actId="20577"/>
          <ac:spMkLst>
            <pc:docMk/>
            <pc:sldMk cId="3255999548" sldId="358"/>
            <ac:spMk id="6" creationId="{9725F878-52BD-2B99-4D89-B757B4FBA3BF}"/>
          </ac:spMkLst>
        </pc:spChg>
        <pc:graphicFrameChg chg="add mod modGraphic">
          <ac:chgData name="Darshan Rathod" userId="7acf574e-9776-4813-9697-768c3f527cee" providerId="ADAL" clId="{CFD18792-CF5F-4F62-B8E7-A1B9A85AF57B}" dt="2026-08-12T11:42:16.490" v="3384" actId="113"/>
          <ac:graphicFrameMkLst>
            <pc:docMk/>
            <pc:sldMk cId="3255999548" sldId="358"/>
            <ac:graphicFrameMk id="4" creationId="{0C7E4C4E-95AF-2B18-C700-761FECD340C9}"/>
          </ac:graphicFrameMkLst>
        </pc:graphicFrameChg>
      </pc:sldChg>
      <pc:sldChg chg="addSp delSp modSp new mod">
        <pc:chgData name="Darshan Rathod" userId="7acf574e-9776-4813-9697-768c3f527cee" providerId="ADAL" clId="{CFD18792-CF5F-4F62-B8E7-A1B9A85AF57B}" dt="2026-08-14T10:52:25.124" v="3894" actId="122"/>
        <pc:sldMkLst>
          <pc:docMk/>
          <pc:sldMk cId="608565647" sldId="362"/>
        </pc:sldMkLst>
        <pc:spChg chg="del">
          <ac:chgData name="Darshan Rathod" userId="7acf574e-9776-4813-9697-768c3f527cee" providerId="ADAL" clId="{CFD18792-CF5F-4F62-B8E7-A1B9A85AF57B}" dt="2026-08-14T09:20:15.371" v="3738"/>
          <ac:spMkLst>
            <pc:docMk/>
            <pc:sldMk cId="608565647" sldId="362"/>
            <ac:spMk id="2" creationId="{BC2DABC0-CCBF-F03F-E577-BE51C93877D1}"/>
          </ac:spMkLst>
        </pc:spChg>
        <pc:spChg chg="add mod">
          <ac:chgData name="Darshan Rathod" userId="7acf574e-9776-4813-9697-768c3f527cee" providerId="ADAL" clId="{CFD18792-CF5F-4F62-B8E7-A1B9A85AF57B}" dt="2026-08-14T10:52:25.124" v="3894" actId="122"/>
          <ac:spMkLst>
            <pc:docMk/>
            <pc:sldMk cId="608565647" sldId="362"/>
            <ac:spMk id="4" creationId="{F1CD31C4-3637-C969-7D4B-FC4192AF90FE}"/>
          </ac:spMkLst>
        </pc:spChg>
        <pc:spChg chg="add del mod">
          <ac:chgData name="Darshan Rathod" userId="7acf574e-9776-4813-9697-768c3f527cee" providerId="ADAL" clId="{CFD18792-CF5F-4F62-B8E7-A1B9A85AF57B}" dt="2026-08-14T09:25:45.160" v="3792" actId="478"/>
          <ac:spMkLst>
            <pc:docMk/>
            <pc:sldMk cId="608565647" sldId="362"/>
            <ac:spMk id="6" creationId="{ADA4D1F7-63E8-6BFE-A904-C53D32F0151A}"/>
          </ac:spMkLst>
        </pc:spChg>
        <pc:graphicFrameChg chg="add del mod">
          <ac:chgData name="Darshan Rathod" userId="7acf574e-9776-4813-9697-768c3f527cee" providerId="ADAL" clId="{CFD18792-CF5F-4F62-B8E7-A1B9A85AF57B}" dt="2026-08-14T09:25:36.893" v="3788" actId="478"/>
          <ac:graphicFrameMkLst>
            <pc:docMk/>
            <pc:sldMk cId="608565647" sldId="362"/>
            <ac:graphicFrameMk id="3" creationId="{29D31DA9-749D-78E6-1EE1-B2AAD0FF71A6}"/>
          </ac:graphicFrameMkLst>
        </pc:graphicFrameChg>
        <pc:graphicFrameChg chg="add mod">
          <ac:chgData name="Darshan Rathod" userId="7acf574e-9776-4813-9697-768c3f527cee" providerId="ADAL" clId="{CFD18792-CF5F-4F62-B8E7-A1B9A85AF57B}" dt="2026-08-14T09:25:42.174" v="3791"/>
          <ac:graphicFrameMkLst>
            <pc:docMk/>
            <pc:sldMk cId="608565647" sldId="362"/>
            <ac:graphicFrameMk id="7" creationId="{29D31DA9-749D-78E6-1EE1-B2AAD0FF71A6}"/>
          </ac:graphicFrameMkLst>
        </pc:graphicFrameChg>
        <pc:graphicFrameChg chg="add mod">
          <ac:chgData name="Darshan Rathod" userId="7acf574e-9776-4813-9697-768c3f527cee" providerId="ADAL" clId="{CFD18792-CF5F-4F62-B8E7-A1B9A85AF57B}" dt="2026-08-14T10:52:18.669" v="3892" actId="1076"/>
          <ac:graphicFrameMkLst>
            <pc:docMk/>
            <pc:sldMk cId="608565647" sldId="362"/>
            <ac:graphicFrameMk id="8" creationId="{29D31DA9-749D-78E6-1EE1-B2AAD0FF71A6}"/>
          </ac:graphicFrameMkLst>
        </pc:graphicFrameChg>
        <pc:graphicFrameChg chg="add del mod">
          <ac:chgData name="Darshan Rathod" userId="7acf574e-9776-4813-9697-768c3f527cee" providerId="ADAL" clId="{CFD18792-CF5F-4F62-B8E7-A1B9A85AF57B}" dt="2026-08-14T10:16:49.982" v="3840" actId="478"/>
          <ac:graphicFrameMkLst>
            <pc:docMk/>
            <pc:sldMk cId="608565647" sldId="362"/>
            <ac:graphicFrameMk id="11" creationId="{29713051-42D5-4A82-D7A5-3CD4D6D62FCB}"/>
          </ac:graphicFrameMkLst>
        </pc:graphicFrameChg>
        <pc:graphicFrameChg chg="add del mod">
          <ac:chgData name="Darshan Rathod" userId="7acf574e-9776-4813-9697-768c3f527cee" providerId="ADAL" clId="{CFD18792-CF5F-4F62-B8E7-A1B9A85AF57B}" dt="2026-08-14T10:25:28.925" v="3868" actId="478"/>
          <ac:graphicFrameMkLst>
            <pc:docMk/>
            <pc:sldMk cId="608565647" sldId="362"/>
            <ac:graphicFrameMk id="12" creationId="{29713051-42D5-4A82-D7A5-3CD4D6D62FCB}"/>
          </ac:graphicFrameMkLst>
        </pc:graphicFrameChg>
        <pc:picChg chg="add del mod">
          <ac:chgData name="Darshan Rathod" userId="7acf574e-9776-4813-9697-768c3f527cee" providerId="ADAL" clId="{CFD18792-CF5F-4F62-B8E7-A1B9A85AF57B}" dt="2026-08-14T10:12:13.628" v="3836" actId="478"/>
          <ac:picMkLst>
            <pc:docMk/>
            <pc:sldMk cId="608565647" sldId="362"/>
            <ac:picMk id="10" creationId="{37DCCFF7-D2EA-00EC-482D-70EBD188D544}"/>
          </ac:picMkLst>
        </pc:picChg>
      </pc:sldChg>
      <pc:sldChg chg="addSp delSp modSp new mod">
        <pc:chgData name="Darshan Rathod" userId="7acf574e-9776-4813-9697-768c3f527cee" providerId="ADAL" clId="{CFD18792-CF5F-4F62-B8E7-A1B9A85AF57B}" dt="2026-08-14T11:14:14.343" v="3922" actId="27918"/>
        <pc:sldMkLst>
          <pc:docMk/>
          <pc:sldMk cId="1797917954" sldId="363"/>
        </pc:sldMkLst>
        <pc:spChg chg="del">
          <ac:chgData name="Darshan Rathod" userId="7acf574e-9776-4813-9697-768c3f527cee" providerId="ADAL" clId="{CFD18792-CF5F-4F62-B8E7-A1B9A85AF57B}" dt="2026-08-14T10:17:12.504" v="3846" actId="478"/>
          <ac:spMkLst>
            <pc:docMk/>
            <pc:sldMk cId="1797917954" sldId="363"/>
            <ac:spMk id="2" creationId="{F8048CF2-EF2B-875E-2A23-A43D4A1469F3}"/>
          </ac:spMkLst>
        </pc:spChg>
        <pc:spChg chg="add mod">
          <ac:chgData name="Darshan Rathod" userId="7acf574e-9776-4813-9697-768c3f527cee" providerId="ADAL" clId="{CFD18792-CF5F-4F62-B8E7-A1B9A85AF57B}" dt="2026-08-14T10:55:20.057" v="3914" actId="255"/>
          <ac:spMkLst>
            <pc:docMk/>
            <pc:sldMk cId="1797917954" sldId="363"/>
            <ac:spMk id="6" creationId="{F89C0408-3C86-ED13-0CD2-220844214652}"/>
          </ac:spMkLst>
        </pc:spChg>
        <pc:graphicFrameChg chg="add mod">
          <ac:chgData name="Darshan Rathod" userId="7acf574e-9776-4813-9697-768c3f527cee" providerId="ADAL" clId="{CFD18792-CF5F-4F62-B8E7-A1B9A85AF57B}" dt="2026-08-14T10:54:33.744" v="3901" actId="2711"/>
          <ac:graphicFrameMkLst>
            <pc:docMk/>
            <pc:sldMk cId="1797917954" sldId="363"/>
            <ac:graphicFrameMk id="4" creationId="{13727A29-E474-58B8-0DFB-2C0AD75CE359}"/>
          </ac:graphicFrameMkLst>
        </pc:graphicFrameChg>
        <pc:graphicFrameChg chg="add mod">
          <ac:chgData name="Darshan Rathod" userId="7acf574e-9776-4813-9697-768c3f527cee" providerId="ADAL" clId="{CFD18792-CF5F-4F62-B8E7-A1B9A85AF57B}" dt="2026-08-14T10:54:26.438" v="3900" actId="2711"/>
          <ac:graphicFrameMkLst>
            <pc:docMk/>
            <pc:sldMk cId="1797917954" sldId="363"/>
            <ac:graphicFrameMk id="5" creationId="{C79255D8-711F-7ED6-FA2E-36641EB0EC60}"/>
          </ac:graphicFrameMkLst>
        </pc:graphicFrameChg>
      </pc:sldChg>
    </pc:docChg>
  </pc:docChgLst>
  <pc:docChgLst>
    <pc:chgData name="Darshan Rathod" userId="S::darshan.r@raghavgroup.in::7acf574e-9776-4813-9697-768c3f527cee" providerId="AD" clId="Web-{F4F0C0BC-E756-D459-8078-349C62FE8C6C}"/>
    <pc:docChg chg="modSld">
      <pc:chgData name="Darshan Rathod" userId="S::darshan.r@raghavgroup.in::7acf574e-9776-4813-9697-768c3f527cee" providerId="AD" clId="Web-{F4F0C0BC-E756-D459-8078-349C62FE8C6C}" dt="2026-08-11T11:48:00.957" v="2"/>
      <pc:docMkLst>
        <pc:docMk/>
      </pc:docMkLst>
      <pc:sldChg chg="addSp delSp">
        <pc:chgData name="Darshan Rathod" userId="S::darshan.r@raghavgroup.in::7acf574e-9776-4813-9697-768c3f527cee" providerId="AD" clId="Web-{F4F0C0BC-E756-D459-8078-349C62FE8C6C}" dt="2026-08-11T11:48:00.957" v="2"/>
        <pc:sldMkLst>
          <pc:docMk/>
          <pc:sldMk cId="824456512" sldId="267"/>
        </pc:sldMkLst>
      </pc:sldChg>
    </pc:docChg>
  </pc:docChgLst>
  <pc:docChgLst>
    <pc:chgData name="Siddhesh Sawant" userId="b3668dfa-41c6-4925-9277-9e55f26d292d" providerId="ADAL" clId="{43249FE2-2655-498B-B959-FA550A9B7F52}"/>
    <pc:docChg chg="undo custSel addSld modSld sldOrd">
      <pc:chgData name="Siddhesh Sawant" userId="b3668dfa-41c6-4925-9277-9e55f26d292d" providerId="ADAL" clId="{43249FE2-2655-498B-B959-FA550A9B7F52}" dt="2026-08-13T07:57:32.087" v="939" actId="20577"/>
      <pc:docMkLst>
        <pc:docMk/>
      </pc:docMkLst>
      <pc:sldChg chg="modSp add mod ord modShow">
        <pc:chgData name="Siddhesh Sawant" userId="b3668dfa-41c6-4925-9277-9e55f26d292d" providerId="ADAL" clId="{43249FE2-2655-498B-B959-FA550A9B7F52}" dt="2026-08-12T11:41:07.928" v="239" actId="20577"/>
        <pc:sldMkLst>
          <pc:docMk/>
          <pc:sldMk cId="2490327153" sldId="300"/>
        </pc:sldMkLst>
        <pc:spChg chg="mod">
          <ac:chgData name="Siddhesh Sawant" userId="b3668dfa-41c6-4925-9277-9e55f26d292d" providerId="ADAL" clId="{43249FE2-2655-498B-B959-FA550A9B7F52}" dt="2026-08-12T11:41:07.928" v="239" actId="20577"/>
          <ac:spMkLst>
            <pc:docMk/>
            <pc:sldMk cId="2490327153" sldId="300"/>
            <ac:spMk id="5" creationId="{5562B3CC-9E35-382A-428C-568DCC957C70}"/>
          </ac:spMkLst>
        </pc:spChg>
      </pc:sldChg>
      <pc:sldChg chg="modSp add mod">
        <pc:chgData name="Siddhesh Sawant" userId="b3668dfa-41c6-4925-9277-9e55f26d292d" providerId="ADAL" clId="{43249FE2-2655-498B-B959-FA550A9B7F52}" dt="2026-08-12T11:40:46.334" v="236" actId="14100"/>
        <pc:sldMkLst>
          <pc:docMk/>
          <pc:sldMk cId="493166422" sldId="306"/>
        </pc:sldMkLst>
        <pc:spChg chg="mod">
          <ac:chgData name="Siddhesh Sawant" userId="b3668dfa-41c6-4925-9277-9e55f26d292d" providerId="ADAL" clId="{43249FE2-2655-498B-B959-FA550A9B7F52}" dt="2026-08-12T11:40:46.334" v="236" actId="14100"/>
          <ac:spMkLst>
            <pc:docMk/>
            <pc:sldMk cId="493166422" sldId="306"/>
            <ac:spMk id="5" creationId="{5307BD4A-96DA-11E7-DFB6-AD42E930F828}"/>
          </ac:spMkLst>
        </pc:spChg>
      </pc:sldChg>
      <pc:sldChg chg="modSp mod modNotesTx">
        <pc:chgData name="Siddhesh Sawant" userId="b3668dfa-41c6-4925-9277-9e55f26d292d" providerId="ADAL" clId="{43249FE2-2655-498B-B959-FA550A9B7F52}" dt="2026-08-13T07:48:53.609" v="802" actId="20577"/>
        <pc:sldMkLst>
          <pc:docMk/>
          <pc:sldMk cId="640737654" sldId="331"/>
        </pc:sldMkLst>
        <pc:spChg chg="mod">
          <ac:chgData name="Siddhesh Sawant" userId="b3668dfa-41c6-4925-9277-9e55f26d292d" providerId="ADAL" clId="{43249FE2-2655-498B-B959-FA550A9B7F52}" dt="2026-08-13T07:45:48.227" v="786" actId="20577"/>
          <ac:spMkLst>
            <pc:docMk/>
            <pc:sldMk cId="640737654" sldId="331"/>
            <ac:spMk id="4" creationId="{A368F97E-617D-D250-8D67-6B9DB1E78150}"/>
          </ac:spMkLst>
        </pc:spChg>
        <pc:spChg chg="mod">
          <ac:chgData name="Siddhesh Sawant" userId="b3668dfa-41c6-4925-9277-9e55f26d292d" providerId="ADAL" clId="{43249FE2-2655-498B-B959-FA550A9B7F52}" dt="2026-08-13T07:45:39.438" v="779" actId="20577"/>
          <ac:spMkLst>
            <pc:docMk/>
            <pc:sldMk cId="640737654" sldId="331"/>
            <ac:spMk id="27" creationId="{7BD7D9E5-C6D0-658A-01C9-04B5D15E1848}"/>
          </ac:spMkLst>
        </pc:spChg>
        <pc:spChg chg="mod">
          <ac:chgData name="Siddhesh Sawant" userId="b3668dfa-41c6-4925-9277-9e55f26d292d" providerId="ADAL" clId="{43249FE2-2655-498B-B959-FA550A9B7F52}" dt="2026-08-13T07:35:21.540" v="588" actId="20577"/>
          <ac:spMkLst>
            <pc:docMk/>
            <pc:sldMk cId="640737654" sldId="331"/>
            <ac:spMk id="46" creationId="{4F90F320-4C0C-5BD4-5329-8B9A14F5923F}"/>
          </ac:spMkLst>
        </pc:spChg>
        <pc:spChg chg="mod">
          <ac:chgData name="Siddhesh Sawant" userId="b3668dfa-41c6-4925-9277-9e55f26d292d" providerId="ADAL" clId="{43249FE2-2655-498B-B959-FA550A9B7F52}" dt="2026-08-13T07:36:12.589" v="597" actId="20577"/>
          <ac:spMkLst>
            <pc:docMk/>
            <pc:sldMk cId="640737654" sldId="331"/>
            <ac:spMk id="50" creationId="{E2F7BCF3-54A8-C26C-4E0B-77574DA5BEB7}"/>
          </ac:spMkLst>
        </pc:spChg>
        <pc:spChg chg="mod">
          <ac:chgData name="Siddhesh Sawant" userId="b3668dfa-41c6-4925-9277-9e55f26d292d" providerId="ADAL" clId="{43249FE2-2655-498B-B959-FA550A9B7F52}" dt="2026-08-12T05:47:52.922" v="53" actId="20577"/>
          <ac:spMkLst>
            <pc:docMk/>
            <pc:sldMk cId="640737654" sldId="331"/>
            <ac:spMk id="58" creationId="{AC8C8CB8-C2F3-8C3C-B221-A5C8E93D2AF6}"/>
          </ac:spMkLst>
        </pc:spChg>
        <pc:spChg chg="mod">
          <ac:chgData name="Siddhesh Sawant" userId="b3668dfa-41c6-4925-9277-9e55f26d292d" providerId="ADAL" clId="{43249FE2-2655-498B-B959-FA550A9B7F52}" dt="2026-08-12T12:23:36.524" v="254" actId="20577"/>
          <ac:spMkLst>
            <pc:docMk/>
            <pc:sldMk cId="640737654" sldId="331"/>
            <ac:spMk id="63" creationId="{C19B1313-C03C-E9C1-4ED7-9DFBBF8C2973}"/>
          </ac:spMkLst>
        </pc:spChg>
      </pc:sldChg>
      <pc:sldChg chg="modSp mod modNotesTx">
        <pc:chgData name="Siddhesh Sawant" userId="b3668dfa-41c6-4925-9277-9e55f26d292d" providerId="ADAL" clId="{43249FE2-2655-498B-B959-FA550A9B7F52}" dt="2026-08-13T07:48:45.628" v="800" actId="20577"/>
        <pc:sldMkLst>
          <pc:docMk/>
          <pc:sldMk cId="763749883" sldId="332"/>
        </pc:sldMkLst>
        <pc:spChg chg="mod">
          <ac:chgData name="Siddhesh Sawant" userId="b3668dfa-41c6-4925-9277-9e55f26d292d" providerId="ADAL" clId="{43249FE2-2655-498B-B959-FA550A9B7F52}" dt="2026-08-13T07:36:56.633" v="610" actId="20577"/>
          <ac:spMkLst>
            <pc:docMk/>
            <pc:sldMk cId="763749883" sldId="332"/>
            <ac:spMk id="134" creationId="{F054EF71-16D7-949D-EFA2-10AF20FF3B20}"/>
          </ac:spMkLst>
        </pc:spChg>
        <pc:spChg chg="mod">
          <ac:chgData name="Siddhesh Sawant" userId="b3668dfa-41c6-4925-9277-9e55f26d292d" providerId="ADAL" clId="{43249FE2-2655-498B-B959-FA550A9B7F52}" dt="2026-08-13T07:37:46.708" v="621" actId="20577"/>
          <ac:spMkLst>
            <pc:docMk/>
            <pc:sldMk cId="763749883" sldId="332"/>
            <ac:spMk id="142" creationId="{F96C9AAF-6B68-AF45-39A5-14BC241E74F0}"/>
          </ac:spMkLst>
        </pc:spChg>
        <pc:spChg chg="mod">
          <ac:chgData name="Siddhesh Sawant" userId="b3668dfa-41c6-4925-9277-9e55f26d292d" providerId="ADAL" clId="{43249FE2-2655-498B-B959-FA550A9B7F52}" dt="2026-08-13T07:46:24.310" v="787" actId="20577"/>
          <ac:spMkLst>
            <pc:docMk/>
            <pc:sldMk cId="763749883" sldId="332"/>
            <ac:spMk id="150" creationId="{DFC8958C-0EA6-C354-2ECD-5C6C7611D9E1}"/>
          </ac:spMkLst>
        </pc:spChg>
      </pc:sldChg>
      <pc:sldChg chg="modSp mod">
        <pc:chgData name="Siddhesh Sawant" userId="b3668dfa-41c6-4925-9277-9e55f26d292d" providerId="ADAL" clId="{43249FE2-2655-498B-B959-FA550A9B7F52}" dt="2026-08-12T12:28:11.471" v="260" actId="1076"/>
        <pc:sldMkLst>
          <pc:docMk/>
          <pc:sldMk cId="2461144146" sldId="333"/>
        </pc:sldMkLst>
        <pc:spChg chg="mod">
          <ac:chgData name="Siddhesh Sawant" userId="b3668dfa-41c6-4925-9277-9e55f26d292d" providerId="ADAL" clId="{43249FE2-2655-498B-B959-FA550A9B7F52}" dt="2026-08-12T12:27:54.385" v="259" actId="1076"/>
          <ac:spMkLst>
            <pc:docMk/>
            <pc:sldMk cId="2461144146" sldId="333"/>
            <ac:spMk id="3" creationId="{FF758D01-18E2-50D8-0997-53B720B29391}"/>
          </ac:spMkLst>
        </pc:spChg>
        <pc:spChg chg="mod">
          <ac:chgData name="Siddhesh Sawant" userId="b3668dfa-41c6-4925-9277-9e55f26d292d" providerId="ADAL" clId="{43249FE2-2655-498B-B959-FA550A9B7F52}" dt="2026-08-12T12:27:49.271" v="257" actId="1076"/>
          <ac:spMkLst>
            <pc:docMk/>
            <pc:sldMk cId="2461144146" sldId="333"/>
            <ac:spMk id="30" creationId="{669DF21C-A7F9-78BB-B57E-B4575125ABC3}"/>
          </ac:spMkLst>
        </pc:spChg>
        <pc:spChg chg="mod">
          <ac:chgData name="Siddhesh Sawant" userId="b3668dfa-41c6-4925-9277-9e55f26d292d" providerId="ADAL" clId="{43249FE2-2655-498B-B959-FA550A9B7F52}" dt="2026-08-12T12:27:23.221" v="255" actId="1076"/>
          <ac:spMkLst>
            <pc:docMk/>
            <pc:sldMk cId="2461144146" sldId="333"/>
            <ac:spMk id="34" creationId="{3DEA0C7C-DE8C-7F80-8DC3-3BBF1D78CECB}"/>
          </ac:spMkLst>
        </pc:spChg>
        <pc:spChg chg="mod">
          <ac:chgData name="Siddhesh Sawant" userId="b3668dfa-41c6-4925-9277-9e55f26d292d" providerId="ADAL" clId="{43249FE2-2655-498B-B959-FA550A9B7F52}" dt="2026-08-12T12:28:11.471" v="260" actId="1076"/>
          <ac:spMkLst>
            <pc:docMk/>
            <pc:sldMk cId="2461144146" sldId="333"/>
            <ac:spMk id="42" creationId="{AD73F3D2-F9A9-1348-6010-73C51261D8A7}"/>
          </ac:spMkLst>
        </pc:spChg>
      </pc:sldChg>
      <pc:sldChg chg="modSp mod">
        <pc:chgData name="Siddhesh Sawant" userId="b3668dfa-41c6-4925-9277-9e55f26d292d" providerId="ADAL" clId="{43249FE2-2655-498B-B959-FA550A9B7F52}" dt="2026-08-13T07:43:58.700" v="729" actId="20577"/>
        <pc:sldMkLst>
          <pc:docMk/>
          <pc:sldMk cId="3253979327" sldId="334"/>
        </pc:sldMkLst>
        <pc:spChg chg="mod">
          <ac:chgData name="Siddhesh Sawant" userId="b3668dfa-41c6-4925-9277-9e55f26d292d" providerId="ADAL" clId="{43249FE2-2655-498B-B959-FA550A9B7F52}" dt="2026-08-13T07:41:42.103" v="650" actId="20577"/>
          <ac:spMkLst>
            <pc:docMk/>
            <pc:sldMk cId="3253979327" sldId="334"/>
            <ac:spMk id="25" creationId="{2963695E-C18F-0EA0-54FD-895B27C4BEB0}"/>
          </ac:spMkLst>
        </pc:spChg>
        <pc:spChg chg="mod">
          <ac:chgData name="Siddhesh Sawant" userId="b3668dfa-41c6-4925-9277-9e55f26d292d" providerId="ADAL" clId="{43249FE2-2655-498B-B959-FA550A9B7F52}" dt="2026-08-13T07:42:10.099" v="667" actId="20577"/>
          <ac:spMkLst>
            <pc:docMk/>
            <pc:sldMk cId="3253979327" sldId="334"/>
            <ac:spMk id="33" creationId="{44109D67-2207-6ECB-A95A-2D76DF57AA0D}"/>
          </ac:spMkLst>
        </pc:spChg>
        <pc:spChg chg="mod">
          <ac:chgData name="Siddhesh Sawant" userId="b3668dfa-41c6-4925-9277-9e55f26d292d" providerId="ADAL" clId="{43249FE2-2655-498B-B959-FA550A9B7F52}" dt="2026-08-13T07:42:30.809" v="679" actId="20577"/>
          <ac:spMkLst>
            <pc:docMk/>
            <pc:sldMk cId="3253979327" sldId="334"/>
            <ac:spMk id="41" creationId="{62660A23-0A03-A2C1-D457-9431A5978AB4}"/>
          </ac:spMkLst>
        </pc:spChg>
        <pc:spChg chg="mod">
          <ac:chgData name="Siddhesh Sawant" userId="b3668dfa-41c6-4925-9277-9e55f26d292d" providerId="ADAL" clId="{43249FE2-2655-498B-B959-FA550A9B7F52}" dt="2026-08-13T07:43:01.939" v="692" actId="20577"/>
          <ac:spMkLst>
            <pc:docMk/>
            <pc:sldMk cId="3253979327" sldId="334"/>
            <ac:spMk id="49" creationId="{C28FFA1F-A704-A591-5CA5-EFBDC6FB638A}"/>
          </ac:spMkLst>
        </pc:spChg>
        <pc:spChg chg="mod">
          <ac:chgData name="Siddhesh Sawant" userId="b3668dfa-41c6-4925-9277-9e55f26d292d" providerId="ADAL" clId="{43249FE2-2655-498B-B959-FA550A9B7F52}" dt="2026-08-13T07:43:29.423" v="703" actId="20577"/>
          <ac:spMkLst>
            <pc:docMk/>
            <pc:sldMk cId="3253979327" sldId="334"/>
            <ac:spMk id="57" creationId="{E3BCBB80-FA6D-B576-A773-6334DCE6FAB9}"/>
          </ac:spMkLst>
        </pc:spChg>
        <pc:spChg chg="mod">
          <ac:chgData name="Siddhesh Sawant" userId="b3668dfa-41c6-4925-9277-9e55f26d292d" providerId="ADAL" clId="{43249FE2-2655-498B-B959-FA550A9B7F52}" dt="2026-08-13T07:43:45.828" v="718" actId="20577"/>
          <ac:spMkLst>
            <pc:docMk/>
            <pc:sldMk cId="3253979327" sldId="334"/>
            <ac:spMk id="65" creationId="{2852506F-F97B-CB8C-D074-89E5ED5D9A0C}"/>
          </ac:spMkLst>
        </pc:spChg>
        <pc:spChg chg="mod">
          <ac:chgData name="Siddhesh Sawant" userId="b3668dfa-41c6-4925-9277-9e55f26d292d" providerId="ADAL" clId="{43249FE2-2655-498B-B959-FA550A9B7F52}" dt="2026-08-13T07:43:58.700" v="729" actId="20577"/>
          <ac:spMkLst>
            <pc:docMk/>
            <pc:sldMk cId="3253979327" sldId="334"/>
            <ac:spMk id="73" creationId="{7E723FD3-3851-3F73-9F49-635BC7A04B17}"/>
          </ac:spMkLst>
        </pc:spChg>
      </pc:sldChg>
      <pc:sldChg chg="modSp mod">
        <pc:chgData name="Siddhesh Sawant" userId="b3668dfa-41c6-4925-9277-9e55f26d292d" providerId="ADAL" clId="{43249FE2-2655-498B-B959-FA550A9B7F52}" dt="2026-08-13T06:22:14.313" v="514" actId="404"/>
        <pc:sldMkLst>
          <pc:docMk/>
          <pc:sldMk cId="585957787" sldId="336"/>
        </pc:sldMkLst>
        <pc:spChg chg="mod">
          <ac:chgData name="Siddhesh Sawant" userId="b3668dfa-41c6-4925-9277-9e55f26d292d" providerId="ADAL" clId="{43249FE2-2655-498B-B959-FA550A9B7F52}" dt="2026-08-13T06:16:32.386" v="468" actId="20577"/>
          <ac:spMkLst>
            <pc:docMk/>
            <pc:sldMk cId="585957787" sldId="336"/>
            <ac:spMk id="4" creationId="{621E1E3F-4485-89D8-3348-812BBB781F79}"/>
          </ac:spMkLst>
        </pc:spChg>
        <pc:spChg chg="mod">
          <ac:chgData name="Siddhesh Sawant" userId="b3668dfa-41c6-4925-9277-9e55f26d292d" providerId="ADAL" clId="{43249FE2-2655-498B-B959-FA550A9B7F52}" dt="2026-08-13T06:22:14.313" v="514" actId="404"/>
          <ac:spMkLst>
            <pc:docMk/>
            <pc:sldMk cId="585957787" sldId="336"/>
            <ac:spMk id="5" creationId="{C89C7B19-B28B-5A87-6E23-E40A7252C2AC}"/>
          </ac:spMkLst>
        </pc:spChg>
        <pc:spChg chg="mod">
          <ac:chgData name="Siddhesh Sawant" userId="b3668dfa-41c6-4925-9277-9e55f26d292d" providerId="ADAL" clId="{43249FE2-2655-498B-B959-FA550A9B7F52}" dt="2026-08-13T06:17:08.128" v="483" actId="20577"/>
          <ac:spMkLst>
            <pc:docMk/>
            <pc:sldMk cId="585957787" sldId="336"/>
            <ac:spMk id="10" creationId="{AB6DE3CE-088E-D74E-DB6A-078AE1CE0A2F}"/>
          </ac:spMkLst>
        </pc:spChg>
        <pc:spChg chg="mod">
          <ac:chgData name="Siddhesh Sawant" userId="b3668dfa-41c6-4925-9277-9e55f26d292d" providerId="ADAL" clId="{43249FE2-2655-498B-B959-FA550A9B7F52}" dt="2026-08-13T06:17:28.747" v="498" actId="20577"/>
          <ac:spMkLst>
            <pc:docMk/>
            <pc:sldMk cId="585957787" sldId="336"/>
            <ac:spMk id="36" creationId="{FB467FAF-CF51-B346-FA7C-4E6A17275B29}"/>
          </ac:spMkLst>
        </pc:spChg>
        <pc:spChg chg="mod">
          <ac:chgData name="Siddhesh Sawant" userId="b3668dfa-41c6-4925-9277-9e55f26d292d" providerId="ADAL" clId="{43249FE2-2655-498B-B959-FA550A9B7F52}" dt="2026-08-13T06:17:38.576" v="500" actId="1076"/>
          <ac:spMkLst>
            <pc:docMk/>
            <pc:sldMk cId="585957787" sldId="336"/>
            <ac:spMk id="39" creationId="{E157F949-1289-FAAB-2440-9BC7F4137AAA}"/>
          </ac:spMkLst>
        </pc:spChg>
      </pc:sldChg>
      <pc:sldChg chg="modSp mod">
        <pc:chgData name="Siddhesh Sawant" userId="b3668dfa-41c6-4925-9277-9e55f26d292d" providerId="ADAL" clId="{43249FE2-2655-498B-B959-FA550A9B7F52}" dt="2026-08-13T05:37:53.644" v="276" actId="20577"/>
        <pc:sldMkLst>
          <pc:docMk/>
          <pc:sldMk cId="1807235579" sldId="337"/>
        </pc:sldMkLst>
        <pc:spChg chg="mod">
          <ac:chgData name="Siddhesh Sawant" userId="b3668dfa-41c6-4925-9277-9e55f26d292d" providerId="ADAL" clId="{43249FE2-2655-498B-B959-FA550A9B7F52}" dt="2026-08-13T05:37:53.644" v="276" actId="20577"/>
          <ac:spMkLst>
            <pc:docMk/>
            <pc:sldMk cId="1807235579" sldId="337"/>
            <ac:spMk id="5" creationId="{6F1236D7-5F7E-592B-4EDC-6D2A9A9F6D1F}"/>
          </ac:spMkLst>
        </pc:spChg>
      </pc:sldChg>
      <pc:sldChg chg="modSp mod">
        <pc:chgData name="Siddhesh Sawant" userId="b3668dfa-41c6-4925-9277-9e55f26d292d" providerId="ADAL" clId="{43249FE2-2655-498B-B959-FA550A9B7F52}" dt="2026-08-12T11:59:24.559" v="252" actId="207"/>
        <pc:sldMkLst>
          <pc:docMk/>
          <pc:sldMk cId="624430871" sldId="339"/>
        </pc:sldMkLst>
        <pc:spChg chg="mod">
          <ac:chgData name="Siddhesh Sawant" userId="b3668dfa-41c6-4925-9277-9e55f26d292d" providerId="ADAL" clId="{43249FE2-2655-498B-B959-FA550A9B7F52}" dt="2026-08-12T11:56:36.112" v="247" actId="207"/>
          <ac:spMkLst>
            <pc:docMk/>
            <pc:sldMk cId="624430871" sldId="339"/>
            <ac:spMk id="4" creationId="{98CCE1A1-8AF6-C07E-D7B1-46A49A312C32}"/>
          </ac:spMkLst>
        </pc:spChg>
        <pc:spChg chg="mod">
          <ac:chgData name="Siddhesh Sawant" userId="b3668dfa-41c6-4925-9277-9e55f26d292d" providerId="ADAL" clId="{43249FE2-2655-498B-B959-FA550A9B7F52}" dt="2026-08-12T11:59:24.559" v="252" actId="207"/>
          <ac:spMkLst>
            <pc:docMk/>
            <pc:sldMk cId="624430871" sldId="339"/>
            <ac:spMk id="7" creationId="{D041074B-F603-2F15-5509-5227AFE26C75}"/>
          </ac:spMkLst>
        </pc:spChg>
        <pc:spChg chg="mod">
          <ac:chgData name="Siddhesh Sawant" userId="b3668dfa-41c6-4925-9277-9e55f26d292d" providerId="ADAL" clId="{43249FE2-2655-498B-B959-FA550A9B7F52}" dt="2026-08-12T11:50:07.874" v="245" actId="207"/>
          <ac:spMkLst>
            <pc:docMk/>
            <pc:sldMk cId="624430871" sldId="339"/>
            <ac:spMk id="9" creationId="{709C49DF-08E3-D914-F967-5690F8435E2D}"/>
          </ac:spMkLst>
        </pc:spChg>
        <pc:spChg chg="mod">
          <ac:chgData name="Siddhesh Sawant" userId="b3668dfa-41c6-4925-9277-9e55f26d292d" providerId="ADAL" clId="{43249FE2-2655-498B-B959-FA550A9B7F52}" dt="2026-08-12T11:56:45.617" v="248" actId="207"/>
          <ac:spMkLst>
            <pc:docMk/>
            <pc:sldMk cId="624430871" sldId="339"/>
            <ac:spMk id="10" creationId="{D5209468-5618-3FDE-F546-F3D8E0ACE39E}"/>
          </ac:spMkLst>
        </pc:spChg>
        <pc:spChg chg="mod">
          <ac:chgData name="Siddhesh Sawant" userId="b3668dfa-41c6-4925-9277-9e55f26d292d" providerId="ADAL" clId="{43249FE2-2655-498B-B959-FA550A9B7F52}" dt="2026-08-12T11:50:16.042" v="246" actId="207"/>
          <ac:spMkLst>
            <pc:docMk/>
            <pc:sldMk cId="624430871" sldId="339"/>
            <ac:spMk id="12" creationId="{36090DB5-6D4A-7F25-0A25-4A551DAF456B}"/>
          </ac:spMkLst>
        </pc:spChg>
        <pc:spChg chg="mod">
          <ac:chgData name="Siddhesh Sawant" userId="b3668dfa-41c6-4925-9277-9e55f26d292d" providerId="ADAL" clId="{43249FE2-2655-498B-B959-FA550A9B7F52}" dt="2026-08-12T11:58:01.886" v="250" actId="207"/>
          <ac:spMkLst>
            <pc:docMk/>
            <pc:sldMk cId="624430871" sldId="339"/>
            <ac:spMk id="14" creationId="{78A400EB-8320-1EA4-3E2E-61EA4BB0B886}"/>
          </ac:spMkLst>
        </pc:spChg>
      </pc:sldChg>
      <pc:sldChg chg="addSp delSp modSp mod">
        <pc:chgData name="Siddhesh Sawant" userId="b3668dfa-41c6-4925-9277-9e55f26d292d" providerId="ADAL" clId="{43249FE2-2655-498B-B959-FA550A9B7F52}" dt="2026-08-13T07:57:32.087" v="939" actId="20577"/>
        <pc:sldMkLst>
          <pc:docMk/>
          <pc:sldMk cId="26896388" sldId="341"/>
        </pc:sldMkLst>
        <pc:spChg chg="mod">
          <ac:chgData name="Siddhesh Sawant" userId="b3668dfa-41c6-4925-9277-9e55f26d292d" providerId="ADAL" clId="{43249FE2-2655-498B-B959-FA550A9B7F52}" dt="2026-08-13T05:48:05.415" v="372" actId="1076"/>
          <ac:spMkLst>
            <pc:docMk/>
            <pc:sldMk cId="26896388" sldId="341"/>
            <ac:spMk id="2" creationId="{BAAEAF64-FDFB-84F2-8195-AE7E09A84AAC}"/>
          </ac:spMkLst>
        </pc:spChg>
        <pc:spChg chg="mod">
          <ac:chgData name="Siddhesh Sawant" userId="b3668dfa-41c6-4925-9277-9e55f26d292d" providerId="ADAL" clId="{43249FE2-2655-498B-B959-FA550A9B7F52}" dt="2026-08-13T05:44:40.218" v="316" actId="122"/>
          <ac:spMkLst>
            <pc:docMk/>
            <pc:sldMk cId="26896388" sldId="341"/>
            <ac:spMk id="7" creationId="{A4CD2258-D11D-509F-FA2C-AFB05D2DFEA6}"/>
          </ac:spMkLst>
        </pc:spChg>
        <pc:spChg chg="add mod">
          <ac:chgData name="Siddhesh Sawant" userId="b3668dfa-41c6-4925-9277-9e55f26d292d" providerId="ADAL" clId="{43249FE2-2655-498B-B959-FA550A9B7F52}" dt="2026-08-13T05:45:01.468" v="322" actId="1076"/>
          <ac:spMkLst>
            <pc:docMk/>
            <pc:sldMk cId="26896388" sldId="341"/>
            <ac:spMk id="8" creationId="{2F8B10B8-2797-50CB-D3A6-B7E49C3A090B}"/>
          </ac:spMkLst>
        </pc:spChg>
        <pc:spChg chg="mod">
          <ac:chgData name="Siddhesh Sawant" userId="b3668dfa-41c6-4925-9277-9e55f26d292d" providerId="ADAL" clId="{43249FE2-2655-498B-B959-FA550A9B7F52}" dt="2026-08-13T05:46:23.592" v="360" actId="20577"/>
          <ac:spMkLst>
            <pc:docMk/>
            <pc:sldMk cId="26896388" sldId="341"/>
            <ac:spMk id="11" creationId="{1AA34A48-D098-05B9-173A-6CAC835B7A83}"/>
          </ac:spMkLst>
        </pc:spChg>
        <pc:spChg chg="add mod">
          <ac:chgData name="Siddhesh Sawant" userId="b3668dfa-41c6-4925-9277-9e55f26d292d" providerId="ADAL" clId="{43249FE2-2655-498B-B959-FA550A9B7F52}" dt="2026-08-13T05:45:11.029" v="324" actId="1076"/>
          <ac:spMkLst>
            <pc:docMk/>
            <pc:sldMk cId="26896388" sldId="341"/>
            <ac:spMk id="12" creationId="{118BC903-43BA-8396-9217-6D963703B2EE}"/>
          </ac:spMkLst>
        </pc:spChg>
        <pc:spChg chg="mod">
          <ac:chgData name="Siddhesh Sawant" userId="b3668dfa-41c6-4925-9277-9e55f26d292d" providerId="ADAL" clId="{43249FE2-2655-498B-B959-FA550A9B7F52}" dt="2026-08-13T05:44:34.030" v="314" actId="1076"/>
          <ac:spMkLst>
            <pc:docMk/>
            <pc:sldMk cId="26896388" sldId="341"/>
            <ac:spMk id="14" creationId="{CC831701-0A37-52D1-5B96-C033FCA72C9F}"/>
          </ac:spMkLst>
        </pc:spChg>
        <pc:spChg chg="add mod">
          <ac:chgData name="Siddhesh Sawant" userId="b3668dfa-41c6-4925-9277-9e55f26d292d" providerId="ADAL" clId="{43249FE2-2655-498B-B959-FA550A9B7F52}" dt="2026-08-13T05:45:50.765" v="342" actId="20577"/>
          <ac:spMkLst>
            <pc:docMk/>
            <pc:sldMk cId="26896388" sldId="341"/>
            <ac:spMk id="18" creationId="{14C82152-A754-3A3B-B621-6E1CB9D533AD}"/>
          </ac:spMkLst>
        </pc:spChg>
        <pc:spChg chg="add mod">
          <ac:chgData name="Siddhesh Sawant" userId="b3668dfa-41c6-4925-9277-9e55f26d292d" providerId="ADAL" clId="{43249FE2-2655-498B-B959-FA550A9B7F52}" dt="2026-08-13T05:46:14.121" v="352" actId="20577"/>
          <ac:spMkLst>
            <pc:docMk/>
            <pc:sldMk cId="26896388" sldId="341"/>
            <ac:spMk id="22" creationId="{38058AFD-B76F-3130-B09D-E07C167B38C8}"/>
          </ac:spMkLst>
        </pc:spChg>
        <pc:spChg chg="add del mod">
          <ac:chgData name="Siddhesh Sawant" userId="b3668dfa-41c6-4925-9277-9e55f26d292d" providerId="ADAL" clId="{43249FE2-2655-498B-B959-FA550A9B7F52}" dt="2026-08-13T05:47:11.322" v="365" actId="478"/>
          <ac:spMkLst>
            <pc:docMk/>
            <pc:sldMk cId="26896388" sldId="341"/>
            <ac:spMk id="26" creationId="{E8FDBDCE-5227-06CA-2BF2-0453D10D9785}"/>
          </ac:spMkLst>
        </pc:spChg>
        <pc:graphicFrameChg chg="mod modGraphic">
          <ac:chgData name="Siddhesh Sawant" userId="b3668dfa-41c6-4925-9277-9e55f26d292d" providerId="ADAL" clId="{43249FE2-2655-498B-B959-FA550A9B7F52}" dt="2026-08-13T07:57:32.087" v="939" actId="20577"/>
          <ac:graphicFrameMkLst>
            <pc:docMk/>
            <pc:sldMk cId="26896388" sldId="341"/>
            <ac:graphicFrameMk id="4" creationId="{62BBEF1B-330D-9834-0DF9-6697E3DCBD50}"/>
          </ac:graphicFrameMkLst>
        </pc:graphicFrameChg>
      </pc:sldChg>
      <pc:sldChg chg="modSp mod modNotesTx">
        <pc:chgData name="Siddhesh Sawant" userId="b3668dfa-41c6-4925-9277-9e55f26d292d" providerId="ADAL" clId="{43249FE2-2655-498B-B959-FA550A9B7F52}" dt="2026-08-13T07:48:50.729" v="801" actId="20577"/>
        <pc:sldMkLst>
          <pc:docMk/>
          <pc:sldMk cId="682660429" sldId="343"/>
        </pc:sldMkLst>
        <pc:spChg chg="mod">
          <ac:chgData name="Siddhesh Sawant" userId="b3668dfa-41c6-4925-9277-9e55f26d292d" providerId="ADAL" clId="{43249FE2-2655-498B-B959-FA550A9B7F52}" dt="2026-08-12T08:19:09.724" v="107" actId="1035"/>
          <ac:spMkLst>
            <pc:docMk/>
            <pc:sldMk cId="682660429" sldId="343"/>
            <ac:spMk id="3" creationId="{44CB9CAA-C608-2D83-067E-65192B7B6BEC}"/>
          </ac:spMkLst>
        </pc:spChg>
        <pc:spChg chg="mod">
          <ac:chgData name="Siddhesh Sawant" userId="b3668dfa-41c6-4925-9277-9e55f26d292d" providerId="ADAL" clId="{43249FE2-2655-498B-B959-FA550A9B7F52}" dt="2026-08-12T08:18:36.534" v="102" actId="20577"/>
          <ac:spMkLst>
            <pc:docMk/>
            <pc:sldMk cId="682660429" sldId="343"/>
            <ac:spMk id="40" creationId="{21E43396-BC6C-AE47-3C51-69E6C690C384}"/>
          </ac:spMkLst>
        </pc:spChg>
        <pc:spChg chg="mod">
          <ac:chgData name="Siddhesh Sawant" userId="b3668dfa-41c6-4925-9277-9e55f26d292d" providerId="ADAL" clId="{43249FE2-2655-498B-B959-FA550A9B7F52}" dt="2026-08-12T08:18:53.575" v="106" actId="20577"/>
          <ac:spMkLst>
            <pc:docMk/>
            <pc:sldMk cId="682660429" sldId="343"/>
            <ac:spMk id="48" creationId="{14244724-CC22-FA4E-FFBA-44E7B783B562}"/>
          </ac:spMkLst>
        </pc:spChg>
      </pc:sldChg>
      <pc:sldChg chg="addSp delSp modSp mod">
        <pc:chgData name="Siddhesh Sawant" userId="b3668dfa-41c6-4925-9277-9e55f26d292d" providerId="ADAL" clId="{43249FE2-2655-498B-B959-FA550A9B7F52}" dt="2026-08-13T05:50:36.328" v="394" actId="14100"/>
        <pc:sldMkLst>
          <pc:docMk/>
          <pc:sldMk cId="414759490" sldId="347"/>
        </pc:sldMkLst>
        <pc:spChg chg="mod">
          <ac:chgData name="Siddhesh Sawant" userId="b3668dfa-41c6-4925-9277-9e55f26d292d" providerId="ADAL" clId="{43249FE2-2655-498B-B959-FA550A9B7F52}" dt="2026-08-13T05:50:36.328" v="394" actId="14100"/>
          <ac:spMkLst>
            <pc:docMk/>
            <pc:sldMk cId="414759490" sldId="347"/>
            <ac:spMk id="11" creationId="{909EE266-4FF8-DBFD-A076-6B56443C838C}"/>
          </ac:spMkLst>
        </pc:spChg>
        <pc:spChg chg="add">
          <ac:chgData name="Siddhesh Sawant" userId="b3668dfa-41c6-4925-9277-9e55f26d292d" providerId="ADAL" clId="{43249FE2-2655-498B-B959-FA550A9B7F52}" dt="2026-08-13T05:47:27.575" v="366" actId="22"/>
          <ac:spMkLst>
            <pc:docMk/>
            <pc:sldMk cId="414759490" sldId="347"/>
            <ac:spMk id="12" creationId="{C65B1703-8641-1E38-E72D-41D6CA661009}"/>
          </ac:spMkLst>
        </pc:spChg>
        <pc:spChg chg="add">
          <ac:chgData name="Siddhesh Sawant" userId="b3668dfa-41c6-4925-9277-9e55f26d292d" providerId="ADAL" clId="{43249FE2-2655-498B-B959-FA550A9B7F52}" dt="2026-08-13T05:47:27.575" v="366" actId="22"/>
          <ac:spMkLst>
            <pc:docMk/>
            <pc:sldMk cId="414759490" sldId="347"/>
            <ac:spMk id="20" creationId="{3591F742-338A-1E56-FFD2-BC471A2F722F}"/>
          </ac:spMkLst>
        </pc:spChg>
        <pc:spChg chg="mod">
          <ac:chgData name="Siddhesh Sawant" userId="b3668dfa-41c6-4925-9277-9e55f26d292d" providerId="ADAL" clId="{43249FE2-2655-498B-B959-FA550A9B7F52}" dt="2026-08-13T05:50:10.860" v="391" actId="14100"/>
          <ac:spMkLst>
            <pc:docMk/>
            <pc:sldMk cId="414759490" sldId="347"/>
            <ac:spMk id="22" creationId="{EF278FFB-0F0A-71B4-446A-3EC79DF38AB8}"/>
          </ac:spMkLst>
        </pc:spChg>
        <pc:spChg chg="add">
          <ac:chgData name="Siddhesh Sawant" userId="b3668dfa-41c6-4925-9277-9e55f26d292d" providerId="ADAL" clId="{43249FE2-2655-498B-B959-FA550A9B7F52}" dt="2026-08-13T05:47:27.575" v="366" actId="22"/>
          <ac:spMkLst>
            <pc:docMk/>
            <pc:sldMk cId="414759490" sldId="347"/>
            <ac:spMk id="28" creationId="{EB587B73-25E8-1D56-F58E-F2BFD1A1858F}"/>
          </ac:spMkLst>
        </pc:spChg>
        <pc:spChg chg="mod">
          <ac:chgData name="Siddhesh Sawant" userId="b3668dfa-41c6-4925-9277-9e55f26d292d" providerId="ADAL" clId="{43249FE2-2655-498B-B959-FA550A9B7F52}" dt="2026-08-13T05:49:39.594" v="386" actId="1076"/>
          <ac:spMkLst>
            <pc:docMk/>
            <pc:sldMk cId="414759490" sldId="347"/>
            <ac:spMk id="34" creationId="{8CD30373-6D2C-754E-0047-D05D13BEDF03}"/>
          </ac:spMkLst>
        </pc:spChg>
        <pc:spChg chg="add">
          <ac:chgData name="Siddhesh Sawant" userId="b3668dfa-41c6-4925-9277-9e55f26d292d" providerId="ADAL" clId="{43249FE2-2655-498B-B959-FA550A9B7F52}" dt="2026-08-13T05:47:27.575" v="366" actId="22"/>
          <ac:spMkLst>
            <pc:docMk/>
            <pc:sldMk cId="414759490" sldId="347"/>
            <ac:spMk id="36" creationId="{3374FF92-D2AE-FD2E-CFE4-B5CA9C0157FE}"/>
          </ac:spMkLst>
        </pc:spChg>
        <pc:spChg chg="mod">
          <ac:chgData name="Siddhesh Sawant" userId="b3668dfa-41c6-4925-9277-9e55f26d292d" providerId="ADAL" clId="{43249FE2-2655-498B-B959-FA550A9B7F52}" dt="2026-08-13T05:50:00.232" v="389" actId="1076"/>
          <ac:spMkLst>
            <pc:docMk/>
            <pc:sldMk cId="414759490" sldId="347"/>
            <ac:spMk id="38" creationId="{E6971978-5202-BABD-4870-E4F3732FA5E6}"/>
          </ac:spMkLst>
        </pc:spChg>
        <pc:spChg chg="add">
          <ac:chgData name="Siddhesh Sawant" userId="b3668dfa-41c6-4925-9277-9e55f26d292d" providerId="ADAL" clId="{43249FE2-2655-498B-B959-FA550A9B7F52}" dt="2026-08-13T05:47:27.575" v="366" actId="22"/>
          <ac:spMkLst>
            <pc:docMk/>
            <pc:sldMk cId="414759490" sldId="347"/>
            <ac:spMk id="44" creationId="{368BBD9E-4BDE-ACCD-3233-EFC3F691553D}"/>
          </ac:spMkLst>
        </pc:spChg>
        <pc:spChg chg="mod">
          <ac:chgData name="Siddhesh Sawant" userId="b3668dfa-41c6-4925-9277-9e55f26d292d" providerId="ADAL" clId="{43249FE2-2655-498B-B959-FA550A9B7F52}" dt="2026-08-13T05:50:19.715" v="392" actId="1076"/>
          <ac:spMkLst>
            <pc:docMk/>
            <pc:sldMk cId="414759490" sldId="347"/>
            <ac:spMk id="47" creationId="{9B1D2BCB-4472-270A-5551-5E1BACB2476A}"/>
          </ac:spMkLst>
        </pc:spChg>
        <pc:spChg chg="add">
          <ac:chgData name="Siddhesh Sawant" userId="b3668dfa-41c6-4925-9277-9e55f26d292d" providerId="ADAL" clId="{43249FE2-2655-498B-B959-FA550A9B7F52}" dt="2026-08-13T05:47:27.575" v="366" actId="22"/>
          <ac:spMkLst>
            <pc:docMk/>
            <pc:sldMk cId="414759490" sldId="347"/>
            <ac:spMk id="48" creationId="{6369122F-4841-26D8-2D32-1B2994E6209E}"/>
          </ac:spMkLst>
        </pc:spChg>
        <pc:spChg chg="mod">
          <ac:chgData name="Siddhesh Sawant" userId="b3668dfa-41c6-4925-9277-9e55f26d292d" providerId="ADAL" clId="{43249FE2-2655-498B-B959-FA550A9B7F52}" dt="2026-08-13T05:49:52.258" v="388" actId="1076"/>
          <ac:spMkLst>
            <pc:docMk/>
            <pc:sldMk cId="414759490" sldId="347"/>
            <ac:spMk id="49" creationId="{1C9C78AF-419E-98B5-4408-1F6AD8C32734}"/>
          </ac:spMkLst>
        </pc:spChg>
        <pc:spChg chg="add">
          <ac:chgData name="Siddhesh Sawant" userId="b3668dfa-41c6-4925-9277-9e55f26d292d" providerId="ADAL" clId="{43249FE2-2655-498B-B959-FA550A9B7F52}" dt="2026-08-13T05:47:27.575" v="366" actId="22"/>
          <ac:spMkLst>
            <pc:docMk/>
            <pc:sldMk cId="414759490" sldId="347"/>
            <ac:spMk id="51" creationId="{D2EA1BDB-B096-2524-A52C-26D7313C82EA}"/>
          </ac:spMkLst>
        </pc:spChg>
        <pc:spChg chg="add">
          <ac:chgData name="Siddhesh Sawant" userId="b3668dfa-41c6-4925-9277-9e55f26d292d" providerId="ADAL" clId="{43249FE2-2655-498B-B959-FA550A9B7F52}" dt="2026-08-13T05:47:27.575" v="366" actId="22"/>
          <ac:spMkLst>
            <pc:docMk/>
            <pc:sldMk cId="414759490" sldId="347"/>
            <ac:spMk id="53" creationId="{44E098CB-448E-78E9-74C0-2F6B4EA359A4}"/>
          </ac:spMkLst>
        </pc:spChg>
        <pc:spChg chg="add del">
          <ac:chgData name="Siddhesh Sawant" userId="b3668dfa-41c6-4925-9277-9e55f26d292d" providerId="ADAL" clId="{43249FE2-2655-498B-B959-FA550A9B7F52}" dt="2026-08-13T05:47:37.815" v="368" actId="22"/>
          <ac:spMkLst>
            <pc:docMk/>
            <pc:sldMk cId="414759490" sldId="347"/>
            <ac:spMk id="55" creationId="{8E8D21B8-D043-8B09-B78F-5E5A0D2B9A93}"/>
          </ac:spMkLst>
        </pc:spChg>
        <pc:spChg chg="add del">
          <ac:chgData name="Siddhesh Sawant" userId="b3668dfa-41c6-4925-9277-9e55f26d292d" providerId="ADAL" clId="{43249FE2-2655-498B-B959-FA550A9B7F52}" dt="2026-08-13T05:47:37.815" v="368" actId="22"/>
          <ac:spMkLst>
            <pc:docMk/>
            <pc:sldMk cId="414759490" sldId="347"/>
            <ac:spMk id="57" creationId="{D05458FA-500B-4CBD-05F6-4E50ED0733D5}"/>
          </ac:spMkLst>
        </pc:spChg>
        <pc:spChg chg="add del">
          <ac:chgData name="Siddhesh Sawant" userId="b3668dfa-41c6-4925-9277-9e55f26d292d" providerId="ADAL" clId="{43249FE2-2655-498B-B959-FA550A9B7F52}" dt="2026-08-13T05:47:37.815" v="368" actId="22"/>
          <ac:spMkLst>
            <pc:docMk/>
            <pc:sldMk cId="414759490" sldId="347"/>
            <ac:spMk id="59" creationId="{E3F57CBC-8668-FA3E-2D92-ED3860A4D63B}"/>
          </ac:spMkLst>
        </pc:spChg>
        <pc:spChg chg="add del">
          <ac:chgData name="Siddhesh Sawant" userId="b3668dfa-41c6-4925-9277-9e55f26d292d" providerId="ADAL" clId="{43249FE2-2655-498B-B959-FA550A9B7F52}" dt="2026-08-13T05:47:37.815" v="368" actId="22"/>
          <ac:spMkLst>
            <pc:docMk/>
            <pc:sldMk cId="414759490" sldId="347"/>
            <ac:spMk id="61" creationId="{04F22905-4F97-D18F-C612-C603BFDD641C}"/>
          </ac:spMkLst>
        </pc:spChg>
        <pc:spChg chg="add del">
          <ac:chgData name="Siddhesh Sawant" userId="b3668dfa-41c6-4925-9277-9e55f26d292d" providerId="ADAL" clId="{43249FE2-2655-498B-B959-FA550A9B7F52}" dt="2026-08-13T05:47:37.815" v="368" actId="22"/>
          <ac:spMkLst>
            <pc:docMk/>
            <pc:sldMk cId="414759490" sldId="347"/>
            <ac:spMk id="63" creationId="{FD59562B-4AF8-3420-7F55-B4C70988D733}"/>
          </ac:spMkLst>
        </pc:spChg>
        <pc:spChg chg="add del">
          <ac:chgData name="Siddhesh Sawant" userId="b3668dfa-41c6-4925-9277-9e55f26d292d" providerId="ADAL" clId="{43249FE2-2655-498B-B959-FA550A9B7F52}" dt="2026-08-13T05:47:37.815" v="368" actId="22"/>
          <ac:spMkLst>
            <pc:docMk/>
            <pc:sldMk cId="414759490" sldId="347"/>
            <ac:spMk id="65" creationId="{C300C9F8-D42A-DD66-2BF9-CFC158374C2A}"/>
          </ac:spMkLst>
        </pc:spChg>
        <pc:spChg chg="add del">
          <ac:chgData name="Siddhesh Sawant" userId="b3668dfa-41c6-4925-9277-9e55f26d292d" providerId="ADAL" clId="{43249FE2-2655-498B-B959-FA550A9B7F52}" dt="2026-08-13T05:47:37.815" v="368" actId="22"/>
          <ac:spMkLst>
            <pc:docMk/>
            <pc:sldMk cId="414759490" sldId="347"/>
            <ac:spMk id="67" creationId="{148A524E-1BE3-C005-DF79-8ABFF598A19B}"/>
          </ac:spMkLst>
        </pc:spChg>
        <pc:spChg chg="add del">
          <ac:chgData name="Siddhesh Sawant" userId="b3668dfa-41c6-4925-9277-9e55f26d292d" providerId="ADAL" clId="{43249FE2-2655-498B-B959-FA550A9B7F52}" dt="2026-08-13T05:47:37.815" v="368" actId="22"/>
          <ac:spMkLst>
            <pc:docMk/>
            <pc:sldMk cId="414759490" sldId="347"/>
            <ac:spMk id="69" creationId="{0880ABF8-3209-2B9F-7CFA-7913D4CFE97A}"/>
          </ac:spMkLst>
        </pc:spChg>
        <pc:spChg chg="add del">
          <ac:chgData name="Siddhesh Sawant" userId="b3668dfa-41c6-4925-9277-9e55f26d292d" providerId="ADAL" clId="{43249FE2-2655-498B-B959-FA550A9B7F52}" dt="2026-08-13T05:48:01.539" v="371" actId="22"/>
          <ac:spMkLst>
            <pc:docMk/>
            <pc:sldMk cId="414759490" sldId="347"/>
            <ac:spMk id="71" creationId="{FC444C41-3CBB-CBB1-22A0-DFAF9B964D1C}"/>
          </ac:spMkLst>
        </pc:spChg>
        <pc:spChg chg="add del">
          <ac:chgData name="Siddhesh Sawant" userId="b3668dfa-41c6-4925-9277-9e55f26d292d" providerId="ADAL" clId="{43249FE2-2655-498B-B959-FA550A9B7F52}" dt="2026-08-13T05:48:01.539" v="371" actId="22"/>
          <ac:spMkLst>
            <pc:docMk/>
            <pc:sldMk cId="414759490" sldId="347"/>
            <ac:spMk id="73" creationId="{B54E5EC7-B950-8F7F-F315-662F16D6FC15}"/>
          </ac:spMkLst>
        </pc:spChg>
        <pc:spChg chg="add del">
          <ac:chgData name="Siddhesh Sawant" userId="b3668dfa-41c6-4925-9277-9e55f26d292d" providerId="ADAL" clId="{43249FE2-2655-498B-B959-FA550A9B7F52}" dt="2026-08-13T05:48:01.539" v="371" actId="22"/>
          <ac:spMkLst>
            <pc:docMk/>
            <pc:sldMk cId="414759490" sldId="347"/>
            <ac:spMk id="75" creationId="{948EB6A7-8A5F-4BEB-8A6F-4ADDA6843D08}"/>
          </ac:spMkLst>
        </pc:spChg>
        <pc:spChg chg="add del">
          <ac:chgData name="Siddhesh Sawant" userId="b3668dfa-41c6-4925-9277-9e55f26d292d" providerId="ADAL" clId="{43249FE2-2655-498B-B959-FA550A9B7F52}" dt="2026-08-13T05:48:01.539" v="371" actId="22"/>
          <ac:spMkLst>
            <pc:docMk/>
            <pc:sldMk cId="414759490" sldId="347"/>
            <ac:spMk id="77" creationId="{964686D8-6B12-E193-E47C-D6784F5E4352}"/>
          </ac:spMkLst>
        </pc:spChg>
        <pc:spChg chg="add del">
          <ac:chgData name="Siddhesh Sawant" userId="b3668dfa-41c6-4925-9277-9e55f26d292d" providerId="ADAL" clId="{43249FE2-2655-498B-B959-FA550A9B7F52}" dt="2026-08-13T05:48:01.539" v="371" actId="22"/>
          <ac:spMkLst>
            <pc:docMk/>
            <pc:sldMk cId="414759490" sldId="347"/>
            <ac:spMk id="79" creationId="{972180B4-30CB-AE43-C38F-2E5439E9BE8D}"/>
          </ac:spMkLst>
        </pc:spChg>
        <pc:spChg chg="add del">
          <ac:chgData name="Siddhesh Sawant" userId="b3668dfa-41c6-4925-9277-9e55f26d292d" providerId="ADAL" clId="{43249FE2-2655-498B-B959-FA550A9B7F52}" dt="2026-08-13T05:48:01.539" v="371" actId="22"/>
          <ac:spMkLst>
            <pc:docMk/>
            <pc:sldMk cId="414759490" sldId="347"/>
            <ac:spMk id="81" creationId="{F69BE6A1-BDE8-DCE1-2E18-1DB162F06C72}"/>
          </ac:spMkLst>
        </pc:spChg>
        <pc:spChg chg="add del">
          <ac:chgData name="Siddhesh Sawant" userId="b3668dfa-41c6-4925-9277-9e55f26d292d" providerId="ADAL" clId="{43249FE2-2655-498B-B959-FA550A9B7F52}" dt="2026-08-13T05:48:01.539" v="371" actId="22"/>
          <ac:spMkLst>
            <pc:docMk/>
            <pc:sldMk cId="414759490" sldId="347"/>
            <ac:spMk id="83" creationId="{1ECD0453-F3EE-6294-C3D2-59C8449B4AAE}"/>
          </ac:spMkLst>
        </pc:spChg>
        <pc:spChg chg="add del">
          <ac:chgData name="Siddhesh Sawant" userId="b3668dfa-41c6-4925-9277-9e55f26d292d" providerId="ADAL" clId="{43249FE2-2655-498B-B959-FA550A9B7F52}" dt="2026-08-13T05:48:01.539" v="371" actId="22"/>
          <ac:spMkLst>
            <pc:docMk/>
            <pc:sldMk cId="414759490" sldId="347"/>
            <ac:spMk id="85" creationId="{0A63CEE3-ACC1-4885-CF30-2C53C00FD161}"/>
          </ac:spMkLst>
        </pc:spChg>
        <pc:spChg chg="add mod">
          <ac:chgData name="Siddhesh Sawant" userId="b3668dfa-41c6-4925-9277-9e55f26d292d" providerId="ADAL" clId="{43249FE2-2655-498B-B959-FA550A9B7F52}" dt="2026-08-13T05:49:08.826" v="379" actId="1076"/>
          <ac:spMkLst>
            <pc:docMk/>
            <pc:sldMk cId="414759490" sldId="347"/>
            <ac:spMk id="87" creationId="{031B1D89-870B-A09F-0297-C07932563EE4}"/>
          </ac:spMkLst>
        </pc:spChg>
        <pc:spChg chg="add mod">
          <ac:chgData name="Siddhesh Sawant" userId="b3668dfa-41c6-4925-9277-9e55f26d292d" providerId="ADAL" clId="{43249FE2-2655-498B-B959-FA550A9B7F52}" dt="2026-08-13T05:49:20.389" v="381" actId="571"/>
          <ac:spMkLst>
            <pc:docMk/>
            <pc:sldMk cId="414759490" sldId="347"/>
            <ac:spMk id="88" creationId="{ACF3395B-78BF-EFBB-0890-B2AE13547D56}"/>
          </ac:spMkLst>
        </pc:spChg>
        <pc:spChg chg="add mod">
          <ac:chgData name="Siddhesh Sawant" userId="b3668dfa-41c6-4925-9277-9e55f26d292d" providerId="ADAL" clId="{43249FE2-2655-498B-B959-FA550A9B7F52}" dt="2026-08-13T05:49:20.389" v="381" actId="571"/>
          <ac:spMkLst>
            <pc:docMk/>
            <pc:sldMk cId="414759490" sldId="347"/>
            <ac:spMk id="89" creationId="{B179DEEB-4EFC-D835-A453-40DE9CCBE8FF}"/>
          </ac:spMkLst>
        </pc:spChg>
        <pc:spChg chg="add mod">
          <ac:chgData name="Siddhesh Sawant" userId="b3668dfa-41c6-4925-9277-9e55f26d292d" providerId="ADAL" clId="{43249FE2-2655-498B-B959-FA550A9B7F52}" dt="2026-08-13T05:49:20.389" v="381" actId="571"/>
          <ac:spMkLst>
            <pc:docMk/>
            <pc:sldMk cId="414759490" sldId="347"/>
            <ac:spMk id="90" creationId="{1C21274E-C6E8-FFAF-24B7-B2EDCB78C23B}"/>
          </ac:spMkLst>
        </pc:spChg>
        <pc:spChg chg="add mod">
          <ac:chgData name="Siddhesh Sawant" userId="b3668dfa-41c6-4925-9277-9e55f26d292d" providerId="ADAL" clId="{43249FE2-2655-498B-B959-FA550A9B7F52}" dt="2026-08-13T05:49:20.389" v="381" actId="571"/>
          <ac:spMkLst>
            <pc:docMk/>
            <pc:sldMk cId="414759490" sldId="347"/>
            <ac:spMk id="91" creationId="{070F9603-9273-C41B-084B-0672C03D0186}"/>
          </ac:spMkLst>
        </pc:spChg>
        <pc:spChg chg="add mod">
          <ac:chgData name="Siddhesh Sawant" userId="b3668dfa-41c6-4925-9277-9e55f26d292d" providerId="ADAL" clId="{43249FE2-2655-498B-B959-FA550A9B7F52}" dt="2026-08-13T05:49:20.389" v="381" actId="571"/>
          <ac:spMkLst>
            <pc:docMk/>
            <pc:sldMk cId="414759490" sldId="347"/>
            <ac:spMk id="92" creationId="{5C9BCD9F-B0CB-A7C3-DCCB-9DA5DECFC696}"/>
          </ac:spMkLst>
        </pc:spChg>
        <pc:spChg chg="add mod">
          <ac:chgData name="Siddhesh Sawant" userId="b3668dfa-41c6-4925-9277-9e55f26d292d" providerId="ADAL" clId="{43249FE2-2655-498B-B959-FA550A9B7F52}" dt="2026-08-13T05:49:20.389" v="381" actId="571"/>
          <ac:spMkLst>
            <pc:docMk/>
            <pc:sldMk cId="414759490" sldId="347"/>
            <ac:spMk id="93" creationId="{68E79606-6905-E05E-6B38-E4E18200AD09}"/>
          </ac:spMkLst>
        </pc:spChg>
        <pc:spChg chg="add mod">
          <ac:chgData name="Siddhesh Sawant" userId="b3668dfa-41c6-4925-9277-9e55f26d292d" providerId="ADAL" clId="{43249FE2-2655-498B-B959-FA550A9B7F52}" dt="2026-08-13T05:49:20.389" v="381" actId="571"/>
          <ac:spMkLst>
            <pc:docMk/>
            <pc:sldMk cId="414759490" sldId="347"/>
            <ac:spMk id="94" creationId="{799E5DE0-F14A-4828-A09F-73B481A14E27}"/>
          </ac:spMkLst>
        </pc:spChg>
        <pc:spChg chg="add mod">
          <ac:chgData name="Siddhesh Sawant" userId="b3668dfa-41c6-4925-9277-9e55f26d292d" providerId="ADAL" clId="{43249FE2-2655-498B-B959-FA550A9B7F52}" dt="2026-08-13T05:49:20.389" v="381" actId="571"/>
          <ac:spMkLst>
            <pc:docMk/>
            <pc:sldMk cId="414759490" sldId="347"/>
            <ac:spMk id="95" creationId="{7B711882-28A3-0BE7-B0C1-5B27B0AAF130}"/>
          </ac:spMkLst>
        </pc:spChg>
        <pc:spChg chg="add mod">
          <ac:chgData name="Siddhesh Sawant" userId="b3668dfa-41c6-4925-9277-9e55f26d292d" providerId="ADAL" clId="{43249FE2-2655-498B-B959-FA550A9B7F52}" dt="2026-08-13T05:49:20.389" v="381" actId="571"/>
          <ac:spMkLst>
            <pc:docMk/>
            <pc:sldMk cId="414759490" sldId="347"/>
            <ac:spMk id="96" creationId="{A8B8E930-521E-2258-5D7E-961C337A56B5}"/>
          </ac:spMkLst>
        </pc:spChg>
        <pc:spChg chg="add mod">
          <ac:chgData name="Siddhesh Sawant" userId="b3668dfa-41c6-4925-9277-9e55f26d292d" providerId="ADAL" clId="{43249FE2-2655-498B-B959-FA550A9B7F52}" dt="2026-08-13T05:49:20.389" v="381" actId="571"/>
          <ac:spMkLst>
            <pc:docMk/>
            <pc:sldMk cId="414759490" sldId="347"/>
            <ac:spMk id="98" creationId="{0BDB7698-AC90-83DA-6E5B-ACFECEA586C0}"/>
          </ac:spMkLst>
        </pc:spChg>
        <pc:graphicFrameChg chg="mod modGraphic">
          <ac:chgData name="Siddhesh Sawant" userId="b3668dfa-41c6-4925-9277-9e55f26d292d" providerId="ADAL" clId="{43249FE2-2655-498B-B959-FA550A9B7F52}" dt="2026-08-13T05:47:53.754" v="369" actId="14100"/>
          <ac:graphicFrameMkLst>
            <pc:docMk/>
            <pc:sldMk cId="414759490" sldId="347"/>
            <ac:graphicFrameMk id="4" creationId="{EFA9617D-0DF8-E3E6-D5DF-DACF3F36240D}"/>
          </ac:graphicFrameMkLst>
        </pc:graphicFrameChg>
      </pc:sldChg>
      <pc:sldChg chg="addSp delSp modSp mod">
        <pc:chgData name="Siddhesh Sawant" userId="b3668dfa-41c6-4925-9277-9e55f26d292d" providerId="ADAL" clId="{43249FE2-2655-498B-B959-FA550A9B7F52}" dt="2026-08-13T05:51:43.296" v="400" actId="14100"/>
        <pc:sldMkLst>
          <pc:docMk/>
          <pc:sldMk cId="1071264297" sldId="348"/>
        </pc:sldMkLst>
        <pc:spChg chg="mod">
          <ac:chgData name="Siddhesh Sawant" userId="b3668dfa-41c6-4925-9277-9e55f26d292d" providerId="ADAL" clId="{43249FE2-2655-498B-B959-FA550A9B7F52}" dt="2026-08-13T05:51:43.296" v="400" actId="14100"/>
          <ac:spMkLst>
            <pc:docMk/>
            <pc:sldMk cId="1071264297" sldId="348"/>
            <ac:spMk id="6" creationId="{FD7ED2DE-3F00-E1D4-C2D8-CE750A391E31}"/>
          </ac:spMkLst>
        </pc:spChg>
        <pc:spChg chg="add del">
          <ac:chgData name="Siddhesh Sawant" userId="b3668dfa-41c6-4925-9277-9e55f26d292d" providerId="ADAL" clId="{43249FE2-2655-498B-B959-FA550A9B7F52}" dt="2026-08-13T05:46:46.333" v="362" actId="22"/>
          <ac:spMkLst>
            <pc:docMk/>
            <pc:sldMk cId="1071264297" sldId="348"/>
            <ac:spMk id="7" creationId="{B8212906-6C0D-49CA-73A1-C24F9CA5525B}"/>
          </ac:spMkLst>
        </pc:spChg>
        <pc:spChg chg="add">
          <ac:chgData name="Siddhesh Sawant" userId="b3668dfa-41c6-4925-9277-9e55f26d292d" providerId="ADAL" clId="{43249FE2-2655-498B-B959-FA550A9B7F52}" dt="2026-08-13T05:48:15.948" v="374" actId="22"/>
          <ac:spMkLst>
            <pc:docMk/>
            <pc:sldMk cId="1071264297" sldId="348"/>
            <ac:spMk id="11" creationId="{E7EDF19D-98C4-A432-13BE-EFE85182DD58}"/>
          </ac:spMkLst>
        </pc:spChg>
        <pc:spChg chg="mod">
          <ac:chgData name="Siddhesh Sawant" userId="b3668dfa-41c6-4925-9277-9e55f26d292d" providerId="ADAL" clId="{43249FE2-2655-498B-B959-FA550A9B7F52}" dt="2026-08-13T05:51:41.054" v="399" actId="14100"/>
          <ac:spMkLst>
            <pc:docMk/>
            <pc:sldMk cId="1071264297" sldId="348"/>
            <ac:spMk id="12" creationId="{68A1DE2B-BEBF-D085-A035-F16F151538A9}"/>
          </ac:spMkLst>
        </pc:spChg>
        <pc:spChg chg="add">
          <ac:chgData name="Siddhesh Sawant" userId="b3668dfa-41c6-4925-9277-9e55f26d292d" providerId="ADAL" clId="{43249FE2-2655-498B-B959-FA550A9B7F52}" dt="2026-08-13T05:48:32.997" v="376" actId="22"/>
          <ac:spMkLst>
            <pc:docMk/>
            <pc:sldMk cId="1071264297" sldId="348"/>
            <ac:spMk id="18" creationId="{07E3CFCB-407E-0ADB-6F23-C7B4B0A9E6F6}"/>
          </ac:spMkLst>
        </pc:spChg>
        <pc:spChg chg="mod">
          <ac:chgData name="Siddhesh Sawant" userId="b3668dfa-41c6-4925-9277-9e55f26d292d" providerId="ADAL" clId="{43249FE2-2655-498B-B959-FA550A9B7F52}" dt="2026-08-13T05:51:39.199" v="398" actId="14100"/>
          <ac:spMkLst>
            <pc:docMk/>
            <pc:sldMk cId="1071264297" sldId="348"/>
            <ac:spMk id="24" creationId="{A169A83F-4155-C006-B192-46CCE78F9716}"/>
          </ac:spMkLst>
        </pc:spChg>
        <pc:spChg chg="add">
          <ac:chgData name="Siddhesh Sawant" userId="b3668dfa-41c6-4925-9277-9e55f26d292d" providerId="ADAL" clId="{43249FE2-2655-498B-B959-FA550A9B7F52}" dt="2026-08-13T05:48:32.997" v="376" actId="22"/>
          <ac:spMkLst>
            <pc:docMk/>
            <pc:sldMk cId="1071264297" sldId="348"/>
            <ac:spMk id="26" creationId="{C23EB833-EF57-A32C-983D-609D3D5E2BD0}"/>
          </ac:spMkLst>
        </pc:spChg>
        <pc:spChg chg="mod">
          <ac:chgData name="Siddhesh Sawant" userId="b3668dfa-41c6-4925-9277-9e55f26d292d" providerId="ADAL" clId="{43249FE2-2655-498B-B959-FA550A9B7F52}" dt="2026-08-13T05:51:22.758" v="395" actId="1076"/>
          <ac:spMkLst>
            <pc:docMk/>
            <pc:sldMk cId="1071264297" sldId="348"/>
            <ac:spMk id="28" creationId="{AE3E97AF-8347-99EC-5291-CA10BA999254}"/>
          </ac:spMkLst>
        </pc:spChg>
        <pc:spChg chg="add">
          <ac:chgData name="Siddhesh Sawant" userId="b3668dfa-41c6-4925-9277-9e55f26d292d" providerId="ADAL" clId="{43249FE2-2655-498B-B959-FA550A9B7F52}" dt="2026-08-13T05:48:32.997" v="376" actId="22"/>
          <ac:spMkLst>
            <pc:docMk/>
            <pc:sldMk cId="1071264297" sldId="348"/>
            <ac:spMk id="34" creationId="{5B414322-CA4B-889C-F986-47B7BD85D746}"/>
          </ac:spMkLst>
        </pc:spChg>
        <pc:spChg chg="mod">
          <ac:chgData name="Siddhesh Sawant" userId="b3668dfa-41c6-4925-9277-9e55f26d292d" providerId="ADAL" clId="{43249FE2-2655-498B-B959-FA550A9B7F52}" dt="2026-08-13T05:51:35.685" v="397" actId="1076"/>
          <ac:spMkLst>
            <pc:docMk/>
            <pc:sldMk cId="1071264297" sldId="348"/>
            <ac:spMk id="40" creationId="{A217FFAF-F67D-B956-73BF-0B1BA4D501D2}"/>
          </ac:spMkLst>
        </pc:spChg>
        <pc:spChg chg="add">
          <ac:chgData name="Siddhesh Sawant" userId="b3668dfa-41c6-4925-9277-9e55f26d292d" providerId="ADAL" clId="{43249FE2-2655-498B-B959-FA550A9B7F52}" dt="2026-08-13T05:48:32.997" v="376" actId="22"/>
          <ac:spMkLst>
            <pc:docMk/>
            <pc:sldMk cId="1071264297" sldId="348"/>
            <ac:spMk id="42" creationId="{F8E81AE9-19C7-0F40-6CFB-EC499F9C853B}"/>
          </ac:spMkLst>
        </pc:spChg>
        <pc:spChg chg="mod">
          <ac:chgData name="Siddhesh Sawant" userId="b3668dfa-41c6-4925-9277-9e55f26d292d" providerId="ADAL" clId="{43249FE2-2655-498B-B959-FA550A9B7F52}" dt="2026-08-13T05:51:32.169" v="396" actId="1076"/>
          <ac:spMkLst>
            <pc:docMk/>
            <pc:sldMk cId="1071264297" sldId="348"/>
            <ac:spMk id="44" creationId="{78A91E29-6861-CDC6-9804-DCF799198188}"/>
          </ac:spMkLst>
        </pc:spChg>
        <pc:spChg chg="add">
          <ac:chgData name="Siddhesh Sawant" userId="b3668dfa-41c6-4925-9277-9e55f26d292d" providerId="ADAL" clId="{43249FE2-2655-498B-B959-FA550A9B7F52}" dt="2026-08-13T05:48:32.997" v="376" actId="22"/>
          <ac:spMkLst>
            <pc:docMk/>
            <pc:sldMk cId="1071264297" sldId="348"/>
            <ac:spMk id="46" creationId="{A966601E-FA43-977E-3D80-2C3947BDD78F}"/>
          </ac:spMkLst>
        </pc:spChg>
        <pc:spChg chg="add">
          <ac:chgData name="Siddhesh Sawant" userId="b3668dfa-41c6-4925-9277-9e55f26d292d" providerId="ADAL" clId="{43249FE2-2655-498B-B959-FA550A9B7F52}" dt="2026-08-13T05:48:32.997" v="376" actId="22"/>
          <ac:spMkLst>
            <pc:docMk/>
            <pc:sldMk cId="1071264297" sldId="348"/>
            <ac:spMk id="48" creationId="{6ACF9FB0-47BC-7BFA-5CBD-0EA14CA6F884}"/>
          </ac:spMkLst>
        </pc:spChg>
        <pc:spChg chg="add">
          <ac:chgData name="Siddhesh Sawant" userId="b3668dfa-41c6-4925-9277-9e55f26d292d" providerId="ADAL" clId="{43249FE2-2655-498B-B959-FA550A9B7F52}" dt="2026-08-13T05:48:32.997" v="376" actId="22"/>
          <ac:spMkLst>
            <pc:docMk/>
            <pc:sldMk cId="1071264297" sldId="348"/>
            <ac:spMk id="50" creationId="{1D379B48-AA17-726A-83B1-66B5670F061B}"/>
          </ac:spMkLst>
        </pc:spChg>
        <pc:spChg chg="add">
          <ac:chgData name="Siddhesh Sawant" userId="b3668dfa-41c6-4925-9277-9e55f26d292d" providerId="ADAL" clId="{43249FE2-2655-498B-B959-FA550A9B7F52}" dt="2026-08-13T05:48:32.997" v="376" actId="22"/>
          <ac:spMkLst>
            <pc:docMk/>
            <pc:sldMk cId="1071264297" sldId="348"/>
            <ac:spMk id="52" creationId="{EC6EBF81-4BA8-2BDE-48A9-CEE484922558}"/>
          </ac:spMkLst>
        </pc:spChg>
      </pc:sldChg>
      <pc:sldChg chg="addSp modSp mod">
        <pc:chgData name="Siddhesh Sawant" userId="b3668dfa-41c6-4925-9277-9e55f26d292d" providerId="ADAL" clId="{43249FE2-2655-498B-B959-FA550A9B7F52}" dt="2026-08-13T05:52:18.303" v="406" actId="14100"/>
        <pc:sldMkLst>
          <pc:docMk/>
          <pc:sldMk cId="3639768824" sldId="349"/>
        </pc:sldMkLst>
        <pc:spChg chg="mod">
          <ac:chgData name="Siddhesh Sawant" userId="b3668dfa-41c6-4925-9277-9e55f26d292d" providerId="ADAL" clId="{43249FE2-2655-498B-B959-FA550A9B7F52}" dt="2026-08-12T11:39:50.371" v="222" actId="20577"/>
          <ac:spMkLst>
            <pc:docMk/>
            <pc:sldMk cId="3639768824" sldId="349"/>
            <ac:spMk id="5" creationId="{17F1F5D9-B89E-AA18-6144-81D90D5F9B45}"/>
          </ac:spMkLst>
        </pc:spChg>
        <pc:spChg chg="mod">
          <ac:chgData name="Siddhesh Sawant" userId="b3668dfa-41c6-4925-9277-9e55f26d292d" providerId="ADAL" clId="{43249FE2-2655-498B-B959-FA550A9B7F52}" dt="2026-08-13T05:52:18.303" v="406" actId="14100"/>
          <ac:spMkLst>
            <pc:docMk/>
            <pc:sldMk cId="3639768824" sldId="349"/>
            <ac:spMk id="6" creationId="{AFFD2BF9-57BD-404E-74D7-060FFE594745}"/>
          </ac:spMkLst>
        </pc:spChg>
        <pc:spChg chg="add mod">
          <ac:chgData name="Siddhesh Sawant" userId="b3668dfa-41c6-4925-9277-9e55f26d292d" providerId="ADAL" clId="{43249FE2-2655-498B-B959-FA550A9B7F52}" dt="2026-08-13T05:48:50.108" v="378" actId="1076"/>
          <ac:spMkLst>
            <pc:docMk/>
            <pc:sldMk cId="3639768824" sldId="349"/>
            <ac:spMk id="7" creationId="{66BE9B6A-E379-F4D7-8E81-A304DF975495}"/>
          </ac:spMkLst>
        </pc:spChg>
        <pc:spChg chg="add">
          <ac:chgData name="Siddhesh Sawant" userId="b3668dfa-41c6-4925-9277-9e55f26d292d" providerId="ADAL" clId="{43249FE2-2655-498B-B959-FA550A9B7F52}" dt="2026-08-13T05:48:35.023" v="377" actId="22"/>
          <ac:spMkLst>
            <pc:docMk/>
            <pc:sldMk cId="3639768824" sldId="349"/>
            <ac:spMk id="11" creationId="{313F9619-9051-40A3-3FC9-F0429C368637}"/>
          </ac:spMkLst>
        </pc:spChg>
        <pc:spChg chg="mod">
          <ac:chgData name="Siddhesh Sawant" userId="b3668dfa-41c6-4925-9277-9e55f26d292d" providerId="ADAL" clId="{43249FE2-2655-498B-B959-FA550A9B7F52}" dt="2026-08-13T05:52:16.666" v="405" actId="14100"/>
          <ac:spMkLst>
            <pc:docMk/>
            <pc:sldMk cId="3639768824" sldId="349"/>
            <ac:spMk id="12" creationId="{6E11AEE3-BDCD-B2B7-CA07-9B77721D1471}"/>
          </ac:spMkLst>
        </pc:spChg>
        <pc:spChg chg="add">
          <ac:chgData name="Siddhesh Sawant" userId="b3668dfa-41c6-4925-9277-9e55f26d292d" providerId="ADAL" clId="{43249FE2-2655-498B-B959-FA550A9B7F52}" dt="2026-08-13T05:48:35.023" v="377" actId="22"/>
          <ac:spMkLst>
            <pc:docMk/>
            <pc:sldMk cId="3639768824" sldId="349"/>
            <ac:spMk id="18" creationId="{2C61CC51-02AA-D010-3989-EC95909DD28E}"/>
          </ac:spMkLst>
        </pc:spChg>
        <pc:spChg chg="mod">
          <ac:chgData name="Siddhesh Sawant" userId="b3668dfa-41c6-4925-9277-9e55f26d292d" providerId="ADAL" clId="{43249FE2-2655-498B-B959-FA550A9B7F52}" dt="2026-08-13T05:52:14.685" v="404" actId="14100"/>
          <ac:spMkLst>
            <pc:docMk/>
            <pc:sldMk cId="3639768824" sldId="349"/>
            <ac:spMk id="24" creationId="{957B3A92-D7D4-2607-121E-537591EE3E05}"/>
          </ac:spMkLst>
        </pc:spChg>
        <pc:spChg chg="add">
          <ac:chgData name="Siddhesh Sawant" userId="b3668dfa-41c6-4925-9277-9e55f26d292d" providerId="ADAL" clId="{43249FE2-2655-498B-B959-FA550A9B7F52}" dt="2026-08-13T05:48:35.023" v="377" actId="22"/>
          <ac:spMkLst>
            <pc:docMk/>
            <pc:sldMk cId="3639768824" sldId="349"/>
            <ac:spMk id="26" creationId="{6424C39B-6B6A-966B-B74E-BF7E57D06A30}"/>
          </ac:spMkLst>
        </pc:spChg>
        <pc:spChg chg="mod">
          <ac:chgData name="Siddhesh Sawant" userId="b3668dfa-41c6-4925-9277-9e55f26d292d" providerId="ADAL" clId="{43249FE2-2655-498B-B959-FA550A9B7F52}" dt="2026-08-13T05:52:04.689" v="401" actId="1076"/>
          <ac:spMkLst>
            <pc:docMk/>
            <pc:sldMk cId="3639768824" sldId="349"/>
            <ac:spMk id="28" creationId="{0B91236B-0AA4-37E2-8BEC-1065280D3DFB}"/>
          </ac:spMkLst>
        </pc:spChg>
        <pc:spChg chg="add">
          <ac:chgData name="Siddhesh Sawant" userId="b3668dfa-41c6-4925-9277-9e55f26d292d" providerId="ADAL" clId="{43249FE2-2655-498B-B959-FA550A9B7F52}" dt="2026-08-13T05:48:35.023" v="377" actId="22"/>
          <ac:spMkLst>
            <pc:docMk/>
            <pc:sldMk cId="3639768824" sldId="349"/>
            <ac:spMk id="34" creationId="{5C42380F-59C1-7BAA-242E-A26CD1C965BF}"/>
          </ac:spMkLst>
        </pc:spChg>
        <pc:spChg chg="mod">
          <ac:chgData name="Siddhesh Sawant" userId="b3668dfa-41c6-4925-9277-9e55f26d292d" providerId="ADAL" clId="{43249FE2-2655-498B-B959-FA550A9B7F52}" dt="2026-08-13T05:52:10.620" v="403" actId="1076"/>
          <ac:spMkLst>
            <pc:docMk/>
            <pc:sldMk cId="3639768824" sldId="349"/>
            <ac:spMk id="40" creationId="{36CB1B01-A74C-F86A-476D-DAA5BE1AC91E}"/>
          </ac:spMkLst>
        </pc:spChg>
        <pc:spChg chg="add">
          <ac:chgData name="Siddhesh Sawant" userId="b3668dfa-41c6-4925-9277-9e55f26d292d" providerId="ADAL" clId="{43249FE2-2655-498B-B959-FA550A9B7F52}" dt="2026-08-13T05:48:35.023" v="377" actId="22"/>
          <ac:spMkLst>
            <pc:docMk/>
            <pc:sldMk cId="3639768824" sldId="349"/>
            <ac:spMk id="42" creationId="{5673258B-01C3-022D-3306-D9FF75920172}"/>
          </ac:spMkLst>
        </pc:spChg>
        <pc:spChg chg="mod">
          <ac:chgData name="Siddhesh Sawant" userId="b3668dfa-41c6-4925-9277-9e55f26d292d" providerId="ADAL" clId="{43249FE2-2655-498B-B959-FA550A9B7F52}" dt="2026-08-13T05:52:07.953" v="402" actId="1076"/>
          <ac:spMkLst>
            <pc:docMk/>
            <pc:sldMk cId="3639768824" sldId="349"/>
            <ac:spMk id="44" creationId="{EF745083-F902-52E3-769D-4591BD6A6255}"/>
          </ac:spMkLst>
        </pc:spChg>
        <pc:spChg chg="add">
          <ac:chgData name="Siddhesh Sawant" userId="b3668dfa-41c6-4925-9277-9e55f26d292d" providerId="ADAL" clId="{43249FE2-2655-498B-B959-FA550A9B7F52}" dt="2026-08-13T05:48:35.023" v="377" actId="22"/>
          <ac:spMkLst>
            <pc:docMk/>
            <pc:sldMk cId="3639768824" sldId="349"/>
            <ac:spMk id="46" creationId="{664145E1-DDD7-7752-B14E-129D572BEE9A}"/>
          </ac:spMkLst>
        </pc:spChg>
        <pc:spChg chg="add">
          <ac:chgData name="Siddhesh Sawant" userId="b3668dfa-41c6-4925-9277-9e55f26d292d" providerId="ADAL" clId="{43249FE2-2655-498B-B959-FA550A9B7F52}" dt="2026-08-13T05:48:35.023" v="377" actId="22"/>
          <ac:spMkLst>
            <pc:docMk/>
            <pc:sldMk cId="3639768824" sldId="349"/>
            <ac:spMk id="48" creationId="{2BE19012-2834-6CD2-75EF-395932392C6C}"/>
          </ac:spMkLst>
        </pc:spChg>
        <pc:spChg chg="add">
          <ac:chgData name="Siddhesh Sawant" userId="b3668dfa-41c6-4925-9277-9e55f26d292d" providerId="ADAL" clId="{43249FE2-2655-498B-B959-FA550A9B7F52}" dt="2026-08-13T05:48:35.023" v="377" actId="22"/>
          <ac:spMkLst>
            <pc:docMk/>
            <pc:sldMk cId="3639768824" sldId="349"/>
            <ac:spMk id="50" creationId="{0485BEE2-D71B-1A79-086E-6F4ECADD6104}"/>
          </ac:spMkLst>
        </pc:spChg>
      </pc:sldChg>
      <pc:sldChg chg="modSp mod">
        <pc:chgData name="Siddhesh Sawant" userId="b3668dfa-41c6-4925-9277-9e55f26d292d" providerId="ADAL" clId="{43249FE2-2655-498B-B959-FA550A9B7F52}" dt="2026-08-13T05:55:57.906" v="426" actId="20577"/>
        <pc:sldMkLst>
          <pc:docMk/>
          <pc:sldMk cId="3206023606" sldId="351"/>
        </pc:sldMkLst>
        <pc:spChg chg="mod">
          <ac:chgData name="Siddhesh Sawant" userId="b3668dfa-41c6-4925-9277-9e55f26d292d" providerId="ADAL" clId="{43249FE2-2655-498B-B959-FA550A9B7F52}" dt="2026-08-13T05:55:40.172" v="422" actId="20577"/>
          <ac:spMkLst>
            <pc:docMk/>
            <pc:sldMk cId="3206023606" sldId="351"/>
            <ac:spMk id="202" creationId="{C932B421-D97B-D3B9-24C5-B09DF81CEA27}"/>
          </ac:spMkLst>
        </pc:spChg>
        <pc:spChg chg="mod">
          <ac:chgData name="Siddhesh Sawant" userId="b3668dfa-41c6-4925-9277-9e55f26d292d" providerId="ADAL" clId="{43249FE2-2655-498B-B959-FA550A9B7F52}" dt="2026-08-13T05:55:57.906" v="426" actId="20577"/>
          <ac:spMkLst>
            <pc:docMk/>
            <pc:sldMk cId="3206023606" sldId="351"/>
            <ac:spMk id="212" creationId="{9821C916-5C6E-1ED6-E8E7-153B2AD7F3C2}"/>
          </ac:spMkLst>
        </pc:spChg>
        <pc:spChg chg="mod">
          <ac:chgData name="Siddhesh Sawant" userId="b3668dfa-41c6-4925-9277-9e55f26d292d" providerId="ADAL" clId="{43249FE2-2655-498B-B959-FA550A9B7F52}" dt="2026-08-12T07:06:42.990" v="98" actId="20577"/>
          <ac:spMkLst>
            <pc:docMk/>
            <pc:sldMk cId="3206023606" sldId="351"/>
            <ac:spMk id="226" creationId="{4ACF6E26-9794-212C-D4B7-7B461EC1D8B5}"/>
          </ac:spMkLst>
        </pc:spChg>
      </pc:sldChg>
      <pc:sldChg chg="addSp delSp modSp add mod ord">
        <pc:chgData name="Siddhesh Sawant" userId="b3668dfa-41c6-4925-9277-9e55f26d292d" providerId="ADAL" clId="{43249FE2-2655-498B-B959-FA550A9B7F52}" dt="2026-08-12T06:06:21.915" v="87" actId="313"/>
        <pc:sldMkLst>
          <pc:docMk/>
          <pc:sldMk cId="1360575142" sldId="352"/>
        </pc:sldMkLst>
        <pc:spChg chg="del">
          <ac:chgData name="Siddhesh Sawant" userId="b3668dfa-41c6-4925-9277-9e55f26d292d" providerId="ADAL" clId="{43249FE2-2655-498B-B959-FA550A9B7F52}" dt="2026-08-12T06:05:53.342" v="85" actId="478"/>
          <ac:spMkLst>
            <pc:docMk/>
            <pc:sldMk cId="1360575142" sldId="352"/>
            <ac:spMk id="3" creationId="{E18702F7-08D0-1220-16EF-A5FED666630D}"/>
          </ac:spMkLst>
        </pc:spChg>
        <pc:spChg chg="mod">
          <ac:chgData name="Siddhesh Sawant" userId="b3668dfa-41c6-4925-9277-9e55f26d292d" providerId="ADAL" clId="{43249FE2-2655-498B-B959-FA550A9B7F52}" dt="2026-08-12T06:06:21.915" v="87" actId="313"/>
          <ac:spMkLst>
            <pc:docMk/>
            <pc:sldMk cId="1360575142" sldId="352"/>
            <ac:spMk id="5" creationId="{A15AAE34-C4EC-F5C4-73E1-A350D5EFEAE0}"/>
          </ac:spMkLst>
        </pc:spChg>
        <pc:graphicFrameChg chg="add mod">
          <ac:chgData name="Siddhesh Sawant" userId="b3668dfa-41c6-4925-9277-9e55f26d292d" providerId="ADAL" clId="{43249FE2-2655-498B-B959-FA550A9B7F52}" dt="2026-08-12T06:05:58.641" v="86" actId="14100"/>
          <ac:graphicFrameMkLst>
            <pc:docMk/>
            <pc:sldMk cId="1360575142" sldId="352"/>
            <ac:graphicFrameMk id="4" creationId="{632121E6-3B12-B745-5503-C1BDBC74F327}"/>
          </ac:graphicFrameMkLst>
        </pc:graphicFrameChg>
        <pc:graphicFrameChg chg="del">
          <ac:chgData name="Siddhesh Sawant" userId="b3668dfa-41c6-4925-9277-9e55f26d292d" providerId="ADAL" clId="{43249FE2-2655-498B-B959-FA550A9B7F52}" dt="2026-08-12T05:33:41.859" v="3" actId="478"/>
          <ac:graphicFrameMkLst>
            <pc:docMk/>
            <pc:sldMk cId="1360575142" sldId="352"/>
            <ac:graphicFrameMk id="14" creationId="{FA89E1B0-DDA7-5445-FC47-151663A9CC0E}"/>
          </ac:graphicFrameMkLst>
        </pc:graphicFrameChg>
        <pc:graphicFrameChg chg="del">
          <ac:chgData name="Siddhesh Sawant" userId="b3668dfa-41c6-4925-9277-9e55f26d292d" providerId="ADAL" clId="{43249FE2-2655-498B-B959-FA550A9B7F52}" dt="2026-08-12T05:33:45.599" v="4" actId="478"/>
          <ac:graphicFrameMkLst>
            <pc:docMk/>
            <pc:sldMk cId="1360575142" sldId="352"/>
            <ac:graphicFrameMk id="15" creationId="{0FC8DA28-57DD-C32E-2252-0F3A860BA302}"/>
          </ac:graphicFrameMkLst>
        </pc:graphicFrameChg>
        <pc:graphicFrameChg chg="del">
          <ac:chgData name="Siddhesh Sawant" userId="b3668dfa-41c6-4925-9277-9e55f26d292d" providerId="ADAL" clId="{43249FE2-2655-498B-B959-FA550A9B7F52}" dt="2026-08-12T05:33:48.050" v="5" actId="478"/>
          <ac:graphicFrameMkLst>
            <pc:docMk/>
            <pc:sldMk cId="1360575142" sldId="352"/>
            <ac:graphicFrameMk id="16" creationId="{174C3C31-1D80-457C-B6DA-8F72F1BA0E6D}"/>
          </ac:graphicFrameMkLst>
        </pc:graphicFrameChg>
      </pc:sldChg>
      <pc:sldChg chg="addSp delSp modSp add mod">
        <pc:chgData name="Siddhesh Sawant" userId="b3668dfa-41c6-4925-9277-9e55f26d292d" providerId="ADAL" clId="{43249FE2-2655-498B-B959-FA550A9B7F52}" dt="2026-08-12T11:40:18.554" v="226" actId="20577"/>
        <pc:sldMkLst>
          <pc:docMk/>
          <pc:sldMk cId="4124673560" sldId="353"/>
        </pc:sldMkLst>
        <pc:spChg chg="mod">
          <ac:chgData name="Siddhesh Sawant" userId="b3668dfa-41c6-4925-9277-9e55f26d292d" providerId="ADAL" clId="{43249FE2-2655-498B-B959-FA550A9B7F52}" dt="2026-08-12T11:40:18.554" v="226" actId="20577"/>
          <ac:spMkLst>
            <pc:docMk/>
            <pc:sldMk cId="4124673560" sldId="353"/>
            <ac:spMk id="5" creationId="{73687D5B-FAF5-405A-766F-CC60EE3F9A8D}"/>
          </ac:spMkLst>
        </pc:spChg>
        <pc:graphicFrameChg chg="del">
          <ac:chgData name="Siddhesh Sawant" userId="b3668dfa-41c6-4925-9277-9e55f26d292d" providerId="ADAL" clId="{43249FE2-2655-498B-B959-FA550A9B7F52}" dt="2026-08-12T05:58:16.116" v="59" actId="478"/>
          <ac:graphicFrameMkLst>
            <pc:docMk/>
            <pc:sldMk cId="4124673560" sldId="353"/>
            <ac:graphicFrameMk id="4" creationId="{6B4B2377-ADE5-ADD9-7609-0A686D431828}"/>
          </ac:graphicFrameMkLst>
        </pc:graphicFrameChg>
        <pc:graphicFrameChg chg="add mod modGraphic">
          <ac:chgData name="Siddhesh Sawant" userId="b3668dfa-41c6-4925-9277-9e55f26d292d" providerId="ADAL" clId="{43249FE2-2655-498B-B959-FA550A9B7F52}" dt="2026-08-12T06:02:11.688" v="84" actId="207"/>
          <ac:graphicFrameMkLst>
            <pc:docMk/>
            <pc:sldMk cId="4124673560" sldId="353"/>
            <ac:graphicFrameMk id="6" creationId="{0AE32298-5741-DCE3-E028-130271E506A5}"/>
          </ac:graphicFrameMkLst>
        </pc:graphicFrameChg>
        <pc:graphicFrameChg chg="add mod">
          <ac:chgData name="Siddhesh Sawant" userId="b3668dfa-41c6-4925-9277-9e55f26d292d" providerId="ADAL" clId="{43249FE2-2655-498B-B959-FA550A9B7F52}" dt="2026-08-12T06:01:48.266" v="80" actId="14100"/>
          <ac:graphicFrameMkLst>
            <pc:docMk/>
            <pc:sldMk cId="4124673560" sldId="353"/>
            <ac:graphicFrameMk id="8" creationId="{69881F65-D503-C2BB-FE57-D96A1B634B0E}"/>
          </ac:graphicFrameMkLst>
        </pc:graphicFrameChg>
      </pc:sldChg>
      <pc:sldChg chg="modSp add mod ord">
        <pc:chgData name="Siddhesh Sawant" userId="b3668dfa-41c6-4925-9277-9e55f26d292d" providerId="ADAL" clId="{43249FE2-2655-498B-B959-FA550A9B7F52}" dt="2026-08-12T09:58:27.118" v="141" actId="20577"/>
        <pc:sldMkLst>
          <pc:docMk/>
          <pc:sldMk cId="3042528855" sldId="354"/>
        </pc:sldMkLst>
        <pc:spChg chg="mod">
          <ac:chgData name="Siddhesh Sawant" userId="b3668dfa-41c6-4925-9277-9e55f26d292d" providerId="ADAL" clId="{43249FE2-2655-498B-B959-FA550A9B7F52}" dt="2026-08-12T09:32:32.076" v="118" actId="20577"/>
          <ac:spMkLst>
            <pc:docMk/>
            <pc:sldMk cId="3042528855" sldId="354"/>
            <ac:spMk id="3" creationId="{DAC335D2-F283-54BA-B227-A975278157DB}"/>
          </ac:spMkLst>
        </pc:spChg>
        <pc:spChg chg="mod">
          <ac:chgData name="Siddhesh Sawant" userId="b3668dfa-41c6-4925-9277-9e55f26d292d" providerId="ADAL" clId="{43249FE2-2655-498B-B959-FA550A9B7F52}" dt="2026-08-12T09:58:27.118" v="141" actId="20577"/>
          <ac:spMkLst>
            <pc:docMk/>
            <pc:sldMk cId="3042528855" sldId="354"/>
            <ac:spMk id="5" creationId="{9A4186A9-0152-99A5-E3E3-88E136D60D55}"/>
          </ac:spMkLst>
        </pc:spChg>
      </pc:sldChg>
      <pc:sldChg chg="modSp mod">
        <pc:chgData name="Siddhesh Sawant" userId="b3668dfa-41c6-4925-9277-9e55f26d292d" providerId="ADAL" clId="{43249FE2-2655-498B-B959-FA550A9B7F52}" dt="2026-08-12T09:58:54.241" v="164" actId="20577"/>
        <pc:sldMkLst>
          <pc:docMk/>
          <pc:sldMk cId="354052908" sldId="355"/>
        </pc:sldMkLst>
        <pc:spChg chg="mod">
          <ac:chgData name="Siddhesh Sawant" userId="b3668dfa-41c6-4925-9277-9e55f26d292d" providerId="ADAL" clId="{43249FE2-2655-498B-B959-FA550A9B7F52}" dt="2026-08-12T09:58:54.241" v="164" actId="20577"/>
          <ac:spMkLst>
            <pc:docMk/>
            <pc:sldMk cId="354052908" sldId="355"/>
            <ac:spMk id="5" creationId="{6E00A800-7154-0761-B5B2-446E15D63A91}"/>
          </ac:spMkLst>
        </pc:spChg>
      </pc:sldChg>
      <pc:sldChg chg="modSp mod">
        <pc:chgData name="Siddhesh Sawant" userId="b3668dfa-41c6-4925-9277-9e55f26d292d" providerId="ADAL" clId="{43249FE2-2655-498B-B959-FA550A9B7F52}" dt="2026-08-12T09:59:42.196" v="201" actId="1035"/>
        <pc:sldMkLst>
          <pc:docMk/>
          <pc:sldMk cId="4088388103" sldId="356"/>
        </pc:sldMkLst>
        <pc:spChg chg="mod">
          <ac:chgData name="Siddhesh Sawant" userId="b3668dfa-41c6-4925-9277-9e55f26d292d" providerId="ADAL" clId="{43249FE2-2655-498B-B959-FA550A9B7F52}" dt="2026-08-12T09:59:42.196" v="201" actId="1035"/>
          <ac:spMkLst>
            <pc:docMk/>
            <pc:sldMk cId="4088388103" sldId="356"/>
            <ac:spMk id="5" creationId="{467131D6-D787-B94F-BFA4-60F79D2F8F38}"/>
          </ac:spMkLst>
        </pc:spChg>
        <pc:graphicFrameChg chg="mod modGraphic">
          <ac:chgData name="Siddhesh Sawant" userId="b3668dfa-41c6-4925-9277-9e55f26d292d" providerId="ADAL" clId="{43249FE2-2655-498B-B959-FA550A9B7F52}" dt="2026-08-12T09:51:05.954" v="123" actId="14100"/>
          <ac:graphicFrameMkLst>
            <pc:docMk/>
            <pc:sldMk cId="4088388103" sldId="356"/>
            <ac:graphicFrameMk id="4" creationId="{2906653C-F15A-9489-F162-243C4F1A2844}"/>
          </ac:graphicFrameMkLst>
        </pc:graphicFrameChg>
      </pc:sldChg>
      <pc:sldChg chg="modSp mod">
        <pc:chgData name="Siddhesh Sawant" userId="b3668dfa-41c6-4925-9277-9e55f26d292d" providerId="ADAL" clId="{43249FE2-2655-498B-B959-FA550A9B7F52}" dt="2026-08-12T10:00:06.974" v="218" actId="20577"/>
        <pc:sldMkLst>
          <pc:docMk/>
          <pc:sldMk cId="2161621417" sldId="357"/>
        </pc:sldMkLst>
        <pc:spChg chg="mod">
          <ac:chgData name="Siddhesh Sawant" userId="b3668dfa-41c6-4925-9277-9e55f26d292d" providerId="ADAL" clId="{43249FE2-2655-498B-B959-FA550A9B7F52}" dt="2026-08-12T10:00:06.974" v="218" actId="20577"/>
          <ac:spMkLst>
            <pc:docMk/>
            <pc:sldMk cId="2161621417" sldId="357"/>
            <ac:spMk id="5" creationId="{EA7D282F-A111-A161-2071-63DDA4D8215B}"/>
          </ac:spMkLst>
        </pc:spChg>
        <pc:graphicFrameChg chg="mod modGraphic">
          <ac:chgData name="Siddhesh Sawant" userId="b3668dfa-41c6-4925-9277-9e55f26d292d" providerId="ADAL" clId="{43249FE2-2655-498B-B959-FA550A9B7F52}" dt="2026-08-12T09:50:59.564" v="122" actId="14100"/>
          <ac:graphicFrameMkLst>
            <pc:docMk/>
            <pc:sldMk cId="2161621417" sldId="357"/>
            <ac:graphicFrameMk id="4" creationId="{BA955024-1337-D4F6-DF82-9953ED00626A}"/>
          </ac:graphicFrameMkLst>
        </pc:graphicFrameChg>
      </pc:sldChg>
      <pc:sldChg chg="modSp mod">
        <pc:chgData name="Siddhesh Sawant" userId="b3668dfa-41c6-4925-9277-9e55f26d292d" providerId="ADAL" clId="{43249FE2-2655-498B-B959-FA550A9B7F52}" dt="2026-08-13T07:07:36.972" v="557" actId="207"/>
        <pc:sldMkLst>
          <pc:docMk/>
          <pc:sldMk cId="3255999548" sldId="358"/>
        </pc:sldMkLst>
        <pc:spChg chg="mod">
          <ac:chgData name="Siddhesh Sawant" userId="b3668dfa-41c6-4925-9277-9e55f26d292d" providerId="ADAL" clId="{43249FE2-2655-498B-B959-FA550A9B7F52}" dt="2026-08-12T11:41:13.939" v="243" actId="20577"/>
          <ac:spMkLst>
            <pc:docMk/>
            <pc:sldMk cId="3255999548" sldId="358"/>
            <ac:spMk id="6" creationId="{9725F878-52BD-2B99-4D89-B757B4FBA3BF}"/>
          </ac:spMkLst>
        </pc:spChg>
        <pc:graphicFrameChg chg="mod modGraphic">
          <ac:chgData name="Siddhesh Sawant" userId="b3668dfa-41c6-4925-9277-9e55f26d292d" providerId="ADAL" clId="{43249FE2-2655-498B-B959-FA550A9B7F52}" dt="2026-08-13T07:07:36.972" v="557" actId="207"/>
          <ac:graphicFrameMkLst>
            <pc:docMk/>
            <pc:sldMk cId="3255999548" sldId="358"/>
            <ac:graphicFrameMk id="4" creationId="{0C7E4C4E-95AF-2B18-C700-761FECD340C9}"/>
          </ac:graphicFrameMkLst>
        </pc:graphicFrameChg>
      </pc:sldChg>
      <pc:sldChg chg="modSp mod">
        <pc:chgData name="Siddhesh Sawant" userId="b3668dfa-41c6-4925-9277-9e55f26d292d" providerId="ADAL" clId="{43249FE2-2655-498B-B959-FA550A9B7F52}" dt="2026-08-13T07:09:20.176" v="581" actId="20577"/>
        <pc:sldMkLst>
          <pc:docMk/>
          <pc:sldMk cId="3572085565" sldId="359"/>
        </pc:sldMkLst>
        <pc:spChg chg="mod">
          <ac:chgData name="Siddhesh Sawant" userId="b3668dfa-41c6-4925-9277-9e55f26d292d" providerId="ADAL" clId="{43249FE2-2655-498B-B959-FA550A9B7F52}" dt="2026-08-13T06:26:09.265" v="522" actId="20577"/>
          <ac:spMkLst>
            <pc:docMk/>
            <pc:sldMk cId="3572085565" sldId="359"/>
            <ac:spMk id="8" creationId="{E31F551F-15CB-8E3D-6C03-72E3A88C7ACC}"/>
          </ac:spMkLst>
        </pc:spChg>
        <pc:spChg chg="mod">
          <ac:chgData name="Siddhesh Sawant" userId="b3668dfa-41c6-4925-9277-9e55f26d292d" providerId="ADAL" clId="{43249FE2-2655-498B-B959-FA550A9B7F52}" dt="2026-08-13T07:09:20.176" v="581" actId="20577"/>
          <ac:spMkLst>
            <pc:docMk/>
            <pc:sldMk cId="3572085565" sldId="359"/>
            <ac:spMk id="59" creationId="{3E8CFAA1-08EF-3F62-2597-6BFE7DEC49EC}"/>
          </ac:spMkLst>
        </pc:spChg>
        <pc:spChg chg="mod">
          <ac:chgData name="Siddhesh Sawant" userId="b3668dfa-41c6-4925-9277-9e55f26d292d" providerId="ADAL" clId="{43249FE2-2655-498B-B959-FA550A9B7F52}" dt="2026-08-13T06:26:16.523" v="531" actId="20577"/>
          <ac:spMkLst>
            <pc:docMk/>
            <pc:sldMk cId="3572085565" sldId="359"/>
            <ac:spMk id="80" creationId="{AC814CA3-23B7-D899-E39C-328AE7A723F1}"/>
          </ac:spMkLst>
        </pc:spChg>
      </pc:sldChg>
      <pc:sldChg chg="modSp mod">
        <pc:chgData name="Siddhesh Sawant" userId="b3668dfa-41c6-4925-9277-9e55f26d292d" providerId="ADAL" clId="{43249FE2-2655-498B-B959-FA550A9B7F52}" dt="2026-08-13T07:07:18.653" v="555" actId="20577"/>
        <pc:sldMkLst>
          <pc:docMk/>
          <pc:sldMk cId="1492811335" sldId="360"/>
        </pc:sldMkLst>
        <pc:spChg chg="mod">
          <ac:chgData name="Siddhesh Sawant" userId="b3668dfa-41c6-4925-9277-9e55f26d292d" providerId="ADAL" clId="{43249FE2-2655-498B-B959-FA550A9B7F52}" dt="2026-08-13T07:07:18.653" v="555" actId="20577"/>
          <ac:spMkLst>
            <pc:docMk/>
            <pc:sldMk cId="1492811335" sldId="360"/>
            <ac:spMk id="18" creationId="{496EA2BD-DBC8-48F5-7FCF-BD16AA8C895B}"/>
          </ac:spMkLst>
        </pc:spChg>
      </pc:sldChg>
      <pc:sldChg chg="addSp delSp modSp add mod ord">
        <pc:chgData name="Siddhesh Sawant" userId="b3668dfa-41c6-4925-9277-9e55f26d292d" providerId="ADAL" clId="{43249FE2-2655-498B-B959-FA550A9B7F52}" dt="2026-08-13T07:50:29.275" v="828" actId="207"/>
        <pc:sldMkLst>
          <pc:docMk/>
          <pc:sldMk cId="995135394" sldId="361"/>
        </pc:sldMkLst>
        <pc:graphicFrameChg chg="add mod">
          <ac:chgData name="Siddhesh Sawant" userId="b3668dfa-41c6-4925-9277-9e55f26d292d" providerId="ADAL" clId="{43249FE2-2655-498B-B959-FA550A9B7F52}" dt="2026-08-13T06:34:27.300" v="537"/>
          <ac:graphicFrameMkLst>
            <pc:docMk/>
            <pc:sldMk cId="995135394" sldId="361"/>
            <ac:graphicFrameMk id="2" creationId="{F448FF3B-5D92-462C-02D8-D38315985FE6}"/>
          </ac:graphicFrameMkLst>
        </pc:graphicFrameChg>
        <pc:graphicFrameChg chg="add mod modGraphic">
          <ac:chgData name="Siddhesh Sawant" userId="b3668dfa-41c6-4925-9277-9e55f26d292d" providerId="ADAL" clId="{43249FE2-2655-498B-B959-FA550A9B7F52}" dt="2026-08-13T07:50:29.275" v="828" actId="207"/>
          <ac:graphicFrameMkLst>
            <pc:docMk/>
            <pc:sldMk cId="995135394" sldId="361"/>
            <ac:graphicFrameMk id="3" creationId="{CF92BAC2-49DF-2A62-53CD-479CC2C89736}"/>
          </ac:graphicFrameMkLst>
        </pc:graphicFrameChg>
        <pc:graphicFrameChg chg="del modGraphic">
          <ac:chgData name="Siddhesh Sawant" userId="b3668dfa-41c6-4925-9277-9e55f26d292d" providerId="ADAL" clId="{43249FE2-2655-498B-B959-FA550A9B7F52}" dt="2026-08-13T06:34:25.714" v="536" actId="478"/>
          <ac:graphicFrameMkLst>
            <pc:docMk/>
            <pc:sldMk cId="995135394" sldId="361"/>
            <ac:graphicFrameMk id="6" creationId="{EEE5B0C6-B09B-3C31-22EB-A5A6414A11F0}"/>
          </ac:graphicFrameMkLst>
        </pc:graphicFrameChg>
      </pc:sldChg>
    </pc:docChg>
  </pc:docChgLst>
  <pc:docChgLst>
    <pc:chgData name="Mayank Dusad" userId="5c5f0f99-2a18-46af-b3f6-768f13b14aa8" providerId="ADAL" clId="{198D2E29-53F1-4B8D-84C5-87ED227C3082}"/>
    <pc:docChg chg="undo custSel addSld delSld modSld sldOrd modMainMaster">
      <pc:chgData name="Mayank Dusad" userId="5c5f0f99-2a18-46af-b3f6-768f13b14aa8" providerId="ADAL" clId="{198D2E29-53F1-4B8D-84C5-87ED227C3082}" dt="2026-08-14T11:48:50.731" v="780" actId="729"/>
      <pc:docMkLst>
        <pc:docMk/>
      </pc:docMkLst>
      <pc:sldChg chg="modSp mod">
        <pc:chgData name="Mayank Dusad" userId="5c5f0f99-2a18-46af-b3f6-768f13b14aa8" providerId="ADAL" clId="{198D2E29-53F1-4B8D-84C5-87ED227C3082}" dt="2026-08-13T01:50:03.750" v="342" actId="1035"/>
        <pc:sldMkLst>
          <pc:docMk/>
          <pc:sldMk cId="640737654" sldId="331"/>
        </pc:sldMkLst>
        <pc:spChg chg="mod">
          <ac:chgData name="Mayank Dusad" userId="5c5f0f99-2a18-46af-b3f6-768f13b14aa8" providerId="ADAL" clId="{198D2E29-53F1-4B8D-84C5-87ED227C3082}" dt="2026-08-13T01:50:03.750" v="342" actId="1035"/>
          <ac:spMkLst>
            <pc:docMk/>
            <pc:sldMk cId="640737654" sldId="331"/>
            <ac:spMk id="4" creationId="{A368F97E-617D-D250-8D67-6B9DB1E78150}"/>
          </ac:spMkLst>
        </pc:spChg>
        <pc:spChg chg="mod">
          <ac:chgData name="Mayank Dusad" userId="5c5f0f99-2a18-46af-b3f6-768f13b14aa8" providerId="ADAL" clId="{198D2E29-53F1-4B8D-84C5-87ED227C3082}" dt="2026-08-13T01:50:03.750" v="342" actId="1035"/>
          <ac:spMkLst>
            <pc:docMk/>
            <pc:sldMk cId="640737654" sldId="331"/>
            <ac:spMk id="7" creationId="{D5EA4B7E-7D11-908E-06A7-918D6946A58A}"/>
          </ac:spMkLst>
        </pc:spChg>
        <pc:spChg chg="mod">
          <ac:chgData name="Mayank Dusad" userId="5c5f0f99-2a18-46af-b3f6-768f13b14aa8" providerId="ADAL" clId="{198D2E29-53F1-4B8D-84C5-87ED227C3082}" dt="2026-08-13T01:50:03.750" v="342" actId="1035"/>
          <ac:spMkLst>
            <pc:docMk/>
            <pc:sldMk cId="640737654" sldId="331"/>
            <ac:spMk id="10" creationId="{6B94D843-8968-9344-45EA-F8F784790B4F}"/>
          </ac:spMkLst>
        </pc:spChg>
        <pc:spChg chg="mod">
          <ac:chgData name="Mayank Dusad" userId="5c5f0f99-2a18-46af-b3f6-768f13b14aa8" providerId="ADAL" clId="{198D2E29-53F1-4B8D-84C5-87ED227C3082}" dt="2026-08-13T01:50:03.750" v="342" actId="1035"/>
          <ac:spMkLst>
            <pc:docMk/>
            <pc:sldMk cId="640737654" sldId="331"/>
            <ac:spMk id="12" creationId="{A2D5285A-BA11-AC3F-A6B7-CE70374CEBDC}"/>
          </ac:spMkLst>
        </pc:spChg>
        <pc:spChg chg="mod">
          <ac:chgData name="Mayank Dusad" userId="5c5f0f99-2a18-46af-b3f6-768f13b14aa8" providerId="ADAL" clId="{198D2E29-53F1-4B8D-84C5-87ED227C3082}" dt="2026-08-13T01:50:03.750" v="342" actId="1035"/>
          <ac:spMkLst>
            <pc:docMk/>
            <pc:sldMk cId="640737654" sldId="331"/>
            <ac:spMk id="17" creationId="{B190C6D6-82B3-ABF6-8D3F-291AD2782DBA}"/>
          </ac:spMkLst>
        </pc:spChg>
        <pc:spChg chg="mod">
          <ac:chgData name="Mayank Dusad" userId="5c5f0f99-2a18-46af-b3f6-768f13b14aa8" providerId="ADAL" clId="{198D2E29-53F1-4B8D-84C5-87ED227C3082}" dt="2026-08-13T01:50:03.750" v="342" actId="1035"/>
          <ac:spMkLst>
            <pc:docMk/>
            <pc:sldMk cId="640737654" sldId="331"/>
            <ac:spMk id="21" creationId="{EF66F615-5A12-31B4-C938-5C29C8993704}"/>
          </ac:spMkLst>
        </pc:spChg>
        <pc:spChg chg="mod">
          <ac:chgData name="Mayank Dusad" userId="5c5f0f99-2a18-46af-b3f6-768f13b14aa8" providerId="ADAL" clId="{198D2E29-53F1-4B8D-84C5-87ED227C3082}" dt="2026-08-13T01:50:03.750" v="342" actId="1035"/>
          <ac:spMkLst>
            <pc:docMk/>
            <pc:sldMk cId="640737654" sldId="331"/>
            <ac:spMk id="27" creationId="{7BD7D9E5-C6D0-658A-01C9-04B5D15E1848}"/>
          </ac:spMkLst>
        </pc:spChg>
        <pc:spChg chg="mod">
          <ac:chgData name="Mayank Dusad" userId="5c5f0f99-2a18-46af-b3f6-768f13b14aa8" providerId="ADAL" clId="{198D2E29-53F1-4B8D-84C5-87ED227C3082}" dt="2026-08-13T01:50:03.750" v="342" actId="1035"/>
          <ac:spMkLst>
            <pc:docMk/>
            <pc:sldMk cId="640737654" sldId="331"/>
            <ac:spMk id="32" creationId="{4CBE2463-7825-05C0-B37E-7F15D7B0638D}"/>
          </ac:spMkLst>
        </pc:spChg>
        <pc:spChg chg="mod">
          <ac:chgData name="Mayank Dusad" userId="5c5f0f99-2a18-46af-b3f6-768f13b14aa8" providerId="ADAL" clId="{198D2E29-53F1-4B8D-84C5-87ED227C3082}" dt="2026-08-13T01:50:03.750" v="342" actId="1035"/>
          <ac:spMkLst>
            <pc:docMk/>
            <pc:sldMk cId="640737654" sldId="331"/>
            <ac:spMk id="54" creationId="{2F5FACFC-2DEC-29C4-8FD1-8DFA9C5C9FAA}"/>
          </ac:spMkLst>
        </pc:spChg>
        <pc:spChg chg="mod">
          <ac:chgData name="Mayank Dusad" userId="5c5f0f99-2a18-46af-b3f6-768f13b14aa8" providerId="ADAL" clId="{198D2E29-53F1-4B8D-84C5-87ED227C3082}" dt="2026-08-13T01:50:03.750" v="342" actId="1035"/>
          <ac:spMkLst>
            <pc:docMk/>
            <pc:sldMk cId="640737654" sldId="331"/>
            <ac:spMk id="62" creationId="{41936174-939F-242D-E0C2-21B9FC726EA8}"/>
          </ac:spMkLst>
        </pc:spChg>
      </pc:sldChg>
      <pc:sldChg chg="addSp modSp mod">
        <pc:chgData name="Mayank Dusad" userId="5c5f0f99-2a18-46af-b3f6-768f13b14aa8" providerId="ADAL" clId="{198D2E29-53F1-4B8D-84C5-87ED227C3082}" dt="2026-08-13T01:48:50.627" v="303" actId="20577"/>
        <pc:sldMkLst>
          <pc:docMk/>
          <pc:sldMk cId="763749883" sldId="332"/>
        </pc:sldMkLst>
        <pc:spChg chg="add mod">
          <ac:chgData name="Mayank Dusad" userId="5c5f0f99-2a18-46af-b3f6-768f13b14aa8" providerId="ADAL" clId="{198D2E29-53F1-4B8D-84C5-87ED227C3082}" dt="2026-08-13T01:48:50.627" v="303" actId="20577"/>
          <ac:spMkLst>
            <pc:docMk/>
            <pc:sldMk cId="763749883" sldId="332"/>
            <ac:spMk id="3" creationId="{F2BAF888-A40A-AB9F-6314-83D19DE41FFA}"/>
          </ac:spMkLst>
        </pc:spChg>
        <pc:spChg chg="mod">
          <ac:chgData name="Mayank Dusad" userId="5c5f0f99-2a18-46af-b3f6-768f13b14aa8" providerId="ADAL" clId="{198D2E29-53F1-4B8D-84C5-87ED227C3082}" dt="2026-08-13T01:48:43.685" v="295" actId="1076"/>
          <ac:spMkLst>
            <pc:docMk/>
            <pc:sldMk cId="763749883" sldId="332"/>
            <ac:spMk id="5" creationId="{0C3567C9-9B48-7094-0261-99615FF593EB}"/>
          </ac:spMkLst>
        </pc:spChg>
        <pc:spChg chg="mod">
          <ac:chgData name="Mayank Dusad" userId="5c5f0f99-2a18-46af-b3f6-768f13b14aa8" providerId="ADAL" clId="{198D2E29-53F1-4B8D-84C5-87ED227C3082}" dt="2026-08-12T10:53:54.633" v="18" actId="20577"/>
          <ac:spMkLst>
            <pc:docMk/>
            <pc:sldMk cId="763749883" sldId="332"/>
            <ac:spMk id="156" creationId="{374472F3-D974-BB5B-5CDB-97BFB8091C94}"/>
          </ac:spMkLst>
        </pc:spChg>
      </pc:sldChg>
      <pc:sldChg chg="addSp delSp modSp mod">
        <pc:chgData name="Mayank Dusad" userId="5c5f0f99-2a18-46af-b3f6-768f13b14aa8" providerId="ADAL" clId="{198D2E29-53F1-4B8D-84C5-87ED227C3082}" dt="2026-08-13T01:50:18.820" v="347" actId="22"/>
        <pc:sldMkLst>
          <pc:docMk/>
          <pc:sldMk cId="2461144146" sldId="333"/>
        </pc:sldMkLst>
        <pc:spChg chg="add">
          <ac:chgData name="Mayank Dusad" userId="5c5f0f99-2a18-46af-b3f6-768f13b14aa8" providerId="ADAL" clId="{198D2E29-53F1-4B8D-84C5-87ED227C3082}" dt="2026-08-12T11:37:39.698" v="40" actId="22"/>
          <ac:spMkLst>
            <pc:docMk/>
            <pc:sldMk cId="2461144146" sldId="333"/>
            <ac:spMk id="3" creationId="{FF758D01-18E2-50D8-0997-53B720B29391}"/>
          </ac:spMkLst>
        </pc:spChg>
        <pc:spChg chg="add">
          <ac:chgData name="Mayank Dusad" userId="5c5f0f99-2a18-46af-b3f6-768f13b14aa8" providerId="ADAL" clId="{198D2E29-53F1-4B8D-84C5-87ED227C3082}" dt="2026-08-13T01:50:18.820" v="347" actId="22"/>
          <ac:spMkLst>
            <pc:docMk/>
            <pc:sldMk cId="2461144146" sldId="333"/>
            <ac:spMk id="4" creationId="{C78383F8-A51C-7B35-865D-B70DE6087A59}"/>
          </ac:spMkLst>
        </pc:spChg>
        <pc:spChg chg="mod">
          <ac:chgData name="Mayank Dusad" userId="5c5f0f99-2a18-46af-b3f6-768f13b14aa8" providerId="ADAL" clId="{198D2E29-53F1-4B8D-84C5-87ED227C3082}" dt="2026-08-13T01:50:10.731" v="346" actId="1036"/>
          <ac:spMkLst>
            <pc:docMk/>
            <pc:sldMk cId="2461144146" sldId="333"/>
            <ac:spMk id="5" creationId="{18970EE8-A31E-27C8-488F-973DA867D20B}"/>
          </ac:spMkLst>
        </pc:spChg>
        <pc:spChg chg="add">
          <ac:chgData name="Mayank Dusad" userId="5c5f0f99-2a18-46af-b3f6-768f13b14aa8" providerId="ADAL" clId="{198D2E29-53F1-4B8D-84C5-87ED227C3082}" dt="2026-08-12T11:37:39.698" v="40" actId="22"/>
          <ac:spMkLst>
            <pc:docMk/>
            <pc:sldMk cId="2461144146" sldId="333"/>
            <ac:spMk id="6" creationId="{2E7755BB-5EE5-5AC0-897D-19C5A5B95244}"/>
          </ac:spMkLst>
        </pc:spChg>
        <pc:spChg chg="add mod">
          <ac:chgData name="Mayank Dusad" userId="5c5f0f99-2a18-46af-b3f6-768f13b14aa8" providerId="ADAL" clId="{198D2E29-53F1-4B8D-84C5-87ED227C3082}" dt="2026-08-12T11:01:09.905" v="23" actId="2711"/>
          <ac:spMkLst>
            <pc:docMk/>
            <pc:sldMk cId="2461144146" sldId="333"/>
            <ac:spMk id="8" creationId="{08F249D9-B84C-2927-B8A1-B776C5340546}"/>
          </ac:spMkLst>
        </pc:spChg>
        <pc:spChg chg="add">
          <ac:chgData name="Mayank Dusad" userId="5c5f0f99-2a18-46af-b3f6-768f13b14aa8" providerId="ADAL" clId="{198D2E29-53F1-4B8D-84C5-87ED227C3082}" dt="2026-08-12T11:37:39.698" v="40" actId="22"/>
          <ac:spMkLst>
            <pc:docMk/>
            <pc:sldMk cId="2461144146" sldId="333"/>
            <ac:spMk id="11" creationId="{C3C20EDA-419E-E113-8F37-5C98EA7BF100}"/>
          </ac:spMkLst>
        </pc:spChg>
        <pc:spChg chg="add">
          <ac:chgData name="Mayank Dusad" userId="5c5f0f99-2a18-46af-b3f6-768f13b14aa8" providerId="ADAL" clId="{198D2E29-53F1-4B8D-84C5-87ED227C3082}" dt="2026-08-12T11:37:39.698" v="40" actId="22"/>
          <ac:spMkLst>
            <pc:docMk/>
            <pc:sldMk cId="2461144146" sldId="333"/>
            <ac:spMk id="13" creationId="{49F13A6E-EA8F-8F41-38EB-D1C0EC16FDCE}"/>
          </ac:spMkLst>
        </pc:spChg>
        <pc:spChg chg="add">
          <ac:chgData name="Mayank Dusad" userId="5c5f0f99-2a18-46af-b3f6-768f13b14aa8" providerId="ADAL" clId="{198D2E29-53F1-4B8D-84C5-87ED227C3082}" dt="2026-08-12T11:37:39.698" v="40" actId="22"/>
          <ac:spMkLst>
            <pc:docMk/>
            <pc:sldMk cId="2461144146" sldId="333"/>
            <ac:spMk id="18" creationId="{D80B889F-DE5C-02CE-7E9A-5FEEEB19106E}"/>
          </ac:spMkLst>
        </pc:spChg>
        <pc:spChg chg="add">
          <ac:chgData name="Mayank Dusad" userId="5c5f0f99-2a18-46af-b3f6-768f13b14aa8" providerId="ADAL" clId="{198D2E29-53F1-4B8D-84C5-87ED227C3082}" dt="2026-08-12T11:37:39.698" v="40" actId="22"/>
          <ac:spMkLst>
            <pc:docMk/>
            <pc:sldMk cId="2461144146" sldId="333"/>
            <ac:spMk id="20" creationId="{B79649F9-D69A-BDC0-E541-ADB719743733}"/>
          </ac:spMkLst>
        </pc:spChg>
        <pc:spChg chg="mod">
          <ac:chgData name="Mayank Dusad" userId="5c5f0f99-2a18-46af-b3f6-768f13b14aa8" providerId="ADAL" clId="{198D2E29-53F1-4B8D-84C5-87ED227C3082}" dt="2026-08-12T11:01:21.898" v="37" actId="1036"/>
          <ac:spMkLst>
            <pc:docMk/>
            <pc:sldMk cId="2461144146" sldId="333"/>
            <ac:spMk id="22" creationId="{9B5D23DA-6F7C-6AB8-D912-F1AFE58C0939}"/>
          </ac:spMkLst>
        </pc:spChg>
        <pc:spChg chg="add">
          <ac:chgData name="Mayank Dusad" userId="5c5f0f99-2a18-46af-b3f6-768f13b14aa8" providerId="ADAL" clId="{198D2E29-53F1-4B8D-84C5-87ED227C3082}" dt="2026-08-12T11:37:39.698" v="40" actId="22"/>
          <ac:spMkLst>
            <pc:docMk/>
            <pc:sldMk cId="2461144146" sldId="333"/>
            <ac:spMk id="23" creationId="{CFBA812C-6BD9-B063-FFEA-A57906D0D1D8}"/>
          </ac:spMkLst>
        </pc:spChg>
        <pc:spChg chg="add mod">
          <ac:chgData name="Mayank Dusad" userId="5c5f0f99-2a18-46af-b3f6-768f13b14aa8" providerId="ADAL" clId="{198D2E29-53F1-4B8D-84C5-87ED227C3082}" dt="2026-08-12T11:01:27.348" v="38" actId="255"/>
          <ac:spMkLst>
            <pc:docMk/>
            <pc:sldMk cId="2461144146" sldId="333"/>
            <ac:spMk id="25" creationId="{6A7A8AED-CE6F-A768-C5FC-3058285BC5EA}"/>
          </ac:spMkLst>
        </pc:spChg>
        <pc:spChg chg="add">
          <ac:chgData name="Mayank Dusad" userId="5c5f0f99-2a18-46af-b3f6-768f13b14aa8" providerId="ADAL" clId="{198D2E29-53F1-4B8D-84C5-87ED227C3082}" dt="2026-08-12T11:37:39.698" v="40" actId="22"/>
          <ac:spMkLst>
            <pc:docMk/>
            <pc:sldMk cId="2461144146" sldId="333"/>
            <ac:spMk id="26" creationId="{B89D84F5-82C3-B9E6-09E3-AC15D95D3188}"/>
          </ac:spMkLst>
        </pc:spChg>
        <pc:spChg chg="mod">
          <ac:chgData name="Mayank Dusad" userId="5c5f0f99-2a18-46af-b3f6-768f13b14aa8" providerId="ADAL" clId="{198D2E29-53F1-4B8D-84C5-87ED227C3082}" dt="2026-08-12T11:01:27.348" v="38" actId="255"/>
          <ac:spMkLst>
            <pc:docMk/>
            <pc:sldMk cId="2461144146" sldId="333"/>
            <ac:spMk id="29" creationId="{8DA24495-BDFA-D806-3F9E-97BAA10BDE81}"/>
          </ac:spMkLst>
        </pc:spChg>
        <pc:spChg chg="mod">
          <ac:chgData name="Mayank Dusad" userId="5c5f0f99-2a18-46af-b3f6-768f13b14aa8" providerId="ADAL" clId="{198D2E29-53F1-4B8D-84C5-87ED227C3082}" dt="2026-08-12T11:01:21.898" v="37" actId="1036"/>
          <ac:spMkLst>
            <pc:docMk/>
            <pc:sldMk cId="2461144146" sldId="333"/>
            <ac:spMk id="31" creationId="{F511EE49-5CF0-935C-101E-4FAE2897C3BC}"/>
          </ac:spMkLst>
        </pc:spChg>
        <pc:spChg chg="mod">
          <ac:chgData name="Mayank Dusad" userId="5c5f0f99-2a18-46af-b3f6-768f13b14aa8" providerId="ADAL" clId="{198D2E29-53F1-4B8D-84C5-87ED227C3082}" dt="2026-08-12T11:01:27.348" v="38" actId="255"/>
          <ac:spMkLst>
            <pc:docMk/>
            <pc:sldMk cId="2461144146" sldId="333"/>
            <ac:spMk id="33" creationId="{2ACA88B4-C5B6-4457-A118-4FBD193CF173}"/>
          </ac:spMkLst>
        </pc:spChg>
        <pc:spChg chg="add">
          <ac:chgData name="Mayank Dusad" userId="5c5f0f99-2a18-46af-b3f6-768f13b14aa8" providerId="ADAL" clId="{198D2E29-53F1-4B8D-84C5-87ED227C3082}" dt="2026-08-12T11:37:39.698" v="40" actId="22"/>
          <ac:spMkLst>
            <pc:docMk/>
            <pc:sldMk cId="2461144146" sldId="333"/>
            <ac:spMk id="34" creationId="{3DEA0C7C-DE8C-7F80-8DC3-3BBF1D78CECB}"/>
          </ac:spMkLst>
        </pc:spChg>
        <pc:spChg chg="mod">
          <ac:chgData name="Mayank Dusad" userId="5c5f0f99-2a18-46af-b3f6-768f13b14aa8" providerId="ADAL" clId="{198D2E29-53F1-4B8D-84C5-87ED227C3082}" dt="2026-08-12T11:01:17.166" v="24" actId="255"/>
          <ac:spMkLst>
            <pc:docMk/>
            <pc:sldMk cId="2461144146" sldId="333"/>
            <ac:spMk id="35" creationId="{CE29A7C5-0D99-734A-AECE-529DB6723CE2}"/>
          </ac:spMkLst>
        </pc:spChg>
        <pc:spChg chg="add">
          <ac:chgData name="Mayank Dusad" userId="5c5f0f99-2a18-46af-b3f6-768f13b14aa8" providerId="ADAL" clId="{198D2E29-53F1-4B8D-84C5-87ED227C3082}" dt="2026-08-12T11:37:39.698" v="40" actId="22"/>
          <ac:spMkLst>
            <pc:docMk/>
            <pc:sldMk cId="2461144146" sldId="333"/>
            <ac:spMk id="38" creationId="{CB124349-67F1-65EB-5691-76D9743BA9C2}"/>
          </ac:spMkLst>
        </pc:spChg>
        <pc:spChg chg="add mod">
          <ac:chgData name="Mayank Dusad" userId="5c5f0f99-2a18-46af-b3f6-768f13b14aa8" providerId="ADAL" clId="{198D2E29-53F1-4B8D-84C5-87ED227C3082}" dt="2026-08-12T11:01:27.348" v="38" actId="255"/>
          <ac:spMkLst>
            <pc:docMk/>
            <pc:sldMk cId="2461144146" sldId="333"/>
            <ac:spMk id="39" creationId="{27958A81-1CA6-C96B-5AA6-1FF8EDB52366}"/>
          </ac:spMkLst>
        </pc:spChg>
        <pc:spChg chg="add mod">
          <ac:chgData name="Mayank Dusad" userId="5c5f0f99-2a18-46af-b3f6-768f13b14aa8" providerId="ADAL" clId="{198D2E29-53F1-4B8D-84C5-87ED227C3082}" dt="2026-08-12T11:01:21.898" v="37" actId="1036"/>
          <ac:spMkLst>
            <pc:docMk/>
            <pc:sldMk cId="2461144146" sldId="333"/>
            <ac:spMk id="41" creationId="{BD5AD5DD-883A-457C-879A-D3000C273154}"/>
          </ac:spMkLst>
        </pc:spChg>
        <pc:spChg chg="add mod">
          <ac:chgData name="Mayank Dusad" userId="5c5f0f99-2a18-46af-b3f6-768f13b14aa8" providerId="ADAL" clId="{198D2E29-53F1-4B8D-84C5-87ED227C3082}" dt="2026-08-12T11:59:27.405" v="44" actId="1076"/>
          <ac:spMkLst>
            <pc:docMk/>
            <pc:sldMk cId="2461144146" sldId="333"/>
            <ac:spMk id="42" creationId="{AD73F3D2-F9A9-1348-6010-73C51261D8A7}"/>
          </ac:spMkLst>
        </pc:spChg>
        <pc:spChg chg="mod">
          <ac:chgData name="Mayank Dusad" userId="5c5f0f99-2a18-46af-b3f6-768f13b14aa8" providerId="ADAL" clId="{198D2E29-53F1-4B8D-84C5-87ED227C3082}" dt="2026-08-12T11:01:27.348" v="38" actId="255"/>
          <ac:spMkLst>
            <pc:docMk/>
            <pc:sldMk cId="2461144146" sldId="333"/>
            <ac:spMk id="43" creationId="{6D86F106-7597-5942-B9BF-1C1CA6E3DB34}"/>
          </ac:spMkLst>
        </pc:spChg>
        <pc:spChg chg="mod">
          <ac:chgData name="Mayank Dusad" userId="5c5f0f99-2a18-46af-b3f6-768f13b14aa8" providerId="ADAL" clId="{198D2E29-53F1-4B8D-84C5-87ED227C3082}" dt="2026-08-12T11:01:21.898" v="37" actId="1036"/>
          <ac:spMkLst>
            <pc:docMk/>
            <pc:sldMk cId="2461144146" sldId="333"/>
            <ac:spMk id="45" creationId="{49C0EE5A-29FE-DE9C-256C-AC09EFAA1D6D}"/>
          </ac:spMkLst>
        </pc:spChg>
        <pc:spChg chg="add mod">
          <ac:chgData name="Mayank Dusad" userId="5c5f0f99-2a18-46af-b3f6-768f13b14aa8" providerId="ADAL" clId="{198D2E29-53F1-4B8D-84C5-87ED227C3082}" dt="2026-08-12T11:01:27.348" v="38" actId="255"/>
          <ac:spMkLst>
            <pc:docMk/>
            <pc:sldMk cId="2461144146" sldId="333"/>
            <ac:spMk id="47" creationId="{DFB17F2D-DA05-D398-4A06-9FE14F5C7AE2}"/>
          </ac:spMkLst>
        </pc:spChg>
        <pc:spChg chg="add mod">
          <ac:chgData name="Mayank Dusad" userId="5c5f0f99-2a18-46af-b3f6-768f13b14aa8" providerId="ADAL" clId="{198D2E29-53F1-4B8D-84C5-87ED227C3082}" dt="2026-08-12T11:01:21.898" v="37" actId="1036"/>
          <ac:spMkLst>
            <pc:docMk/>
            <pc:sldMk cId="2461144146" sldId="333"/>
            <ac:spMk id="49" creationId="{DBDE51B1-62EE-2AFD-6008-389C295DD89D}"/>
          </ac:spMkLst>
        </pc:spChg>
        <pc:spChg chg="add mod">
          <ac:chgData name="Mayank Dusad" userId="5c5f0f99-2a18-46af-b3f6-768f13b14aa8" providerId="ADAL" clId="{198D2E29-53F1-4B8D-84C5-87ED227C3082}" dt="2026-08-12T11:01:21.898" v="37" actId="1036"/>
          <ac:spMkLst>
            <pc:docMk/>
            <pc:sldMk cId="2461144146" sldId="333"/>
            <ac:spMk id="51" creationId="{14620457-F12F-EDD0-E1BE-6AECD663B1A0}"/>
          </ac:spMkLst>
        </pc:spChg>
        <pc:spChg chg="mod">
          <ac:chgData name="Mayank Dusad" userId="5c5f0f99-2a18-46af-b3f6-768f13b14aa8" providerId="ADAL" clId="{198D2E29-53F1-4B8D-84C5-87ED227C3082}" dt="2026-08-12T11:01:27.348" v="38" actId="255"/>
          <ac:spMkLst>
            <pc:docMk/>
            <pc:sldMk cId="2461144146" sldId="333"/>
            <ac:spMk id="53" creationId="{A625AB25-671E-F88E-C65A-FC27D5F5D2C6}"/>
          </ac:spMkLst>
        </pc:spChg>
        <pc:spChg chg="add mod">
          <ac:chgData name="Mayank Dusad" userId="5c5f0f99-2a18-46af-b3f6-768f13b14aa8" providerId="ADAL" clId="{198D2E29-53F1-4B8D-84C5-87ED227C3082}" dt="2026-08-12T11:01:21.898" v="37" actId="1036"/>
          <ac:spMkLst>
            <pc:docMk/>
            <pc:sldMk cId="2461144146" sldId="333"/>
            <ac:spMk id="55" creationId="{0D397CE4-0D66-B779-6251-9A41C50E0466}"/>
          </ac:spMkLst>
        </pc:spChg>
        <pc:spChg chg="mod">
          <ac:chgData name="Mayank Dusad" userId="5c5f0f99-2a18-46af-b3f6-768f13b14aa8" providerId="ADAL" clId="{198D2E29-53F1-4B8D-84C5-87ED227C3082}" dt="2026-08-12T11:01:27.348" v="38" actId="255"/>
          <ac:spMkLst>
            <pc:docMk/>
            <pc:sldMk cId="2461144146" sldId="333"/>
            <ac:spMk id="57" creationId="{6C8B445A-48FB-0B0C-FF71-DD54CD6B7A33}"/>
          </ac:spMkLst>
        </pc:spChg>
        <pc:spChg chg="mod">
          <ac:chgData name="Mayank Dusad" userId="5c5f0f99-2a18-46af-b3f6-768f13b14aa8" providerId="ADAL" clId="{198D2E29-53F1-4B8D-84C5-87ED227C3082}" dt="2026-08-12T11:01:27.348" v="38" actId="255"/>
          <ac:spMkLst>
            <pc:docMk/>
            <pc:sldMk cId="2461144146" sldId="333"/>
            <ac:spMk id="61" creationId="{92812B4F-0FF6-17F5-C576-8AFFFAE9DD4F}"/>
          </ac:spMkLst>
        </pc:spChg>
        <pc:spChg chg="mod">
          <ac:chgData name="Mayank Dusad" userId="5c5f0f99-2a18-46af-b3f6-768f13b14aa8" providerId="ADAL" clId="{198D2E29-53F1-4B8D-84C5-87ED227C3082}" dt="2026-08-12T11:01:17.166" v="24" actId="255"/>
          <ac:spMkLst>
            <pc:docMk/>
            <pc:sldMk cId="2461144146" sldId="333"/>
            <ac:spMk id="63" creationId="{4E802E4B-55B0-921F-517C-9430A7DE9941}"/>
          </ac:spMkLst>
        </pc:spChg>
      </pc:sldChg>
      <pc:sldChg chg="addSp mod">
        <pc:chgData name="Mayank Dusad" userId="5c5f0f99-2a18-46af-b3f6-768f13b14aa8" providerId="ADAL" clId="{198D2E29-53F1-4B8D-84C5-87ED227C3082}" dt="2026-08-13T01:50:21.161" v="348" actId="22"/>
        <pc:sldMkLst>
          <pc:docMk/>
          <pc:sldMk cId="3253979327" sldId="334"/>
        </pc:sldMkLst>
        <pc:spChg chg="add">
          <ac:chgData name="Mayank Dusad" userId="5c5f0f99-2a18-46af-b3f6-768f13b14aa8" providerId="ADAL" clId="{198D2E29-53F1-4B8D-84C5-87ED227C3082}" dt="2026-08-13T01:50:21.161" v="348" actId="22"/>
          <ac:spMkLst>
            <pc:docMk/>
            <pc:sldMk cId="3253979327" sldId="334"/>
            <ac:spMk id="3" creationId="{43D6BD93-78DE-DBAC-585C-016A2921E296}"/>
          </ac:spMkLst>
        </pc:spChg>
      </pc:sldChg>
      <pc:sldChg chg="addSp modSp mod">
        <pc:chgData name="Mayank Dusad" userId="5c5f0f99-2a18-46af-b3f6-768f13b14aa8" providerId="ADAL" clId="{198D2E29-53F1-4B8D-84C5-87ED227C3082}" dt="2026-08-13T01:50:31.521" v="358" actId="1036"/>
        <pc:sldMkLst>
          <pc:docMk/>
          <pc:sldMk cId="3483274659" sldId="335"/>
        </pc:sldMkLst>
        <pc:spChg chg="mod">
          <ac:chgData name="Mayank Dusad" userId="5c5f0f99-2a18-46af-b3f6-768f13b14aa8" providerId="ADAL" clId="{198D2E29-53F1-4B8D-84C5-87ED227C3082}" dt="2026-08-13T01:50:31.521" v="358" actId="1036"/>
          <ac:spMkLst>
            <pc:docMk/>
            <pc:sldMk cId="3483274659" sldId="335"/>
            <ac:spMk id="5" creationId="{01E6B462-EE8A-5372-57FE-BBD03880C28F}"/>
          </ac:spMkLst>
        </pc:spChg>
        <pc:spChg chg="add">
          <ac:chgData name="Mayank Dusad" userId="5c5f0f99-2a18-46af-b3f6-768f13b14aa8" providerId="ADAL" clId="{198D2E29-53F1-4B8D-84C5-87ED227C3082}" dt="2026-08-13T01:50:27.192" v="349" actId="22"/>
          <ac:spMkLst>
            <pc:docMk/>
            <pc:sldMk cId="3483274659" sldId="335"/>
            <ac:spMk id="10" creationId="{B328A1C0-AA20-0F6B-F070-41265F1B531B}"/>
          </ac:spMkLst>
        </pc:spChg>
      </pc:sldChg>
      <pc:sldChg chg="addSp modSp mod">
        <pc:chgData name="Mayank Dusad" userId="5c5f0f99-2a18-46af-b3f6-768f13b14aa8" providerId="ADAL" clId="{198D2E29-53F1-4B8D-84C5-87ED227C3082}" dt="2026-08-13T01:50:47.940" v="365" actId="1036"/>
        <pc:sldMkLst>
          <pc:docMk/>
          <pc:sldMk cId="585957787" sldId="336"/>
        </pc:sldMkLst>
        <pc:spChg chg="mod">
          <ac:chgData name="Mayank Dusad" userId="5c5f0f99-2a18-46af-b3f6-768f13b14aa8" providerId="ADAL" clId="{198D2E29-53F1-4B8D-84C5-87ED227C3082}" dt="2026-08-13T01:50:47.940" v="365" actId="1036"/>
          <ac:spMkLst>
            <pc:docMk/>
            <pc:sldMk cId="585957787" sldId="336"/>
            <ac:spMk id="5" creationId="{C89C7B19-B28B-5A87-6E23-E40A7252C2AC}"/>
          </ac:spMkLst>
        </pc:spChg>
        <pc:spChg chg="add">
          <ac:chgData name="Mayank Dusad" userId="5c5f0f99-2a18-46af-b3f6-768f13b14aa8" providerId="ADAL" clId="{198D2E29-53F1-4B8D-84C5-87ED227C3082}" dt="2026-08-13T01:50:45.398" v="363" actId="22"/>
          <ac:spMkLst>
            <pc:docMk/>
            <pc:sldMk cId="585957787" sldId="336"/>
            <ac:spMk id="8" creationId="{C68BA906-0879-64C7-D4CE-1FEFC1691384}"/>
          </ac:spMkLst>
        </pc:spChg>
      </pc:sldChg>
      <pc:sldChg chg="addSp modSp mod">
        <pc:chgData name="Mayank Dusad" userId="5c5f0f99-2a18-46af-b3f6-768f13b14aa8" providerId="ADAL" clId="{198D2E29-53F1-4B8D-84C5-87ED227C3082}" dt="2026-08-13T01:51:04.123" v="376" actId="20577"/>
        <pc:sldMkLst>
          <pc:docMk/>
          <pc:sldMk cId="1807235579" sldId="337"/>
        </pc:sldMkLst>
        <pc:spChg chg="add mod">
          <ac:chgData name="Mayank Dusad" userId="5c5f0f99-2a18-46af-b3f6-768f13b14aa8" providerId="ADAL" clId="{198D2E29-53F1-4B8D-84C5-87ED227C3082}" dt="2026-08-13T01:51:04.123" v="376" actId="20577"/>
          <ac:spMkLst>
            <pc:docMk/>
            <pc:sldMk cId="1807235579" sldId="337"/>
            <ac:spMk id="4" creationId="{187D409F-9E9C-EA2A-CF91-11C5B8848B8B}"/>
          </ac:spMkLst>
        </pc:spChg>
        <pc:spChg chg="mod">
          <ac:chgData name="Mayank Dusad" userId="5c5f0f99-2a18-46af-b3f6-768f13b14aa8" providerId="ADAL" clId="{198D2E29-53F1-4B8D-84C5-87ED227C3082}" dt="2026-08-13T01:50:58.533" v="369" actId="1076"/>
          <ac:spMkLst>
            <pc:docMk/>
            <pc:sldMk cId="1807235579" sldId="337"/>
            <ac:spMk id="5" creationId="{6F1236D7-5F7E-592B-4EDC-6D2A9A9F6D1F}"/>
          </ac:spMkLst>
        </pc:spChg>
      </pc:sldChg>
      <pc:sldChg chg="addSp delSp modSp del mod">
        <pc:chgData name="Mayank Dusad" userId="5c5f0f99-2a18-46af-b3f6-768f13b14aa8" providerId="ADAL" clId="{198D2E29-53F1-4B8D-84C5-87ED227C3082}" dt="2026-08-13T02:09:39.785" v="385" actId="47"/>
        <pc:sldMkLst>
          <pc:docMk/>
          <pc:sldMk cId="624430871" sldId="339"/>
        </pc:sldMkLst>
        <pc:spChg chg="add del">
          <ac:chgData name="Mayank Dusad" userId="5c5f0f99-2a18-46af-b3f6-768f13b14aa8" providerId="ADAL" clId="{198D2E29-53F1-4B8D-84C5-87ED227C3082}" dt="2026-08-13T01:46:29.681" v="79" actId="478"/>
          <ac:spMkLst>
            <pc:docMk/>
            <pc:sldMk cId="624430871" sldId="339"/>
            <ac:spMk id="3" creationId="{6C56EE81-C345-6FFF-C89D-1ACCD562F602}"/>
          </ac:spMkLst>
        </pc:spChg>
        <pc:spChg chg="add del">
          <ac:chgData name="Mayank Dusad" userId="5c5f0f99-2a18-46af-b3f6-768f13b14aa8" providerId="ADAL" clId="{198D2E29-53F1-4B8D-84C5-87ED227C3082}" dt="2026-08-13T01:46:30.345" v="81" actId="478"/>
          <ac:spMkLst>
            <pc:docMk/>
            <pc:sldMk cId="624430871" sldId="339"/>
            <ac:spMk id="4" creationId="{98CCE1A1-8AF6-C07E-D7B1-46A49A312C32}"/>
          </ac:spMkLst>
        </pc:spChg>
        <pc:spChg chg="mod">
          <ac:chgData name="Mayank Dusad" userId="5c5f0f99-2a18-46af-b3f6-768f13b14aa8" providerId="ADAL" clId="{198D2E29-53F1-4B8D-84C5-87ED227C3082}" dt="2026-08-13T01:45:52.107" v="73"/>
          <ac:spMkLst>
            <pc:docMk/>
            <pc:sldMk cId="624430871" sldId="339"/>
            <ac:spMk id="5" creationId="{E50379A5-C25E-2790-4BBD-0B85BA6F4C62}"/>
          </ac:spMkLst>
        </pc:spChg>
        <pc:spChg chg="add del">
          <ac:chgData name="Mayank Dusad" userId="5c5f0f99-2a18-46af-b3f6-768f13b14aa8" providerId="ADAL" clId="{198D2E29-53F1-4B8D-84C5-87ED227C3082}" dt="2026-08-13T01:46:30.345" v="81" actId="478"/>
          <ac:spMkLst>
            <pc:docMk/>
            <pc:sldMk cId="624430871" sldId="339"/>
            <ac:spMk id="7" creationId="{D041074B-F603-2F15-5509-5227AFE26C75}"/>
          </ac:spMkLst>
        </pc:spChg>
        <pc:spChg chg="add del">
          <ac:chgData name="Mayank Dusad" userId="5c5f0f99-2a18-46af-b3f6-768f13b14aa8" providerId="ADAL" clId="{198D2E29-53F1-4B8D-84C5-87ED227C3082}" dt="2026-08-13T01:46:30.345" v="81" actId="478"/>
          <ac:spMkLst>
            <pc:docMk/>
            <pc:sldMk cId="624430871" sldId="339"/>
            <ac:spMk id="9" creationId="{709C49DF-08E3-D914-F967-5690F8435E2D}"/>
          </ac:spMkLst>
        </pc:spChg>
        <pc:spChg chg="add del">
          <ac:chgData name="Mayank Dusad" userId="5c5f0f99-2a18-46af-b3f6-768f13b14aa8" providerId="ADAL" clId="{198D2E29-53F1-4B8D-84C5-87ED227C3082}" dt="2026-08-13T01:46:30.345" v="81" actId="478"/>
          <ac:spMkLst>
            <pc:docMk/>
            <pc:sldMk cId="624430871" sldId="339"/>
            <ac:spMk id="10" creationId="{D5209468-5618-3FDE-F546-F3D8E0ACE39E}"/>
          </ac:spMkLst>
        </pc:spChg>
        <pc:spChg chg="add del">
          <ac:chgData name="Mayank Dusad" userId="5c5f0f99-2a18-46af-b3f6-768f13b14aa8" providerId="ADAL" clId="{198D2E29-53F1-4B8D-84C5-87ED227C3082}" dt="2026-08-13T01:46:30.345" v="81" actId="478"/>
          <ac:spMkLst>
            <pc:docMk/>
            <pc:sldMk cId="624430871" sldId="339"/>
            <ac:spMk id="12" creationId="{36090DB5-6D4A-7F25-0A25-4A551DAF456B}"/>
          </ac:spMkLst>
        </pc:spChg>
        <pc:spChg chg="add del mod">
          <ac:chgData name="Mayank Dusad" userId="5c5f0f99-2a18-46af-b3f6-768f13b14aa8" providerId="ADAL" clId="{198D2E29-53F1-4B8D-84C5-87ED227C3082}" dt="2026-08-13T01:46:29.970" v="80" actId="22"/>
          <ac:spMkLst>
            <pc:docMk/>
            <pc:sldMk cId="624430871" sldId="339"/>
            <ac:spMk id="13" creationId="{3BC1B741-7DC8-B1C2-54C5-2E0C31994FBD}"/>
          </ac:spMkLst>
        </pc:spChg>
        <pc:spChg chg="add del">
          <ac:chgData name="Mayank Dusad" userId="5c5f0f99-2a18-46af-b3f6-768f13b14aa8" providerId="ADAL" clId="{198D2E29-53F1-4B8D-84C5-87ED227C3082}" dt="2026-08-13T01:46:30.345" v="81" actId="478"/>
          <ac:spMkLst>
            <pc:docMk/>
            <pc:sldMk cId="624430871" sldId="339"/>
            <ac:spMk id="14" creationId="{78A400EB-8320-1EA4-3E2E-61EA4BB0B886}"/>
          </ac:spMkLst>
        </pc:spChg>
        <pc:spChg chg="add del mod">
          <ac:chgData name="Mayank Dusad" userId="5c5f0f99-2a18-46af-b3f6-768f13b14aa8" providerId="ADAL" clId="{198D2E29-53F1-4B8D-84C5-87ED227C3082}" dt="2026-08-13T01:46:29.970" v="80" actId="22"/>
          <ac:spMkLst>
            <pc:docMk/>
            <pc:sldMk cId="624430871" sldId="339"/>
            <ac:spMk id="16" creationId="{3321ABEA-1B35-C77B-8829-599AD2CE27EB}"/>
          </ac:spMkLst>
        </pc:spChg>
        <pc:spChg chg="add del mod">
          <ac:chgData name="Mayank Dusad" userId="5c5f0f99-2a18-46af-b3f6-768f13b14aa8" providerId="ADAL" clId="{198D2E29-53F1-4B8D-84C5-87ED227C3082}" dt="2026-08-13T01:46:29.970" v="80" actId="22"/>
          <ac:spMkLst>
            <pc:docMk/>
            <pc:sldMk cId="624430871" sldId="339"/>
            <ac:spMk id="18" creationId="{ED0A0849-9A85-BC77-9137-FE1B18BEE874}"/>
          </ac:spMkLst>
        </pc:spChg>
        <pc:spChg chg="add del mod">
          <ac:chgData name="Mayank Dusad" userId="5c5f0f99-2a18-46af-b3f6-768f13b14aa8" providerId="ADAL" clId="{198D2E29-53F1-4B8D-84C5-87ED227C3082}" dt="2026-08-13T01:46:29.970" v="80" actId="22"/>
          <ac:spMkLst>
            <pc:docMk/>
            <pc:sldMk cId="624430871" sldId="339"/>
            <ac:spMk id="22" creationId="{D374D776-0DC2-DD14-6A5B-9539192F8DE2}"/>
          </ac:spMkLst>
        </pc:spChg>
        <pc:spChg chg="add del mod">
          <ac:chgData name="Mayank Dusad" userId="5c5f0f99-2a18-46af-b3f6-768f13b14aa8" providerId="ADAL" clId="{198D2E29-53F1-4B8D-84C5-87ED227C3082}" dt="2026-08-13T01:46:29.970" v="80" actId="22"/>
          <ac:spMkLst>
            <pc:docMk/>
            <pc:sldMk cId="624430871" sldId="339"/>
            <ac:spMk id="28" creationId="{F20678B1-ADEE-E734-5F79-6E4BF8A102F9}"/>
          </ac:spMkLst>
        </pc:spChg>
        <pc:spChg chg="add del mod">
          <ac:chgData name="Mayank Dusad" userId="5c5f0f99-2a18-46af-b3f6-768f13b14aa8" providerId="ADAL" clId="{198D2E29-53F1-4B8D-84C5-87ED227C3082}" dt="2026-08-13T01:46:29.970" v="80" actId="22"/>
          <ac:spMkLst>
            <pc:docMk/>
            <pc:sldMk cId="624430871" sldId="339"/>
            <ac:spMk id="32" creationId="{CDAD168F-60C9-2D7B-7AAF-B50CB3ACB5D9}"/>
          </ac:spMkLst>
        </pc:spChg>
        <pc:spChg chg="add del mod">
          <ac:chgData name="Mayank Dusad" userId="5c5f0f99-2a18-46af-b3f6-768f13b14aa8" providerId="ADAL" clId="{198D2E29-53F1-4B8D-84C5-87ED227C3082}" dt="2026-08-13T01:46:29.970" v="80" actId="22"/>
          <ac:spMkLst>
            <pc:docMk/>
            <pc:sldMk cId="624430871" sldId="339"/>
            <ac:spMk id="34" creationId="{21EEB51A-A356-7784-8E8C-3D150D8AEAF3}"/>
          </ac:spMkLst>
        </pc:spChg>
        <pc:spChg chg="add del mod">
          <ac:chgData name="Mayank Dusad" userId="5c5f0f99-2a18-46af-b3f6-768f13b14aa8" providerId="ADAL" clId="{198D2E29-53F1-4B8D-84C5-87ED227C3082}" dt="2026-08-13T01:46:29.970" v="80" actId="22"/>
          <ac:spMkLst>
            <pc:docMk/>
            <pc:sldMk cId="624430871" sldId="339"/>
            <ac:spMk id="36" creationId="{4682F94B-EDD0-B68B-FEE5-F161FE532348}"/>
          </ac:spMkLst>
        </pc:spChg>
        <pc:spChg chg="add del mod">
          <ac:chgData name="Mayank Dusad" userId="5c5f0f99-2a18-46af-b3f6-768f13b14aa8" providerId="ADAL" clId="{198D2E29-53F1-4B8D-84C5-87ED227C3082}" dt="2026-08-13T01:46:29.970" v="80" actId="22"/>
          <ac:spMkLst>
            <pc:docMk/>
            <pc:sldMk cId="624430871" sldId="339"/>
            <ac:spMk id="40" creationId="{E08D367C-D7FE-B225-8AAE-C404CE65B437}"/>
          </ac:spMkLst>
        </pc:spChg>
        <pc:spChg chg="add del mod">
          <ac:chgData name="Mayank Dusad" userId="5c5f0f99-2a18-46af-b3f6-768f13b14aa8" providerId="ADAL" clId="{198D2E29-53F1-4B8D-84C5-87ED227C3082}" dt="2026-08-13T01:46:29.970" v="80" actId="22"/>
          <ac:spMkLst>
            <pc:docMk/>
            <pc:sldMk cId="624430871" sldId="339"/>
            <ac:spMk id="48" creationId="{0EE7A3D4-140B-00FA-C1FC-367F4C05CAB3}"/>
          </ac:spMkLst>
        </pc:spChg>
      </pc:sldChg>
      <pc:sldChg chg="addSp delSp modSp mod">
        <pc:chgData name="Mayank Dusad" userId="5c5f0f99-2a18-46af-b3f6-768f13b14aa8" providerId="ADAL" clId="{198D2E29-53F1-4B8D-84C5-87ED227C3082}" dt="2026-08-13T01:49:51.439" v="329" actId="1036"/>
        <pc:sldMkLst>
          <pc:docMk/>
          <pc:sldMk cId="682660429" sldId="343"/>
        </pc:sldMkLst>
        <pc:spChg chg="add">
          <ac:chgData name="Mayank Dusad" userId="5c5f0f99-2a18-46af-b3f6-768f13b14aa8" providerId="ADAL" clId="{198D2E29-53F1-4B8D-84C5-87ED227C3082}" dt="2026-08-13T01:49:07.700" v="308" actId="22"/>
          <ac:spMkLst>
            <pc:docMk/>
            <pc:sldMk cId="682660429" sldId="343"/>
            <ac:spMk id="4" creationId="{B88CE9A8-E5EC-70A6-0019-B1A81AE91D3E}"/>
          </ac:spMkLst>
        </pc:spChg>
        <pc:spChg chg="mod">
          <ac:chgData name="Mayank Dusad" userId="5c5f0f99-2a18-46af-b3f6-768f13b14aa8" providerId="ADAL" clId="{198D2E29-53F1-4B8D-84C5-87ED227C3082}" dt="2026-08-13T01:49:51.439" v="329" actId="1036"/>
          <ac:spMkLst>
            <pc:docMk/>
            <pc:sldMk cId="682660429" sldId="343"/>
            <ac:spMk id="5" creationId="{302917B3-6982-85D3-8970-BF87B3A916DF}"/>
          </ac:spMkLst>
        </pc:spChg>
        <pc:spChg chg="mod">
          <ac:chgData name="Mayank Dusad" userId="5c5f0f99-2a18-46af-b3f6-768f13b14aa8" providerId="ADAL" clId="{198D2E29-53F1-4B8D-84C5-87ED227C3082}" dt="2026-08-12T10:56:53.970" v="20" actId="1076"/>
          <ac:spMkLst>
            <pc:docMk/>
            <pc:sldMk cId="682660429" sldId="343"/>
            <ac:spMk id="66" creationId="{0F9BFAC1-E286-4F54-8C40-CC432C3E0B40}"/>
          </ac:spMkLst>
        </pc:spChg>
      </pc:sldChg>
      <pc:sldChg chg="addSp delSp modSp add mod">
        <pc:chgData name="Mayank Dusad" userId="5c5f0f99-2a18-46af-b3f6-768f13b14aa8" providerId="ADAL" clId="{198D2E29-53F1-4B8D-84C5-87ED227C3082}" dt="2026-08-13T01:51:53.919" v="379" actId="22"/>
        <pc:sldMkLst>
          <pc:docMk/>
          <pc:sldMk cId="3206023606" sldId="351"/>
        </pc:sldMkLst>
        <pc:spChg chg="add">
          <ac:chgData name="Mayank Dusad" userId="5c5f0f99-2a18-46af-b3f6-768f13b14aa8" providerId="ADAL" clId="{198D2E29-53F1-4B8D-84C5-87ED227C3082}" dt="2026-08-13T01:51:53.919" v="379" actId="22"/>
          <ac:spMkLst>
            <pc:docMk/>
            <pc:sldMk cId="3206023606" sldId="351"/>
            <ac:spMk id="3" creationId="{AE3AF14B-DD77-CC6A-F8FB-35216E21E0BE}"/>
          </ac:spMkLst>
        </pc:spChg>
        <pc:spChg chg="mod">
          <ac:chgData name="Mayank Dusad" userId="5c5f0f99-2a18-46af-b3f6-768f13b14aa8" providerId="ADAL" clId="{198D2E29-53F1-4B8D-84C5-87ED227C3082}" dt="2026-08-13T01:51:46.118" v="378" actId="1076"/>
          <ac:spMkLst>
            <pc:docMk/>
            <pc:sldMk cId="3206023606" sldId="351"/>
            <ac:spMk id="5" creationId="{53528B08-313B-8D34-D4C9-396BC66A56FF}"/>
          </ac:spMkLst>
        </pc:spChg>
        <pc:spChg chg="add mod">
          <ac:chgData name="Mayank Dusad" userId="5c5f0f99-2a18-46af-b3f6-768f13b14aa8" providerId="ADAL" clId="{198D2E29-53F1-4B8D-84C5-87ED227C3082}" dt="2026-08-11T12:15:02.965" v="17" actId="403"/>
          <ac:spMkLst>
            <pc:docMk/>
            <pc:sldMk cId="3206023606" sldId="351"/>
            <ac:spMk id="96" creationId="{B9942B26-1A00-2DA4-3309-C540F2A45948}"/>
          </ac:spMkLst>
        </pc:spChg>
        <pc:spChg chg="mod">
          <ac:chgData name="Mayank Dusad" userId="5c5f0f99-2a18-46af-b3f6-768f13b14aa8" providerId="ADAL" clId="{198D2E29-53F1-4B8D-84C5-87ED227C3082}" dt="2026-08-11T12:15:02.965" v="17" actId="403"/>
          <ac:spMkLst>
            <pc:docMk/>
            <pc:sldMk cId="3206023606" sldId="351"/>
            <ac:spMk id="116" creationId="{DA933B2F-8D6F-36C3-3807-7585CC4CDB48}"/>
          </ac:spMkLst>
        </pc:spChg>
        <pc:spChg chg="mod">
          <ac:chgData name="Mayank Dusad" userId="5c5f0f99-2a18-46af-b3f6-768f13b14aa8" providerId="ADAL" clId="{198D2E29-53F1-4B8D-84C5-87ED227C3082}" dt="2026-08-11T12:15:02.965" v="17" actId="403"/>
          <ac:spMkLst>
            <pc:docMk/>
            <pc:sldMk cId="3206023606" sldId="351"/>
            <ac:spMk id="124" creationId="{3FCED024-F079-C4E5-02E4-AA223959B39E}"/>
          </ac:spMkLst>
        </pc:spChg>
        <pc:spChg chg="mod">
          <ac:chgData name="Mayank Dusad" userId="5c5f0f99-2a18-46af-b3f6-768f13b14aa8" providerId="ADAL" clId="{198D2E29-53F1-4B8D-84C5-87ED227C3082}" dt="2026-08-11T12:15:02.965" v="17" actId="403"/>
          <ac:spMkLst>
            <pc:docMk/>
            <pc:sldMk cId="3206023606" sldId="351"/>
            <ac:spMk id="132" creationId="{05D8759A-6E6D-AE75-7FE6-E7FC44496EE0}"/>
          </ac:spMkLst>
        </pc:spChg>
        <pc:spChg chg="add mod">
          <ac:chgData name="Mayank Dusad" userId="5c5f0f99-2a18-46af-b3f6-768f13b14aa8" providerId="ADAL" clId="{198D2E29-53F1-4B8D-84C5-87ED227C3082}" dt="2026-08-11T10:01:55.070" v="6" actId="1076"/>
          <ac:spMkLst>
            <pc:docMk/>
            <pc:sldMk cId="3206023606" sldId="351"/>
            <ac:spMk id="134" creationId="{E8F3B977-A7EF-2BCD-EA58-3CA88D19693D}"/>
          </ac:spMkLst>
        </pc:spChg>
        <pc:spChg chg="add mod">
          <ac:chgData name="Mayank Dusad" userId="5c5f0f99-2a18-46af-b3f6-768f13b14aa8" providerId="ADAL" clId="{198D2E29-53F1-4B8D-84C5-87ED227C3082}" dt="2026-08-11T10:01:55.070" v="6" actId="1076"/>
          <ac:spMkLst>
            <pc:docMk/>
            <pc:sldMk cId="3206023606" sldId="351"/>
            <ac:spMk id="140" creationId="{FB67AB33-E341-444D-7259-84A0DD195513}"/>
          </ac:spMkLst>
        </pc:spChg>
        <pc:spChg chg="mod">
          <ac:chgData name="Mayank Dusad" userId="5c5f0f99-2a18-46af-b3f6-768f13b14aa8" providerId="ADAL" clId="{198D2E29-53F1-4B8D-84C5-87ED227C3082}" dt="2026-08-11T12:15:02.965" v="17" actId="403"/>
          <ac:spMkLst>
            <pc:docMk/>
            <pc:sldMk cId="3206023606" sldId="351"/>
            <ac:spMk id="150" creationId="{0BE4627F-FE77-5574-EF61-A23F2B72489D}"/>
          </ac:spMkLst>
        </pc:spChg>
        <pc:spChg chg="add mod">
          <ac:chgData name="Mayank Dusad" userId="5c5f0f99-2a18-46af-b3f6-768f13b14aa8" providerId="ADAL" clId="{198D2E29-53F1-4B8D-84C5-87ED227C3082}" dt="2026-08-11T10:01:55.070" v="6" actId="1076"/>
          <ac:spMkLst>
            <pc:docMk/>
            <pc:sldMk cId="3206023606" sldId="351"/>
            <ac:spMk id="154" creationId="{AD2FD93F-B41F-4AAA-5604-3D098019BC94}"/>
          </ac:spMkLst>
        </pc:spChg>
        <pc:spChg chg="add mod">
          <ac:chgData name="Mayank Dusad" userId="5c5f0f99-2a18-46af-b3f6-768f13b14aa8" providerId="ADAL" clId="{198D2E29-53F1-4B8D-84C5-87ED227C3082}" dt="2026-08-11T10:01:55.070" v="6" actId="1076"/>
          <ac:spMkLst>
            <pc:docMk/>
            <pc:sldMk cId="3206023606" sldId="351"/>
            <ac:spMk id="170" creationId="{A511C90D-137E-6F1E-DB16-151C24913C68}"/>
          </ac:spMkLst>
        </pc:spChg>
        <pc:spChg chg="mod">
          <ac:chgData name="Mayank Dusad" userId="5c5f0f99-2a18-46af-b3f6-768f13b14aa8" providerId="ADAL" clId="{198D2E29-53F1-4B8D-84C5-87ED227C3082}" dt="2026-08-11T12:15:02.965" v="17" actId="403"/>
          <ac:spMkLst>
            <pc:docMk/>
            <pc:sldMk cId="3206023606" sldId="351"/>
            <ac:spMk id="176" creationId="{D0CB4AD8-E78B-397C-1BE3-7C108F20A511}"/>
          </ac:spMkLst>
        </pc:spChg>
        <pc:spChg chg="add mod">
          <ac:chgData name="Mayank Dusad" userId="5c5f0f99-2a18-46af-b3f6-768f13b14aa8" providerId="ADAL" clId="{198D2E29-53F1-4B8D-84C5-87ED227C3082}" dt="2026-08-11T10:01:55.070" v="6" actId="1076"/>
          <ac:spMkLst>
            <pc:docMk/>
            <pc:sldMk cId="3206023606" sldId="351"/>
            <ac:spMk id="178" creationId="{C39A07AC-FE3D-C476-56D8-959E3889CE37}"/>
          </ac:spMkLst>
        </pc:spChg>
        <pc:spChg chg="mod">
          <ac:chgData name="Mayank Dusad" userId="5c5f0f99-2a18-46af-b3f6-768f13b14aa8" providerId="ADAL" clId="{198D2E29-53F1-4B8D-84C5-87ED227C3082}" dt="2026-08-11T12:15:02.965" v="17" actId="403"/>
          <ac:spMkLst>
            <pc:docMk/>
            <pc:sldMk cId="3206023606" sldId="351"/>
            <ac:spMk id="188" creationId="{EED9498A-F072-11FE-6C6C-01A5DF8BC0FB}"/>
          </ac:spMkLst>
        </pc:spChg>
        <pc:spChg chg="add mod">
          <ac:chgData name="Mayank Dusad" userId="5c5f0f99-2a18-46af-b3f6-768f13b14aa8" providerId="ADAL" clId="{198D2E29-53F1-4B8D-84C5-87ED227C3082}" dt="2026-08-11T12:15:02.965" v="17" actId="403"/>
          <ac:spMkLst>
            <pc:docMk/>
            <pc:sldMk cId="3206023606" sldId="351"/>
            <ac:spMk id="190" creationId="{7697240B-B202-1044-567E-3F28BEE83BCC}"/>
          </ac:spMkLst>
        </pc:spChg>
        <pc:spChg chg="mod">
          <ac:chgData name="Mayank Dusad" userId="5c5f0f99-2a18-46af-b3f6-768f13b14aa8" providerId="ADAL" clId="{198D2E29-53F1-4B8D-84C5-87ED227C3082}" dt="2026-08-11T12:15:02.965" v="17" actId="403"/>
          <ac:spMkLst>
            <pc:docMk/>
            <pc:sldMk cId="3206023606" sldId="351"/>
            <ac:spMk id="192" creationId="{3AAA0524-6FB8-65B8-A4F7-67A60BB36E15}"/>
          </ac:spMkLst>
        </pc:spChg>
        <pc:spChg chg="add mod">
          <ac:chgData name="Mayank Dusad" userId="5c5f0f99-2a18-46af-b3f6-768f13b14aa8" providerId="ADAL" clId="{198D2E29-53F1-4B8D-84C5-87ED227C3082}" dt="2026-08-11T10:01:55.070" v="6" actId="1076"/>
          <ac:spMkLst>
            <pc:docMk/>
            <pc:sldMk cId="3206023606" sldId="351"/>
            <ac:spMk id="200" creationId="{75F88ABA-84E1-DA2E-3C99-C05EB5E31140}"/>
          </ac:spMkLst>
        </pc:spChg>
        <pc:spChg chg="mod">
          <ac:chgData name="Mayank Dusad" userId="5c5f0f99-2a18-46af-b3f6-768f13b14aa8" providerId="ADAL" clId="{198D2E29-53F1-4B8D-84C5-87ED227C3082}" dt="2026-08-13T01:31:25.347" v="62" actId="403"/>
          <ac:spMkLst>
            <pc:docMk/>
            <pc:sldMk cId="3206023606" sldId="351"/>
            <ac:spMk id="202" creationId="{C932B421-D97B-D3B9-24C5-B09DF81CEA27}"/>
          </ac:spMkLst>
        </pc:spChg>
        <pc:spChg chg="add mod">
          <ac:chgData name="Mayank Dusad" userId="5c5f0f99-2a18-46af-b3f6-768f13b14aa8" providerId="ADAL" clId="{198D2E29-53F1-4B8D-84C5-87ED227C3082}" dt="2026-08-13T01:31:04.614" v="48" actId="1076"/>
          <ac:spMkLst>
            <pc:docMk/>
            <pc:sldMk cId="3206023606" sldId="351"/>
            <ac:spMk id="204" creationId="{D002C7F0-E4F2-BE55-4DB0-81A03742469D}"/>
          </ac:spMkLst>
        </pc:spChg>
        <pc:spChg chg="mod">
          <ac:chgData name="Mayank Dusad" userId="5c5f0f99-2a18-46af-b3f6-768f13b14aa8" providerId="ADAL" clId="{198D2E29-53F1-4B8D-84C5-87ED227C3082}" dt="2026-08-13T01:31:10.851" v="56" actId="1036"/>
          <ac:spMkLst>
            <pc:docMk/>
            <pc:sldMk cId="3206023606" sldId="351"/>
            <ac:spMk id="206" creationId="{18ECBE2E-5ED5-03E8-DE38-A2F2F6F2A2AA}"/>
          </ac:spMkLst>
        </pc:spChg>
        <pc:spChg chg="mod">
          <ac:chgData name="Mayank Dusad" userId="5c5f0f99-2a18-46af-b3f6-768f13b14aa8" providerId="ADAL" clId="{198D2E29-53F1-4B8D-84C5-87ED227C3082}" dt="2026-08-13T01:31:30.352" v="67" actId="403"/>
          <ac:spMkLst>
            <pc:docMk/>
            <pc:sldMk cId="3206023606" sldId="351"/>
            <ac:spMk id="212" creationId="{9821C916-5C6E-1ED6-E8E7-153B2AD7F3C2}"/>
          </ac:spMkLst>
        </pc:spChg>
        <pc:spChg chg="mod">
          <ac:chgData name="Mayank Dusad" userId="5c5f0f99-2a18-46af-b3f6-768f13b14aa8" providerId="ADAL" clId="{198D2E29-53F1-4B8D-84C5-87ED227C3082}" dt="2026-08-13T01:31:14.777" v="57" actId="403"/>
          <ac:spMkLst>
            <pc:docMk/>
            <pc:sldMk cId="3206023606" sldId="351"/>
            <ac:spMk id="214" creationId="{DFF38A77-68F4-06B9-EEB3-E559789AB37D}"/>
          </ac:spMkLst>
        </pc:spChg>
        <pc:spChg chg="add mod">
          <ac:chgData name="Mayank Dusad" userId="5c5f0f99-2a18-46af-b3f6-768f13b14aa8" providerId="ADAL" clId="{198D2E29-53F1-4B8D-84C5-87ED227C3082}" dt="2026-08-13T01:31:35.956" v="70" actId="403"/>
          <ac:spMkLst>
            <pc:docMk/>
            <pc:sldMk cId="3206023606" sldId="351"/>
            <ac:spMk id="222" creationId="{00F407D0-1386-1566-12C4-312DDB5721CB}"/>
          </ac:spMkLst>
        </pc:spChg>
        <pc:spChg chg="mod">
          <ac:chgData name="Mayank Dusad" userId="5c5f0f99-2a18-46af-b3f6-768f13b14aa8" providerId="ADAL" clId="{198D2E29-53F1-4B8D-84C5-87ED227C3082}" dt="2026-08-13T01:31:18.829" v="59" actId="403"/>
          <ac:spMkLst>
            <pc:docMk/>
            <pc:sldMk cId="3206023606" sldId="351"/>
            <ac:spMk id="224" creationId="{3536E5EB-E6F3-80E8-D3DB-22EB69EA80F4}"/>
          </ac:spMkLst>
        </pc:spChg>
        <pc:spChg chg="mod">
          <ac:chgData name="Mayank Dusad" userId="5c5f0f99-2a18-46af-b3f6-768f13b14aa8" providerId="ADAL" clId="{198D2E29-53F1-4B8D-84C5-87ED227C3082}" dt="2026-08-11T12:14:48.601" v="13" actId="20577"/>
          <ac:spMkLst>
            <pc:docMk/>
            <pc:sldMk cId="3206023606" sldId="351"/>
            <ac:spMk id="226" creationId="{4ACF6E26-9794-212C-D4B7-7B461EC1D8B5}"/>
          </ac:spMkLst>
        </pc:spChg>
      </pc:sldChg>
      <pc:sldChg chg="addSp delSp modSp add mod">
        <pc:chgData name="Mayank Dusad" userId="5c5f0f99-2a18-46af-b3f6-768f13b14aa8" providerId="ADAL" clId="{198D2E29-53F1-4B8D-84C5-87ED227C3082}" dt="2026-08-13T03:18:53.911" v="671" actId="2711"/>
        <pc:sldMkLst>
          <pc:docMk/>
          <pc:sldMk cId="3572085565" sldId="359"/>
        </pc:sldMkLst>
        <pc:spChg chg="del">
          <ac:chgData name="Mayank Dusad" userId="5c5f0f99-2a18-46af-b3f6-768f13b14aa8" providerId="ADAL" clId="{198D2E29-53F1-4B8D-84C5-87ED227C3082}" dt="2026-08-13T01:46:35.542" v="83" actId="478"/>
          <ac:spMkLst>
            <pc:docMk/>
            <pc:sldMk cId="3572085565" sldId="359"/>
            <ac:spMk id="3" creationId="{986A0B1A-5122-D29D-F1B4-672F200DF219}"/>
          </ac:spMkLst>
        </pc:spChg>
        <pc:spChg chg="add del mod">
          <ac:chgData name="Mayank Dusad" userId="5c5f0f99-2a18-46af-b3f6-768f13b14aa8" providerId="ADAL" clId="{198D2E29-53F1-4B8D-84C5-87ED227C3082}" dt="2026-08-13T02:14:12.003" v="396" actId="478"/>
          <ac:spMkLst>
            <pc:docMk/>
            <pc:sldMk cId="3572085565" sldId="359"/>
            <ac:spMk id="3" creationId="{F8A0EB59-9CE6-03CA-258A-162D49DBE316}"/>
          </ac:spMkLst>
        </pc:spChg>
        <pc:spChg chg="del">
          <ac:chgData name="Mayank Dusad" userId="5c5f0f99-2a18-46af-b3f6-768f13b14aa8" providerId="ADAL" clId="{198D2E29-53F1-4B8D-84C5-87ED227C3082}" dt="2026-08-13T01:44:34.055" v="72" actId="478"/>
          <ac:spMkLst>
            <pc:docMk/>
            <pc:sldMk cId="3572085565" sldId="359"/>
            <ac:spMk id="4" creationId="{F6DB92DE-4CA9-3A11-F140-13610675B704}"/>
          </ac:spMkLst>
        </pc:spChg>
        <pc:spChg chg="del">
          <ac:chgData name="Mayank Dusad" userId="5c5f0f99-2a18-46af-b3f6-768f13b14aa8" providerId="ADAL" clId="{198D2E29-53F1-4B8D-84C5-87ED227C3082}" dt="2026-08-13T02:13:23.466" v="386" actId="478"/>
          <ac:spMkLst>
            <pc:docMk/>
            <pc:sldMk cId="3572085565" sldId="359"/>
            <ac:spMk id="5" creationId="{83623E46-CCA8-A33F-AB72-B2B0D214E03A}"/>
          </ac:spMkLst>
        </pc:spChg>
        <pc:spChg chg="add del mod">
          <ac:chgData name="Mayank Dusad" userId="5c5f0f99-2a18-46af-b3f6-768f13b14aa8" providerId="ADAL" clId="{198D2E29-53F1-4B8D-84C5-87ED227C3082}" dt="2026-08-13T02:14:12.003" v="396" actId="478"/>
          <ac:spMkLst>
            <pc:docMk/>
            <pc:sldMk cId="3572085565" sldId="359"/>
            <ac:spMk id="6" creationId="{3BAD0BB1-6BE1-59DB-0CD3-5D2AAD78CF20}"/>
          </ac:spMkLst>
        </pc:spChg>
        <pc:spChg chg="del">
          <ac:chgData name="Mayank Dusad" userId="5c5f0f99-2a18-46af-b3f6-768f13b14aa8" providerId="ADAL" clId="{198D2E29-53F1-4B8D-84C5-87ED227C3082}" dt="2026-08-13T01:44:34.055" v="72" actId="478"/>
          <ac:spMkLst>
            <pc:docMk/>
            <pc:sldMk cId="3572085565" sldId="359"/>
            <ac:spMk id="7" creationId="{E4BBFC24-EF7D-D51E-B3DD-04778F2B46AB}"/>
          </ac:spMkLst>
        </pc:spChg>
        <pc:spChg chg="add del mod">
          <ac:chgData name="Mayank Dusad" userId="5c5f0f99-2a18-46af-b3f6-768f13b14aa8" providerId="ADAL" clId="{198D2E29-53F1-4B8D-84C5-87ED227C3082}" dt="2026-08-13T01:47:07.613" v="92" actId="21"/>
          <ac:spMkLst>
            <pc:docMk/>
            <pc:sldMk cId="3572085565" sldId="359"/>
            <ac:spMk id="8" creationId="{1066414A-158C-B7D5-2644-65C8EF6ACCA5}"/>
          </ac:spMkLst>
        </pc:spChg>
        <pc:spChg chg="add mod">
          <ac:chgData name="Mayank Dusad" userId="5c5f0f99-2a18-46af-b3f6-768f13b14aa8" providerId="ADAL" clId="{198D2E29-53F1-4B8D-84C5-87ED227C3082}" dt="2026-08-13T03:18:13.162" v="657" actId="20577"/>
          <ac:spMkLst>
            <pc:docMk/>
            <pc:sldMk cId="3572085565" sldId="359"/>
            <ac:spMk id="8" creationId="{E31F551F-15CB-8E3D-6C03-72E3A88C7ACC}"/>
          </ac:spMkLst>
        </pc:spChg>
        <pc:spChg chg="del">
          <ac:chgData name="Mayank Dusad" userId="5c5f0f99-2a18-46af-b3f6-768f13b14aa8" providerId="ADAL" clId="{198D2E29-53F1-4B8D-84C5-87ED227C3082}" dt="2026-08-13T01:44:34.055" v="72" actId="478"/>
          <ac:spMkLst>
            <pc:docMk/>
            <pc:sldMk cId="3572085565" sldId="359"/>
            <ac:spMk id="9" creationId="{96814F79-DD42-1711-4EF0-9084982A6B40}"/>
          </ac:spMkLst>
        </pc:spChg>
        <pc:spChg chg="add del mod">
          <ac:chgData name="Mayank Dusad" userId="5c5f0f99-2a18-46af-b3f6-768f13b14aa8" providerId="ADAL" clId="{198D2E29-53F1-4B8D-84C5-87ED227C3082}" dt="2026-08-13T03:17:50.359" v="618" actId="478"/>
          <ac:spMkLst>
            <pc:docMk/>
            <pc:sldMk cId="3572085565" sldId="359"/>
            <ac:spMk id="10" creationId="{765AD7FC-9584-05DC-5153-20DF3899C85C}"/>
          </ac:spMkLst>
        </pc:spChg>
        <pc:spChg chg="del">
          <ac:chgData name="Mayank Dusad" userId="5c5f0f99-2a18-46af-b3f6-768f13b14aa8" providerId="ADAL" clId="{198D2E29-53F1-4B8D-84C5-87ED227C3082}" dt="2026-08-13T01:44:34.055" v="72" actId="478"/>
          <ac:spMkLst>
            <pc:docMk/>
            <pc:sldMk cId="3572085565" sldId="359"/>
            <ac:spMk id="10" creationId="{AADFEE85-0161-8722-2777-6E2E46EBF515}"/>
          </ac:spMkLst>
        </pc:spChg>
        <pc:spChg chg="del">
          <ac:chgData name="Mayank Dusad" userId="5c5f0f99-2a18-46af-b3f6-768f13b14aa8" providerId="ADAL" clId="{198D2E29-53F1-4B8D-84C5-87ED227C3082}" dt="2026-08-13T01:44:34.055" v="72" actId="478"/>
          <ac:spMkLst>
            <pc:docMk/>
            <pc:sldMk cId="3572085565" sldId="359"/>
            <ac:spMk id="12" creationId="{09396FB3-2A4F-21C2-EB7B-48F645935354}"/>
          </ac:spMkLst>
        </pc:spChg>
        <pc:spChg chg="add del mod">
          <ac:chgData name="Mayank Dusad" userId="5c5f0f99-2a18-46af-b3f6-768f13b14aa8" providerId="ADAL" clId="{198D2E29-53F1-4B8D-84C5-87ED227C3082}" dt="2026-08-13T03:17:50.359" v="618" actId="478"/>
          <ac:spMkLst>
            <pc:docMk/>
            <pc:sldMk cId="3572085565" sldId="359"/>
            <ac:spMk id="12" creationId="{1A7C17B6-B97C-686C-FEA0-943805CDE340}"/>
          </ac:spMkLst>
        </pc:spChg>
        <pc:spChg chg="del mod">
          <ac:chgData name="Mayank Dusad" userId="5c5f0f99-2a18-46af-b3f6-768f13b14aa8" providerId="ADAL" clId="{198D2E29-53F1-4B8D-84C5-87ED227C3082}" dt="2026-08-13T02:14:12.003" v="396" actId="478"/>
          <ac:spMkLst>
            <pc:docMk/>
            <pc:sldMk cId="3572085565" sldId="359"/>
            <ac:spMk id="13" creationId="{D5B60CE0-696F-A9D7-5BEA-2BB05079908B}"/>
          </ac:spMkLst>
        </pc:spChg>
        <pc:spChg chg="del">
          <ac:chgData name="Mayank Dusad" userId="5c5f0f99-2a18-46af-b3f6-768f13b14aa8" providerId="ADAL" clId="{198D2E29-53F1-4B8D-84C5-87ED227C3082}" dt="2026-08-13T01:44:34.055" v="72" actId="478"/>
          <ac:spMkLst>
            <pc:docMk/>
            <pc:sldMk cId="3572085565" sldId="359"/>
            <ac:spMk id="14" creationId="{EB7B1D36-8D1C-8A5D-649A-408CEFC9C9A2}"/>
          </ac:spMkLst>
        </pc:spChg>
        <pc:spChg chg="add del mod">
          <ac:chgData name="Mayank Dusad" userId="5c5f0f99-2a18-46af-b3f6-768f13b14aa8" providerId="ADAL" clId="{198D2E29-53F1-4B8D-84C5-87ED227C3082}" dt="2026-08-13T03:17:50.359" v="618" actId="478"/>
          <ac:spMkLst>
            <pc:docMk/>
            <pc:sldMk cId="3572085565" sldId="359"/>
            <ac:spMk id="15" creationId="{78DC2A78-0824-2ABA-A57E-7805E31B6ECE}"/>
          </ac:spMkLst>
        </pc:spChg>
        <pc:spChg chg="add mod">
          <ac:chgData name="Mayank Dusad" userId="5c5f0f99-2a18-46af-b3f6-768f13b14aa8" providerId="ADAL" clId="{198D2E29-53F1-4B8D-84C5-87ED227C3082}" dt="2026-08-13T01:46:41.590" v="84" actId="1076"/>
          <ac:spMkLst>
            <pc:docMk/>
            <pc:sldMk cId="3572085565" sldId="359"/>
            <ac:spMk id="16" creationId="{FE6ED8DE-E0ED-A1D4-EDEE-060F9AF853B8}"/>
          </ac:spMkLst>
        </pc:spChg>
        <pc:spChg chg="add mod">
          <ac:chgData name="Mayank Dusad" userId="5c5f0f99-2a18-46af-b3f6-768f13b14aa8" providerId="ADAL" clId="{198D2E29-53F1-4B8D-84C5-87ED227C3082}" dt="2026-08-13T02:14:46.997" v="457" actId="20577"/>
          <ac:spMkLst>
            <pc:docMk/>
            <pc:sldMk cId="3572085565" sldId="359"/>
            <ac:spMk id="17" creationId="{8C3C2056-E763-D91A-5C7F-2B1B279A82C4}"/>
          </ac:spMkLst>
        </pc:spChg>
        <pc:spChg chg="mod">
          <ac:chgData name="Mayank Dusad" userId="5c5f0f99-2a18-46af-b3f6-768f13b14aa8" providerId="ADAL" clId="{198D2E29-53F1-4B8D-84C5-87ED227C3082}" dt="2026-08-13T01:47:14.128" v="172" actId="1037"/>
          <ac:spMkLst>
            <pc:docMk/>
            <pc:sldMk cId="3572085565" sldId="359"/>
            <ac:spMk id="18" creationId="{75274663-AD7F-F066-516A-6036E61CCFCC}"/>
          </ac:spMkLst>
        </pc:spChg>
        <pc:spChg chg="add del mod">
          <ac:chgData name="Mayank Dusad" userId="5c5f0f99-2a18-46af-b3f6-768f13b14aa8" providerId="ADAL" clId="{198D2E29-53F1-4B8D-84C5-87ED227C3082}" dt="2026-08-13T03:17:50.359" v="618" actId="478"/>
          <ac:spMkLst>
            <pc:docMk/>
            <pc:sldMk cId="3572085565" sldId="359"/>
            <ac:spMk id="20" creationId="{9D96C0B1-3615-666A-8A29-3D71A9011C3E}"/>
          </ac:spMkLst>
        </pc:spChg>
        <pc:spChg chg="del">
          <ac:chgData name="Mayank Dusad" userId="5c5f0f99-2a18-46af-b3f6-768f13b14aa8" providerId="ADAL" clId="{198D2E29-53F1-4B8D-84C5-87ED227C3082}" dt="2026-08-13T01:47:07.613" v="92" actId="21"/>
          <ac:spMkLst>
            <pc:docMk/>
            <pc:sldMk cId="3572085565" sldId="359"/>
            <ac:spMk id="20" creationId="{BE15889F-3793-EE05-AA5F-EC9E2E25EFF2}"/>
          </ac:spMkLst>
        </pc:spChg>
        <pc:spChg chg="add mod">
          <ac:chgData name="Mayank Dusad" userId="5c5f0f99-2a18-46af-b3f6-768f13b14aa8" providerId="ADAL" clId="{198D2E29-53F1-4B8D-84C5-87ED227C3082}" dt="2026-08-13T01:47:14.128" v="172" actId="1037"/>
          <ac:spMkLst>
            <pc:docMk/>
            <pc:sldMk cId="3572085565" sldId="359"/>
            <ac:spMk id="22" creationId="{299AA3F7-19F3-03AB-7A9E-B8FC30B401CD}"/>
          </ac:spMkLst>
        </pc:spChg>
        <pc:spChg chg="add del mod">
          <ac:chgData name="Mayank Dusad" userId="5c5f0f99-2a18-46af-b3f6-768f13b14aa8" providerId="ADAL" clId="{198D2E29-53F1-4B8D-84C5-87ED227C3082}" dt="2026-08-13T03:17:50.359" v="618" actId="478"/>
          <ac:spMkLst>
            <pc:docMk/>
            <pc:sldMk cId="3572085565" sldId="359"/>
            <ac:spMk id="23" creationId="{28EADEE7-5249-0BCA-A2DC-F569D1425587}"/>
          </ac:spMkLst>
        </pc:spChg>
        <pc:spChg chg="add del mod">
          <ac:chgData name="Mayank Dusad" userId="5c5f0f99-2a18-46af-b3f6-768f13b14aa8" providerId="ADAL" clId="{198D2E29-53F1-4B8D-84C5-87ED227C3082}" dt="2026-08-13T01:47:07.613" v="92" actId="21"/>
          <ac:spMkLst>
            <pc:docMk/>
            <pc:sldMk cId="3572085565" sldId="359"/>
            <ac:spMk id="24" creationId="{CB887766-04DF-B8EB-2B82-87198C2FBE45}"/>
          </ac:spMkLst>
        </pc:spChg>
        <pc:spChg chg="add del mod">
          <ac:chgData name="Mayank Dusad" userId="5c5f0f99-2a18-46af-b3f6-768f13b14aa8" providerId="ADAL" clId="{198D2E29-53F1-4B8D-84C5-87ED227C3082}" dt="2026-08-13T03:17:50.359" v="618" actId="478"/>
          <ac:spMkLst>
            <pc:docMk/>
            <pc:sldMk cId="3572085565" sldId="359"/>
            <ac:spMk id="25" creationId="{9266D661-1DF7-633C-421E-8A71CB9C26C6}"/>
          </ac:spMkLst>
        </pc:spChg>
        <pc:spChg chg="add del mod">
          <ac:chgData name="Mayank Dusad" userId="5c5f0f99-2a18-46af-b3f6-768f13b14aa8" providerId="ADAL" clId="{198D2E29-53F1-4B8D-84C5-87ED227C3082}" dt="2026-08-13T01:47:07.613" v="92" actId="21"/>
          <ac:spMkLst>
            <pc:docMk/>
            <pc:sldMk cId="3572085565" sldId="359"/>
            <ac:spMk id="26" creationId="{7DD27893-9C6B-1879-C3AF-9B7987A07815}"/>
          </ac:spMkLst>
        </pc:spChg>
        <pc:spChg chg="add mod">
          <ac:chgData name="Mayank Dusad" userId="5c5f0f99-2a18-46af-b3f6-768f13b14aa8" providerId="ADAL" clId="{198D2E29-53F1-4B8D-84C5-87ED227C3082}" dt="2026-08-13T02:14:36.542" v="455" actId="255"/>
          <ac:spMkLst>
            <pc:docMk/>
            <pc:sldMk cId="3572085565" sldId="359"/>
            <ac:spMk id="27" creationId="{515150DB-854B-0CD4-58DC-9708414797C0}"/>
          </ac:spMkLst>
        </pc:spChg>
        <pc:spChg chg="add del mod">
          <ac:chgData name="Mayank Dusad" userId="5c5f0f99-2a18-46af-b3f6-768f13b14aa8" providerId="ADAL" clId="{198D2E29-53F1-4B8D-84C5-87ED227C3082}" dt="2026-08-13T01:47:07.613" v="92" actId="21"/>
          <ac:spMkLst>
            <pc:docMk/>
            <pc:sldMk cId="3572085565" sldId="359"/>
            <ac:spMk id="28" creationId="{4127C584-70FE-1A98-AB96-5CB5BB600BD9}"/>
          </ac:spMkLst>
        </pc:spChg>
        <pc:spChg chg="add mod">
          <ac:chgData name="Mayank Dusad" userId="5c5f0f99-2a18-46af-b3f6-768f13b14aa8" providerId="ADAL" clId="{198D2E29-53F1-4B8D-84C5-87ED227C3082}" dt="2026-08-13T02:15:17.893" v="459" actId="1076"/>
          <ac:spMkLst>
            <pc:docMk/>
            <pc:sldMk cId="3572085565" sldId="359"/>
            <ac:spMk id="29" creationId="{DAA110D8-265F-782C-5AE6-36DD2C6BE851}"/>
          </ac:spMkLst>
        </pc:spChg>
        <pc:spChg chg="del mod">
          <ac:chgData name="Mayank Dusad" userId="5c5f0f99-2a18-46af-b3f6-768f13b14aa8" providerId="ADAL" clId="{198D2E29-53F1-4B8D-84C5-87ED227C3082}" dt="2026-08-13T01:47:07.613" v="92" actId="21"/>
          <ac:spMkLst>
            <pc:docMk/>
            <pc:sldMk cId="3572085565" sldId="359"/>
            <ac:spMk id="30" creationId="{126BF168-7FA0-1458-9A4C-9D175DFD67F4}"/>
          </ac:spMkLst>
        </pc:spChg>
        <pc:spChg chg="add del mod">
          <ac:chgData name="Mayank Dusad" userId="5c5f0f99-2a18-46af-b3f6-768f13b14aa8" providerId="ADAL" clId="{198D2E29-53F1-4B8D-84C5-87ED227C3082}" dt="2026-08-13T03:17:50.359" v="618" actId="478"/>
          <ac:spMkLst>
            <pc:docMk/>
            <pc:sldMk cId="3572085565" sldId="359"/>
            <ac:spMk id="31" creationId="{ABBEDF42-1263-BEEC-7F68-F30640A601A1}"/>
          </ac:spMkLst>
        </pc:spChg>
        <pc:spChg chg="del">
          <ac:chgData name="Mayank Dusad" userId="5c5f0f99-2a18-46af-b3f6-768f13b14aa8" providerId="ADAL" clId="{198D2E29-53F1-4B8D-84C5-87ED227C3082}" dt="2026-08-13T01:47:07.613" v="92" actId="21"/>
          <ac:spMkLst>
            <pc:docMk/>
            <pc:sldMk cId="3572085565" sldId="359"/>
            <ac:spMk id="32" creationId="{D6392FDB-5CBE-F0E4-1D26-E30AF42F328C}"/>
          </ac:spMkLst>
        </pc:spChg>
        <pc:spChg chg="add mod">
          <ac:chgData name="Mayank Dusad" userId="5c5f0f99-2a18-46af-b3f6-768f13b14aa8" providerId="ADAL" clId="{198D2E29-53F1-4B8D-84C5-87ED227C3082}" dt="2026-08-13T02:15:39.170" v="534" actId="255"/>
          <ac:spMkLst>
            <pc:docMk/>
            <pc:sldMk cId="3572085565" sldId="359"/>
            <ac:spMk id="33" creationId="{28D5BF87-242B-2EDE-04DB-BFA98E38E7AE}"/>
          </ac:spMkLst>
        </pc:spChg>
        <pc:spChg chg="add del mod">
          <ac:chgData name="Mayank Dusad" userId="5c5f0f99-2a18-46af-b3f6-768f13b14aa8" providerId="ADAL" clId="{198D2E29-53F1-4B8D-84C5-87ED227C3082}" dt="2026-08-13T01:47:07.613" v="92" actId="21"/>
          <ac:spMkLst>
            <pc:docMk/>
            <pc:sldMk cId="3572085565" sldId="359"/>
            <ac:spMk id="34" creationId="{C3138A94-A53A-74D7-2CF2-0C890EDE87AA}"/>
          </ac:spMkLst>
        </pc:spChg>
        <pc:spChg chg="add mod">
          <ac:chgData name="Mayank Dusad" userId="5c5f0f99-2a18-46af-b3f6-768f13b14aa8" providerId="ADAL" clId="{198D2E29-53F1-4B8D-84C5-87ED227C3082}" dt="2026-08-13T02:17:07.896" v="605" actId="20577"/>
          <ac:spMkLst>
            <pc:docMk/>
            <pc:sldMk cId="3572085565" sldId="359"/>
            <ac:spMk id="35" creationId="{7A5CD6D7-B8C0-8D58-D7A6-FA19902D3A05}"/>
          </ac:spMkLst>
        </pc:spChg>
        <pc:spChg chg="del mod">
          <ac:chgData name="Mayank Dusad" userId="5c5f0f99-2a18-46af-b3f6-768f13b14aa8" providerId="ADAL" clId="{198D2E29-53F1-4B8D-84C5-87ED227C3082}" dt="2026-08-13T01:47:07.613" v="92" actId="21"/>
          <ac:spMkLst>
            <pc:docMk/>
            <pc:sldMk cId="3572085565" sldId="359"/>
            <ac:spMk id="36" creationId="{6DBC94B2-7B7E-2AB2-8EF6-764D8DC47C82}"/>
          </ac:spMkLst>
        </pc:spChg>
        <pc:spChg chg="add del mod">
          <ac:chgData name="Mayank Dusad" userId="5c5f0f99-2a18-46af-b3f6-768f13b14aa8" providerId="ADAL" clId="{198D2E29-53F1-4B8D-84C5-87ED227C3082}" dt="2026-08-13T03:17:50.359" v="618" actId="478"/>
          <ac:spMkLst>
            <pc:docMk/>
            <pc:sldMk cId="3572085565" sldId="359"/>
            <ac:spMk id="37" creationId="{EBBAB211-DE89-C63E-63C7-581D1FD36722}"/>
          </ac:spMkLst>
        </pc:spChg>
        <pc:spChg chg="del">
          <ac:chgData name="Mayank Dusad" userId="5c5f0f99-2a18-46af-b3f6-768f13b14aa8" providerId="ADAL" clId="{198D2E29-53F1-4B8D-84C5-87ED227C3082}" dt="2026-08-13T01:47:07.613" v="92" actId="21"/>
          <ac:spMkLst>
            <pc:docMk/>
            <pc:sldMk cId="3572085565" sldId="359"/>
            <ac:spMk id="38" creationId="{B1FE2D88-B741-5993-9448-E5DA40D29A63}"/>
          </ac:spMkLst>
        </pc:spChg>
        <pc:spChg chg="add mod">
          <ac:chgData name="Mayank Dusad" userId="5c5f0f99-2a18-46af-b3f6-768f13b14aa8" providerId="ADAL" clId="{198D2E29-53F1-4B8D-84C5-87ED227C3082}" dt="2026-08-13T02:15:17.893" v="459" actId="1076"/>
          <ac:spMkLst>
            <pc:docMk/>
            <pc:sldMk cId="3572085565" sldId="359"/>
            <ac:spMk id="39" creationId="{D86F6EFA-52BC-1711-2C18-D51D5FC29B79}"/>
          </ac:spMkLst>
        </pc:spChg>
        <pc:spChg chg="add mod">
          <ac:chgData name="Mayank Dusad" userId="5c5f0f99-2a18-46af-b3f6-768f13b14aa8" providerId="ADAL" clId="{198D2E29-53F1-4B8D-84C5-87ED227C3082}" dt="2026-08-13T01:47:14.128" v="172" actId="1037"/>
          <ac:spMkLst>
            <pc:docMk/>
            <pc:sldMk cId="3572085565" sldId="359"/>
            <ac:spMk id="40" creationId="{C0C7D81A-A00E-6B1B-A5D7-DAE2C5CAAEC2}"/>
          </ac:spMkLst>
        </pc:spChg>
        <pc:spChg chg="add del mod">
          <ac:chgData name="Mayank Dusad" userId="5c5f0f99-2a18-46af-b3f6-768f13b14aa8" providerId="ADAL" clId="{198D2E29-53F1-4B8D-84C5-87ED227C3082}" dt="2026-08-13T02:14:12.003" v="396" actId="478"/>
          <ac:spMkLst>
            <pc:docMk/>
            <pc:sldMk cId="3572085565" sldId="359"/>
            <ac:spMk id="42" creationId="{9B0E6829-591A-F18F-8DAA-5D03B35082BF}"/>
          </ac:spMkLst>
        </pc:spChg>
        <pc:spChg chg="add del mod">
          <ac:chgData name="Mayank Dusad" userId="5c5f0f99-2a18-46af-b3f6-768f13b14aa8" providerId="ADAL" clId="{198D2E29-53F1-4B8D-84C5-87ED227C3082}" dt="2026-08-13T03:17:50.359" v="618" actId="478"/>
          <ac:spMkLst>
            <pc:docMk/>
            <pc:sldMk cId="3572085565" sldId="359"/>
            <ac:spMk id="43" creationId="{509F41A5-FB01-6B89-2CD0-2B9CD4621CCA}"/>
          </ac:spMkLst>
        </pc:spChg>
        <pc:spChg chg="del mod">
          <ac:chgData name="Mayank Dusad" userId="5c5f0f99-2a18-46af-b3f6-768f13b14aa8" providerId="ADAL" clId="{198D2E29-53F1-4B8D-84C5-87ED227C3082}" dt="2026-08-13T02:14:12.003" v="396" actId="478"/>
          <ac:spMkLst>
            <pc:docMk/>
            <pc:sldMk cId="3572085565" sldId="359"/>
            <ac:spMk id="44" creationId="{DEF2E427-BF8C-10A5-6EC2-3B63124598B5}"/>
          </ac:spMkLst>
        </pc:spChg>
        <pc:spChg chg="add del mod">
          <ac:chgData name="Mayank Dusad" userId="5c5f0f99-2a18-46af-b3f6-768f13b14aa8" providerId="ADAL" clId="{198D2E29-53F1-4B8D-84C5-87ED227C3082}" dt="2026-08-13T02:14:05.408" v="395" actId="478"/>
          <ac:spMkLst>
            <pc:docMk/>
            <pc:sldMk cId="3572085565" sldId="359"/>
            <ac:spMk id="46" creationId="{C6C4C57E-2757-F0C2-F7D9-B9BA331EDFA7}"/>
          </ac:spMkLst>
        </pc:spChg>
        <pc:spChg chg="add del mod">
          <ac:chgData name="Mayank Dusad" userId="5c5f0f99-2a18-46af-b3f6-768f13b14aa8" providerId="ADAL" clId="{198D2E29-53F1-4B8D-84C5-87ED227C3082}" dt="2026-08-13T03:17:50.359" v="618" actId="478"/>
          <ac:spMkLst>
            <pc:docMk/>
            <pc:sldMk cId="3572085565" sldId="359"/>
            <ac:spMk id="47" creationId="{C68C929A-DD3D-34D1-518F-CD4B71B01BC5}"/>
          </ac:spMkLst>
        </pc:spChg>
        <pc:spChg chg="mod">
          <ac:chgData name="Mayank Dusad" userId="5c5f0f99-2a18-46af-b3f6-768f13b14aa8" providerId="ADAL" clId="{198D2E29-53F1-4B8D-84C5-87ED227C3082}" dt="2026-08-13T01:47:14.128" v="172" actId="1037"/>
          <ac:spMkLst>
            <pc:docMk/>
            <pc:sldMk cId="3572085565" sldId="359"/>
            <ac:spMk id="48" creationId="{78391C8A-F227-0DEE-D359-31A55A3C0967}"/>
          </ac:spMkLst>
        </pc:spChg>
        <pc:spChg chg="add del mod">
          <ac:chgData name="Mayank Dusad" userId="5c5f0f99-2a18-46af-b3f6-768f13b14aa8" providerId="ADAL" clId="{198D2E29-53F1-4B8D-84C5-87ED227C3082}" dt="2026-08-13T02:14:12.003" v="396" actId="478"/>
          <ac:spMkLst>
            <pc:docMk/>
            <pc:sldMk cId="3572085565" sldId="359"/>
            <ac:spMk id="50" creationId="{6FEC118D-6DCB-A7A9-4A82-46DE8F31A1AA}"/>
          </ac:spMkLst>
        </pc:spChg>
        <pc:spChg chg="add mod">
          <ac:chgData name="Mayank Dusad" userId="5c5f0f99-2a18-46af-b3f6-768f13b14aa8" providerId="ADAL" clId="{198D2E29-53F1-4B8D-84C5-87ED227C3082}" dt="2026-08-13T03:18:53.911" v="671" actId="2711"/>
          <ac:spMkLst>
            <pc:docMk/>
            <pc:sldMk cId="3572085565" sldId="359"/>
            <ac:spMk id="51" creationId="{E6F16008-93D3-1AB1-E2DC-7CD1BD728B2D}"/>
          </ac:spMkLst>
        </pc:spChg>
        <pc:spChg chg="add mod">
          <ac:chgData name="Mayank Dusad" userId="5c5f0f99-2a18-46af-b3f6-768f13b14aa8" providerId="ADAL" clId="{198D2E29-53F1-4B8D-84C5-87ED227C3082}" dt="2026-08-13T01:47:30.448" v="271" actId="1076"/>
          <ac:spMkLst>
            <pc:docMk/>
            <pc:sldMk cId="3572085565" sldId="359"/>
            <ac:spMk id="52" creationId="{3FCDB207-F320-9C72-F071-CC11F751B434}"/>
          </ac:spMkLst>
        </pc:spChg>
        <pc:spChg chg="add mod">
          <ac:chgData name="Mayank Dusad" userId="5c5f0f99-2a18-46af-b3f6-768f13b14aa8" providerId="ADAL" clId="{198D2E29-53F1-4B8D-84C5-87ED227C3082}" dt="2026-08-13T01:47:23.557" v="270" actId="1037"/>
          <ac:spMkLst>
            <pc:docMk/>
            <pc:sldMk cId="3572085565" sldId="359"/>
            <ac:spMk id="54" creationId="{05153108-7ABB-C85E-FC3F-3DA4D53E16AB}"/>
          </ac:spMkLst>
        </pc:spChg>
        <pc:spChg chg="add mod">
          <ac:chgData name="Mayank Dusad" userId="5c5f0f99-2a18-46af-b3f6-768f13b14aa8" providerId="ADAL" clId="{198D2E29-53F1-4B8D-84C5-87ED227C3082}" dt="2026-08-13T03:18:53.911" v="671" actId="2711"/>
          <ac:spMkLst>
            <pc:docMk/>
            <pc:sldMk cId="3572085565" sldId="359"/>
            <ac:spMk id="55" creationId="{65021D1A-19FD-26DD-1FBD-4F4A7CA2B543}"/>
          </ac:spMkLst>
        </pc:spChg>
        <pc:spChg chg="mod">
          <ac:chgData name="Mayank Dusad" userId="5c5f0f99-2a18-46af-b3f6-768f13b14aa8" providerId="ADAL" clId="{198D2E29-53F1-4B8D-84C5-87ED227C3082}" dt="2026-08-13T01:47:39.225" v="285" actId="20577"/>
          <ac:spMkLst>
            <pc:docMk/>
            <pc:sldMk cId="3572085565" sldId="359"/>
            <ac:spMk id="56" creationId="{3812D3B6-1918-EA89-6D6B-A5CE7682A462}"/>
          </ac:spMkLst>
        </pc:spChg>
        <pc:spChg chg="add del mod">
          <ac:chgData name="Mayank Dusad" userId="5c5f0f99-2a18-46af-b3f6-768f13b14aa8" providerId="ADAL" clId="{198D2E29-53F1-4B8D-84C5-87ED227C3082}" dt="2026-08-13T02:14:12.003" v="396" actId="478"/>
          <ac:spMkLst>
            <pc:docMk/>
            <pc:sldMk cId="3572085565" sldId="359"/>
            <ac:spMk id="58" creationId="{5CC25C70-3CF6-9DC8-1032-6A287F3018AF}"/>
          </ac:spMkLst>
        </pc:spChg>
        <pc:spChg chg="add mod">
          <ac:chgData name="Mayank Dusad" userId="5c5f0f99-2a18-46af-b3f6-768f13b14aa8" providerId="ADAL" clId="{198D2E29-53F1-4B8D-84C5-87ED227C3082}" dt="2026-08-13T03:18:53.911" v="671" actId="2711"/>
          <ac:spMkLst>
            <pc:docMk/>
            <pc:sldMk cId="3572085565" sldId="359"/>
            <ac:spMk id="59" creationId="{3E8CFAA1-08EF-3F62-2597-6BFE7DEC49EC}"/>
          </ac:spMkLst>
        </pc:spChg>
        <pc:spChg chg="add del mod">
          <ac:chgData name="Mayank Dusad" userId="5c5f0f99-2a18-46af-b3f6-768f13b14aa8" providerId="ADAL" clId="{198D2E29-53F1-4B8D-84C5-87ED227C3082}" dt="2026-08-13T02:14:12.003" v="396" actId="478"/>
          <ac:spMkLst>
            <pc:docMk/>
            <pc:sldMk cId="3572085565" sldId="359"/>
            <ac:spMk id="60" creationId="{67011DF8-6AF7-A572-70D8-2DA67DEBBCA5}"/>
          </ac:spMkLst>
        </pc:spChg>
        <pc:spChg chg="add del mod">
          <ac:chgData name="Mayank Dusad" userId="5c5f0f99-2a18-46af-b3f6-768f13b14aa8" providerId="ADAL" clId="{198D2E29-53F1-4B8D-84C5-87ED227C3082}" dt="2026-08-13T02:14:12.003" v="396" actId="478"/>
          <ac:spMkLst>
            <pc:docMk/>
            <pc:sldMk cId="3572085565" sldId="359"/>
            <ac:spMk id="62" creationId="{F26151B2-BC6D-3569-BD6C-7CD590426D95}"/>
          </ac:spMkLst>
        </pc:spChg>
        <pc:spChg chg="add mod">
          <ac:chgData name="Mayank Dusad" userId="5c5f0f99-2a18-46af-b3f6-768f13b14aa8" providerId="ADAL" clId="{198D2E29-53F1-4B8D-84C5-87ED227C3082}" dt="2026-08-13T03:18:53.911" v="671" actId="2711"/>
          <ac:spMkLst>
            <pc:docMk/>
            <pc:sldMk cId="3572085565" sldId="359"/>
            <ac:spMk id="63" creationId="{BD3E7EBD-1F27-30FD-3A5B-7ACB65E79BE2}"/>
          </ac:spMkLst>
        </pc:spChg>
        <pc:spChg chg="add mod">
          <ac:chgData name="Mayank Dusad" userId="5c5f0f99-2a18-46af-b3f6-768f13b14aa8" providerId="ADAL" clId="{198D2E29-53F1-4B8D-84C5-87ED227C3082}" dt="2026-08-13T01:47:45.086" v="286" actId="1076"/>
          <ac:spMkLst>
            <pc:docMk/>
            <pc:sldMk cId="3572085565" sldId="359"/>
            <ac:spMk id="64" creationId="{88AED726-1C2A-A5D9-3334-7D4C3E39F89E}"/>
          </ac:spMkLst>
        </pc:spChg>
        <pc:spChg chg="add mod">
          <ac:chgData name="Mayank Dusad" userId="5c5f0f99-2a18-46af-b3f6-768f13b14aa8" providerId="ADAL" clId="{198D2E29-53F1-4B8D-84C5-87ED227C3082}" dt="2026-08-13T01:47:23.557" v="270" actId="1037"/>
          <ac:spMkLst>
            <pc:docMk/>
            <pc:sldMk cId="3572085565" sldId="359"/>
            <ac:spMk id="66" creationId="{6E5B32FB-94E5-6A83-6DA7-459E92360D9C}"/>
          </ac:spMkLst>
        </pc:spChg>
        <pc:spChg chg="add mod">
          <ac:chgData name="Mayank Dusad" userId="5c5f0f99-2a18-46af-b3f6-768f13b14aa8" providerId="ADAL" clId="{198D2E29-53F1-4B8D-84C5-87ED227C3082}" dt="2026-08-13T03:18:53.911" v="671" actId="2711"/>
          <ac:spMkLst>
            <pc:docMk/>
            <pc:sldMk cId="3572085565" sldId="359"/>
            <ac:spMk id="67" creationId="{6F8343D2-101D-FFC6-4AEA-D2DE65F64285}"/>
          </ac:spMkLst>
        </pc:spChg>
        <pc:spChg chg="add del mod">
          <ac:chgData name="Mayank Dusad" userId="5c5f0f99-2a18-46af-b3f6-768f13b14aa8" providerId="ADAL" clId="{198D2E29-53F1-4B8D-84C5-87ED227C3082}" dt="2026-08-13T02:14:12.003" v="396" actId="478"/>
          <ac:spMkLst>
            <pc:docMk/>
            <pc:sldMk cId="3572085565" sldId="359"/>
            <ac:spMk id="68" creationId="{5773C8A5-1706-B6FC-FD45-25FEEF7991F4}"/>
          </ac:spMkLst>
        </pc:spChg>
        <pc:spChg chg="add mod">
          <ac:chgData name="Mayank Dusad" userId="5c5f0f99-2a18-46af-b3f6-768f13b14aa8" providerId="ADAL" clId="{198D2E29-53F1-4B8D-84C5-87ED227C3082}" dt="2026-08-13T01:47:23.557" v="270" actId="1037"/>
          <ac:spMkLst>
            <pc:docMk/>
            <pc:sldMk cId="3572085565" sldId="359"/>
            <ac:spMk id="70" creationId="{92740D66-0B7B-FBA0-3432-7B8B0F7AA838}"/>
          </ac:spMkLst>
        </pc:spChg>
        <pc:spChg chg="add mod">
          <ac:chgData name="Mayank Dusad" userId="5c5f0f99-2a18-46af-b3f6-768f13b14aa8" providerId="ADAL" clId="{198D2E29-53F1-4B8D-84C5-87ED227C3082}" dt="2026-08-13T03:18:53.911" v="671" actId="2711"/>
          <ac:spMkLst>
            <pc:docMk/>
            <pc:sldMk cId="3572085565" sldId="359"/>
            <ac:spMk id="71" creationId="{8FA4320E-7CE3-6556-426C-B4033B113B33}"/>
          </ac:spMkLst>
        </pc:spChg>
        <pc:spChg chg="add mod">
          <ac:chgData name="Mayank Dusad" userId="5c5f0f99-2a18-46af-b3f6-768f13b14aa8" providerId="ADAL" clId="{198D2E29-53F1-4B8D-84C5-87ED227C3082}" dt="2026-08-13T01:48:17.973" v="292" actId="404"/>
          <ac:spMkLst>
            <pc:docMk/>
            <pc:sldMk cId="3572085565" sldId="359"/>
            <ac:spMk id="72" creationId="{24B46001-0D3A-0800-096D-FEBCADE2718F}"/>
          </ac:spMkLst>
        </pc:spChg>
        <pc:spChg chg="add mod">
          <ac:chgData name="Mayank Dusad" userId="5c5f0f99-2a18-46af-b3f6-768f13b14aa8" providerId="ADAL" clId="{198D2E29-53F1-4B8D-84C5-87ED227C3082}" dt="2026-08-13T03:18:53.911" v="671" actId="2711"/>
          <ac:spMkLst>
            <pc:docMk/>
            <pc:sldMk cId="3572085565" sldId="359"/>
            <ac:spMk id="74" creationId="{DAE18E07-5758-F27E-7809-DD6F92E7B5F9}"/>
          </ac:spMkLst>
        </pc:spChg>
        <pc:spChg chg="add mod">
          <ac:chgData name="Mayank Dusad" userId="5c5f0f99-2a18-46af-b3f6-768f13b14aa8" providerId="ADAL" clId="{198D2E29-53F1-4B8D-84C5-87ED227C3082}" dt="2026-08-13T03:18:53.911" v="671" actId="2711"/>
          <ac:spMkLst>
            <pc:docMk/>
            <pc:sldMk cId="3572085565" sldId="359"/>
            <ac:spMk id="76" creationId="{65D12ADB-A7B8-D4E7-8BA7-2D4386E14ECF}"/>
          </ac:spMkLst>
        </pc:spChg>
        <pc:spChg chg="add del">
          <ac:chgData name="Mayank Dusad" userId="5c5f0f99-2a18-46af-b3f6-768f13b14aa8" providerId="ADAL" clId="{198D2E29-53F1-4B8D-84C5-87ED227C3082}" dt="2026-08-13T03:18:17.665" v="658" actId="478"/>
          <ac:spMkLst>
            <pc:docMk/>
            <pc:sldMk cId="3572085565" sldId="359"/>
            <ac:spMk id="78" creationId="{64C2689C-6324-4F77-C8D7-36EDE2BE732C}"/>
          </ac:spMkLst>
        </pc:spChg>
        <pc:spChg chg="add">
          <ac:chgData name="Mayank Dusad" userId="5c5f0f99-2a18-46af-b3f6-768f13b14aa8" providerId="ADAL" clId="{198D2E29-53F1-4B8D-84C5-87ED227C3082}" dt="2026-08-13T03:17:51.087" v="619" actId="22"/>
          <ac:spMkLst>
            <pc:docMk/>
            <pc:sldMk cId="3572085565" sldId="359"/>
            <ac:spMk id="80" creationId="{AC814CA3-23B7-D899-E39C-328AE7A723F1}"/>
          </ac:spMkLst>
        </pc:spChg>
      </pc:sldChg>
      <pc:sldChg chg="addSp delSp modSp add mod ord">
        <pc:chgData name="Mayank Dusad" userId="5c5f0f99-2a18-46af-b3f6-768f13b14aa8" providerId="ADAL" clId="{198D2E29-53F1-4B8D-84C5-87ED227C3082}" dt="2026-08-13T03:17:26.174" v="617" actId="20577"/>
        <pc:sldMkLst>
          <pc:docMk/>
          <pc:sldMk cId="1492811335" sldId="360"/>
        </pc:sldMkLst>
        <pc:spChg chg="add">
          <ac:chgData name="Mayank Dusad" userId="5c5f0f99-2a18-46af-b3f6-768f13b14aa8" providerId="ADAL" clId="{198D2E29-53F1-4B8D-84C5-87ED227C3082}" dt="2026-08-13T03:16:54.999" v="610" actId="22"/>
          <ac:spMkLst>
            <pc:docMk/>
            <pc:sldMk cId="1492811335" sldId="360"/>
            <ac:spMk id="3" creationId="{7BD7D478-456B-8FD4-2DE6-BBD3CCBE342B}"/>
          </ac:spMkLst>
        </pc:spChg>
        <pc:spChg chg="add">
          <ac:chgData name="Mayank Dusad" userId="5c5f0f99-2a18-46af-b3f6-768f13b14aa8" providerId="ADAL" clId="{198D2E29-53F1-4B8D-84C5-87ED227C3082}" dt="2026-08-13T03:16:54.999" v="610" actId="22"/>
          <ac:spMkLst>
            <pc:docMk/>
            <pc:sldMk cId="1492811335" sldId="360"/>
            <ac:spMk id="5" creationId="{DEB23234-4491-AA75-B773-806FE429B851}"/>
          </ac:spMkLst>
        </pc:spChg>
        <pc:spChg chg="add">
          <ac:chgData name="Mayank Dusad" userId="5c5f0f99-2a18-46af-b3f6-768f13b14aa8" providerId="ADAL" clId="{198D2E29-53F1-4B8D-84C5-87ED227C3082}" dt="2026-08-13T03:16:54.999" v="610" actId="22"/>
          <ac:spMkLst>
            <pc:docMk/>
            <pc:sldMk cId="1492811335" sldId="360"/>
            <ac:spMk id="7" creationId="{48D81216-40AE-7DE8-A4E9-D93169D47E6A}"/>
          </ac:spMkLst>
        </pc:spChg>
        <pc:spChg chg="del">
          <ac:chgData name="Mayank Dusad" userId="5c5f0f99-2a18-46af-b3f6-768f13b14aa8" providerId="ADAL" clId="{198D2E29-53F1-4B8D-84C5-87ED227C3082}" dt="2026-08-13T03:17:03.796" v="611" actId="478"/>
          <ac:spMkLst>
            <pc:docMk/>
            <pc:sldMk cId="1492811335" sldId="360"/>
            <ac:spMk id="8" creationId="{93FCB42B-C84E-5247-31EA-CCFD146C1F91}"/>
          </ac:spMkLst>
        </pc:spChg>
        <pc:spChg chg="del">
          <ac:chgData name="Mayank Dusad" userId="5c5f0f99-2a18-46af-b3f6-768f13b14aa8" providerId="ADAL" clId="{198D2E29-53F1-4B8D-84C5-87ED227C3082}" dt="2026-08-13T03:16:54.464" v="609" actId="478"/>
          <ac:spMkLst>
            <pc:docMk/>
            <pc:sldMk cId="1492811335" sldId="360"/>
            <ac:spMk id="10" creationId="{3AE69548-2A0F-8603-985F-7FA786A2BF74}"/>
          </ac:spMkLst>
        </pc:spChg>
        <pc:spChg chg="add mod">
          <ac:chgData name="Mayank Dusad" userId="5c5f0f99-2a18-46af-b3f6-768f13b14aa8" providerId="ADAL" clId="{198D2E29-53F1-4B8D-84C5-87ED227C3082}" dt="2026-08-13T03:17:26.174" v="617" actId="20577"/>
          <ac:spMkLst>
            <pc:docMk/>
            <pc:sldMk cId="1492811335" sldId="360"/>
            <ac:spMk id="11" creationId="{A6C624B4-42CD-71A1-5DDC-767D5DCC00DB}"/>
          </ac:spMkLst>
        </pc:spChg>
        <pc:spChg chg="del">
          <ac:chgData name="Mayank Dusad" userId="5c5f0f99-2a18-46af-b3f6-768f13b14aa8" providerId="ADAL" clId="{198D2E29-53F1-4B8D-84C5-87ED227C3082}" dt="2026-08-13T03:16:54.464" v="609" actId="478"/>
          <ac:spMkLst>
            <pc:docMk/>
            <pc:sldMk cId="1492811335" sldId="360"/>
            <ac:spMk id="12" creationId="{B42115F1-D3A3-625A-C9AD-BB17B42522C9}"/>
          </ac:spMkLst>
        </pc:spChg>
        <pc:spChg chg="add">
          <ac:chgData name="Mayank Dusad" userId="5c5f0f99-2a18-46af-b3f6-768f13b14aa8" providerId="ADAL" clId="{198D2E29-53F1-4B8D-84C5-87ED227C3082}" dt="2026-08-13T03:16:54.999" v="610" actId="22"/>
          <ac:spMkLst>
            <pc:docMk/>
            <pc:sldMk cId="1492811335" sldId="360"/>
            <ac:spMk id="14" creationId="{3EF89BCD-F953-72E3-D339-5244D8E6355E}"/>
          </ac:spMkLst>
        </pc:spChg>
        <pc:spChg chg="del">
          <ac:chgData name="Mayank Dusad" userId="5c5f0f99-2a18-46af-b3f6-768f13b14aa8" providerId="ADAL" clId="{198D2E29-53F1-4B8D-84C5-87ED227C3082}" dt="2026-08-13T03:16:54.464" v="609" actId="478"/>
          <ac:spMkLst>
            <pc:docMk/>
            <pc:sldMk cId="1492811335" sldId="360"/>
            <ac:spMk id="15" creationId="{9861B1FF-3491-E116-FDD5-8D95892290AA}"/>
          </ac:spMkLst>
        </pc:spChg>
        <pc:spChg chg="add">
          <ac:chgData name="Mayank Dusad" userId="5c5f0f99-2a18-46af-b3f6-768f13b14aa8" providerId="ADAL" clId="{198D2E29-53F1-4B8D-84C5-87ED227C3082}" dt="2026-08-13T03:16:54.999" v="610" actId="22"/>
          <ac:spMkLst>
            <pc:docMk/>
            <pc:sldMk cId="1492811335" sldId="360"/>
            <ac:spMk id="18" creationId="{496EA2BD-DBC8-48F5-7FCF-BD16AA8C895B}"/>
          </ac:spMkLst>
        </pc:spChg>
        <pc:spChg chg="del">
          <ac:chgData name="Mayank Dusad" userId="5c5f0f99-2a18-46af-b3f6-768f13b14aa8" providerId="ADAL" clId="{198D2E29-53F1-4B8D-84C5-87ED227C3082}" dt="2026-08-13T03:16:54.464" v="609" actId="478"/>
          <ac:spMkLst>
            <pc:docMk/>
            <pc:sldMk cId="1492811335" sldId="360"/>
            <ac:spMk id="20" creationId="{0DB48A3A-9FBB-1B24-AAE5-4DD6A40DEF92}"/>
          </ac:spMkLst>
        </pc:spChg>
        <pc:spChg chg="add">
          <ac:chgData name="Mayank Dusad" userId="5c5f0f99-2a18-46af-b3f6-768f13b14aa8" providerId="ADAL" clId="{198D2E29-53F1-4B8D-84C5-87ED227C3082}" dt="2026-08-13T03:17:06.763" v="613" actId="22"/>
          <ac:spMkLst>
            <pc:docMk/>
            <pc:sldMk cId="1492811335" sldId="360"/>
            <ac:spMk id="21" creationId="{2284C550-B440-83BE-F494-2D0D0F118BDF}"/>
          </ac:spMkLst>
        </pc:spChg>
        <pc:spChg chg="add">
          <ac:chgData name="Mayank Dusad" userId="5c5f0f99-2a18-46af-b3f6-768f13b14aa8" providerId="ADAL" clId="{198D2E29-53F1-4B8D-84C5-87ED227C3082}" dt="2026-08-13T03:17:06.763" v="613" actId="22"/>
          <ac:spMkLst>
            <pc:docMk/>
            <pc:sldMk cId="1492811335" sldId="360"/>
            <ac:spMk id="24" creationId="{58D4702C-C962-ACD5-6D98-DDBBB265754F}"/>
          </ac:spMkLst>
        </pc:spChg>
        <pc:spChg chg="del">
          <ac:chgData name="Mayank Dusad" userId="5c5f0f99-2a18-46af-b3f6-768f13b14aa8" providerId="ADAL" clId="{198D2E29-53F1-4B8D-84C5-87ED227C3082}" dt="2026-08-13T03:16:54.464" v="609" actId="478"/>
          <ac:spMkLst>
            <pc:docMk/>
            <pc:sldMk cId="1492811335" sldId="360"/>
            <ac:spMk id="27" creationId="{385735D8-0084-EF05-8AEF-41B2B9347645}"/>
          </ac:spMkLst>
        </pc:spChg>
        <pc:spChg chg="del">
          <ac:chgData name="Mayank Dusad" userId="5c5f0f99-2a18-46af-b3f6-768f13b14aa8" providerId="ADAL" clId="{198D2E29-53F1-4B8D-84C5-87ED227C3082}" dt="2026-08-13T03:16:54.464" v="609" actId="478"/>
          <ac:spMkLst>
            <pc:docMk/>
            <pc:sldMk cId="1492811335" sldId="360"/>
            <ac:spMk id="29" creationId="{BC7D5186-4EB5-A5BF-B759-06451ABBDB57}"/>
          </ac:spMkLst>
        </pc:spChg>
        <pc:spChg chg="del">
          <ac:chgData name="Mayank Dusad" userId="5c5f0f99-2a18-46af-b3f6-768f13b14aa8" providerId="ADAL" clId="{198D2E29-53F1-4B8D-84C5-87ED227C3082}" dt="2026-08-13T03:16:54.464" v="609" actId="478"/>
          <ac:spMkLst>
            <pc:docMk/>
            <pc:sldMk cId="1492811335" sldId="360"/>
            <ac:spMk id="31" creationId="{48BDE513-7C0F-09AC-28E7-D58A559CE136}"/>
          </ac:spMkLst>
        </pc:spChg>
        <pc:spChg chg="del">
          <ac:chgData name="Mayank Dusad" userId="5c5f0f99-2a18-46af-b3f6-768f13b14aa8" providerId="ADAL" clId="{198D2E29-53F1-4B8D-84C5-87ED227C3082}" dt="2026-08-13T03:16:54.464" v="609" actId="478"/>
          <ac:spMkLst>
            <pc:docMk/>
            <pc:sldMk cId="1492811335" sldId="360"/>
            <ac:spMk id="33" creationId="{2D6E0D64-4E09-E876-7086-2A70F22E9626}"/>
          </ac:spMkLst>
        </pc:spChg>
        <pc:spChg chg="del">
          <ac:chgData name="Mayank Dusad" userId="5c5f0f99-2a18-46af-b3f6-768f13b14aa8" providerId="ADAL" clId="{198D2E29-53F1-4B8D-84C5-87ED227C3082}" dt="2026-08-13T03:16:54.464" v="609" actId="478"/>
          <ac:spMkLst>
            <pc:docMk/>
            <pc:sldMk cId="1492811335" sldId="360"/>
            <ac:spMk id="35" creationId="{99143367-0F40-7AAF-CD96-B11E42600A84}"/>
          </ac:spMkLst>
        </pc:spChg>
        <pc:spChg chg="del">
          <ac:chgData name="Mayank Dusad" userId="5c5f0f99-2a18-46af-b3f6-768f13b14aa8" providerId="ADAL" clId="{198D2E29-53F1-4B8D-84C5-87ED227C3082}" dt="2026-08-13T03:16:54.464" v="609" actId="478"/>
          <ac:spMkLst>
            <pc:docMk/>
            <pc:sldMk cId="1492811335" sldId="360"/>
            <ac:spMk id="43" creationId="{826741C0-73A7-0060-23C1-2C80CD811E65}"/>
          </ac:spMkLst>
        </pc:spChg>
        <pc:spChg chg="del">
          <ac:chgData name="Mayank Dusad" userId="5c5f0f99-2a18-46af-b3f6-768f13b14aa8" providerId="ADAL" clId="{198D2E29-53F1-4B8D-84C5-87ED227C3082}" dt="2026-08-13T03:17:06.285" v="612" actId="478"/>
          <ac:spMkLst>
            <pc:docMk/>
            <pc:sldMk cId="1492811335" sldId="360"/>
            <ac:spMk id="72" creationId="{1CB3A9B3-EF42-16AC-466A-FF257F4391B9}"/>
          </ac:spMkLst>
        </pc:spChg>
      </pc:sldChg>
      <pc:sldChg chg="mod modShow">
        <pc:chgData name="Mayank Dusad" userId="5c5f0f99-2a18-46af-b3f6-768f13b14aa8" providerId="ADAL" clId="{198D2E29-53F1-4B8D-84C5-87ED227C3082}" dt="2026-08-14T11:48:50.731" v="780" actId="729"/>
        <pc:sldMkLst>
          <pc:docMk/>
          <pc:sldMk cId="608565647" sldId="362"/>
        </pc:sldMkLst>
      </pc:sldChg>
      <pc:sldChg chg="mod modShow">
        <pc:chgData name="Mayank Dusad" userId="5c5f0f99-2a18-46af-b3f6-768f13b14aa8" providerId="ADAL" clId="{198D2E29-53F1-4B8D-84C5-87ED227C3082}" dt="2026-08-14T11:48:50.731" v="780" actId="729"/>
        <pc:sldMkLst>
          <pc:docMk/>
          <pc:sldMk cId="1797917954" sldId="363"/>
        </pc:sldMkLst>
      </pc:sldChg>
      <pc:sldChg chg="addSp delSp modSp add del mod">
        <pc:chgData name="Mayank Dusad" userId="5c5f0f99-2a18-46af-b3f6-768f13b14aa8" providerId="ADAL" clId="{198D2E29-53F1-4B8D-84C5-87ED227C3082}" dt="2026-08-14T11:48:13.534" v="761" actId="2696"/>
        <pc:sldMkLst>
          <pc:docMk/>
          <pc:sldMk cId="2093512684" sldId="364"/>
        </pc:sldMkLst>
        <pc:spChg chg="add mod">
          <ac:chgData name="Mayank Dusad" userId="5c5f0f99-2a18-46af-b3f6-768f13b14aa8" providerId="ADAL" clId="{198D2E29-53F1-4B8D-84C5-87ED227C3082}" dt="2026-08-14T11:23:45.742" v="676" actId="2711"/>
          <ac:spMkLst>
            <pc:docMk/>
            <pc:sldMk cId="2093512684" sldId="364"/>
            <ac:spMk id="26" creationId="{A3B34540-08EC-A884-DC71-383AA5C58725}"/>
          </ac:spMkLst>
        </pc:spChg>
        <pc:spChg chg="mod">
          <ac:chgData name="Mayank Dusad" userId="5c5f0f99-2a18-46af-b3f6-768f13b14aa8" providerId="ADAL" clId="{198D2E29-53F1-4B8D-84C5-87ED227C3082}" dt="2026-08-14T11:23:45.742" v="676" actId="2711"/>
          <ac:spMkLst>
            <pc:docMk/>
            <pc:sldMk cId="2093512684" sldId="364"/>
            <ac:spMk id="40" creationId="{0E4A24E2-1A3C-EDC3-DECD-2C5A2085A382}"/>
          </ac:spMkLst>
        </pc:spChg>
        <pc:spChg chg="mod">
          <ac:chgData name="Mayank Dusad" userId="5c5f0f99-2a18-46af-b3f6-768f13b14aa8" providerId="ADAL" clId="{198D2E29-53F1-4B8D-84C5-87ED227C3082}" dt="2026-08-14T11:23:45.742" v="676" actId="2711"/>
          <ac:spMkLst>
            <pc:docMk/>
            <pc:sldMk cId="2093512684" sldId="364"/>
            <ac:spMk id="42" creationId="{72CED76B-2629-85EE-AEAF-A9016629F4A1}"/>
          </ac:spMkLst>
        </pc:spChg>
        <pc:spChg chg="add mod">
          <ac:chgData name="Mayank Dusad" userId="5c5f0f99-2a18-46af-b3f6-768f13b14aa8" providerId="ADAL" clId="{198D2E29-53F1-4B8D-84C5-87ED227C3082}" dt="2026-08-14T11:23:38.562" v="675" actId="1076"/>
          <ac:spMkLst>
            <pc:docMk/>
            <pc:sldMk cId="2093512684" sldId="364"/>
            <ac:spMk id="64" creationId="{115B786A-3F38-BE98-23A1-1C653F761444}"/>
          </ac:spMkLst>
        </pc:spChg>
        <pc:spChg chg="mod">
          <ac:chgData name="Mayank Dusad" userId="5c5f0f99-2a18-46af-b3f6-768f13b14aa8" providerId="ADAL" clId="{198D2E29-53F1-4B8D-84C5-87ED227C3082}" dt="2026-08-14T11:23:45.742" v="676" actId="2711"/>
          <ac:spMkLst>
            <pc:docMk/>
            <pc:sldMk cId="2093512684" sldId="364"/>
            <ac:spMk id="72" creationId="{48A7B065-9757-F1FE-946F-D972CF1590B8}"/>
          </ac:spMkLst>
        </pc:spChg>
        <pc:spChg chg="add mod">
          <ac:chgData name="Mayank Dusad" userId="5c5f0f99-2a18-46af-b3f6-768f13b14aa8" providerId="ADAL" clId="{198D2E29-53F1-4B8D-84C5-87ED227C3082}" dt="2026-08-14T11:23:38.562" v="675" actId="1076"/>
          <ac:spMkLst>
            <pc:docMk/>
            <pc:sldMk cId="2093512684" sldId="364"/>
            <ac:spMk id="76" creationId="{96739C61-4D34-E48D-42CF-D609EECA8FCD}"/>
          </ac:spMkLst>
        </pc:spChg>
        <pc:spChg chg="mod">
          <ac:chgData name="Mayank Dusad" userId="5c5f0f99-2a18-46af-b3f6-768f13b14aa8" providerId="ADAL" clId="{198D2E29-53F1-4B8D-84C5-87ED227C3082}" dt="2026-08-14T11:23:45.742" v="676" actId="2711"/>
          <ac:spMkLst>
            <pc:docMk/>
            <pc:sldMk cId="2093512684" sldId="364"/>
            <ac:spMk id="86" creationId="{955ED8FA-C37D-39D6-4FF3-F8368BDC9BC6}"/>
          </ac:spMkLst>
        </pc:spChg>
        <pc:spChg chg="mod">
          <ac:chgData name="Mayank Dusad" userId="5c5f0f99-2a18-46af-b3f6-768f13b14aa8" providerId="ADAL" clId="{198D2E29-53F1-4B8D-84C5-87ED227C3082}" dt="2026-08-14T11:26:02.941" v="738" actId="1035"/>
          <ac:spMkLst>
            <pc:docMk/>
            <pc:sldMk cId="2093512684" sldId="364"/>
            <ac:spMk id="94" creationId="{7262D48D-FD59-B562-6DD3-7F952D22D185}"/>
          </ac:spMkLst>
        </pc:spChg>
        <pc:spChg chg="mod">
          <ac:chgData name="Mayank Dusad" userId="5c5f0f99-2a18-46af-b3f6-768f13b14aa8" providerId="ADAL" clId="{198D2E29-53F1-4B8D-84C5-87ED227C3082}" dt="2026-08-14T11:26:02.941" v="738" actId="1035"/>
          <ac:spMkLst>
            <pc:docMk/>
            <pc:sldMk cId="2093512684" sldId="364"/>
            <ac:spMk id="96" creationId="{772F2111-D579-D5B5-FB15-C0C23BBC4000}"/>
          </ac:spMkLst>
        </pc:spChg>
        <pc:spChg chg="mod">
          <ac:chgData name="Mayank Dusad" userId="5c5f0f99-2a18-46af-b3f6-768f13b14aa8" providerId="ADAL" clId="{198D2E29-53F1-4B8D-84C5-87ED227C3082}" dt="2026-08-14T11:26:02.941" v="738" actId="1035"/>
          <ac:spMkLst>
            <pc:docMk/>
            <pc:sldMk cId="2093512684" sldId="364"/>
            <ac:spMk id="102" creationId="{C443A205-BAEA-C7B4-8951-1B72E1B460E5}"/>
          </ac:spMkLst>
        </pc:spChg>
        <pc:spChg chg="mod">
          <ac:chgData name="Mayank Dusad" userId="5c5f0f99-2a18-46af-b3f6-768f13b14aa8" providerId="ADAL" clId="{198D2E29-53F1-4B8D-84C5-87ED227C3082}" dt="2026-08-14T11:26:02.941" v="738" actId="1035"/>
          <ac:spMkLst>
            <pc:docMk/>
            <pc:sldMk cId="2093512684" sldId="364"/>
            <ac:spMk id="104" creationId="{27665CE8-4D94-8FC2-8BA1-63F0A9E2B24A}"/>
          </ac:spMkLst>
        </pc:spChg>
        <pc:spChg chg="mod">
          <ac:chgData name="Mayank Dusad" userId="5c5f0f99-2a18-46af-b3f6-768f13b14aa8" providerId="ADAL" clId="{198D2E29-53F1-4B8D-84C5-87ED227C3082}" dt="2026-08-14T11:26:02.941" v="738" actId="1035"/>
          <ac:spMkLst>
            <pc:docMk/>
            <pc:sldMk cId="2093512684" sldId="364"/>
            <ac:spMk id="106" creationId="{4D0EAC0D-A9E1-064C-3864-D20D027BF1CD}"/>
          </ac:spMkLst>
        </pc:spChg>
        <pc:spChg chg="add mod">
          <ac:chgData name="Mayank Dusad" userId="5c5f0f99-2a18-46af-b3f6-768f13b14aa8" providerId="ADAL" clId="{198D2E29-53F1-4B8D-84C5-87ED227C3082}" dt="2026-08-14T11:23:45.742" v="676" actId="2711"/>
          <ac:spMkLst>
            <pc:docMk/>
            <pc:sldMk cId="2093512684" sldId="364"/>
            <ac:spMk id="108" creationId="{CE05CAFF-D819-DB56-AA19-E8C7D8528E16}"/>
          </ac:spMkLst>
        </pc:spChg>
        <pc:spChg chg="mod">
          <ac:chgData name="Mayank Dusad" userId="5c5f0f99-2a18-46af-b3f6-768f13b14aa8" providerId="ADAL" clId="{198D2E29-53F1-4B8D-84C5-87ED227C3082}" dt="2026-08-14T11:26:02.941" v="738" actId="1035"/>
          <ac:spMkLst>
            <pc:docMk/>
            <pc:sldMk cId="2093512684" sldId="364"/>
            <ac:spMk id="114" creationId="{01EB0AC3-B05E-60FC-CC10-DB1F4B7899C8}"/>
          </ac:spMkLst>
        </pc:spChg>
        <pc:spChg chg="mod">
          <ac:chgData name="Mayank Dusad" userId="5c5f0f99-2a18-46af-b3f6-768f13b14aa8" providerId="ADAL" clId="{198D2E29-53F1-4B8D-84C5-87ED227C3082}" dt="2026-08-14T11:26:02.941" v="738" actId="1035"/>
          <ac:spMkLst>
            <pc:docMk/>
            <pc:sldMk cId="2093512684" sldId="364"/>
            <ac:spMk id="120" creationId="{CCA27755-F89B-746A-9B9E-10207F1D288B}"/>
          </ac:spMkLst>
        </pc:spChg>
        <pc:spChg chg="mod">
          <ac:chgData name="Mayank Dusad" userId="5c5f0f99-2a18-46af-b3f6-768f13b14aa8" providerId="ADAL" clId="{198D2E29-53F1-4B8D-84C5-87ED227C3082}" dt="2026-08-14T11:26:02.941" v="738" actId="1035"/>
          <ac:spMkLst>
            <pc:docMk/>
            <pc:sldMk cId="2093512684" sldId="364"/>
            <ac:spMk id="124" creationId="{9DD2577A-E09C-CCEC-35B0-C1C8C2273A46}"/>
          </ac:spMkLst>
        </pc:spChg>
        <pc:spChg chg="mod">
          <ac:chgData name="Mayank Dusad" userId="5c5f0f99-2a18-46af-b3f6-768f13b14aa8" providerId="ADAL" clId="{198D2E29-53F1-4B8D-84C5-87ED227C3082}" dt="2026-08-14T11:26:02.941" v="738" actId="1035"/>
          <ac:spMkLst>
            <pc:docMk/>
            <pc:sldMk cId="2093512684" sldId="364"/>
            <ac:spMk id="130" creationId="{EE379C72-C52E-FB73-8AB2-F54CEE5F5C52}"/>
          </ac:spMkLst>
        </pc:spChg>
        <pc:spChg chg="mod">
          <ac:chgData name="Mayank Dusad" userId="5c5f0f99-2a18-46af-b3f6-768f13b14aa8" providerId="ADAL" clId="{198D2E29-53F1-4B8D-84C5-87ED227C3082}" dt="2026-08-14T11:26:02.941" v="738" actId="1035"/>
          <ac:spMkLst>
            <pc:docMk/>
            <pc:sldMk cId="2093512684" sldId="364"/>
            <ac:spMk id="132" creationId="{DCE79283-FF70-AA9A-471E-DC1776DC5429}"/>
          </ac:spMkLst>
        </pc:spChg>
        <pc:spChg chg="add mod">
          <ac:chgData name="Mayank Dusad" userId="5c5f0f99-2a18-46af-b3f6-768f13b14aa8" providerId="ADAL" clId="{198D2E29-53F1-4B8D-84C5-87ED227C3082}" dt="2026-08-14T11:23:38.562" v="675" actId="1076"/>
          <ac:spMkLst>
            <pc:docMk/>
            <pc:sldMk cId="2093512684" sldId="364"/>
            <ac:spMk id="134" creationId="{B5936AFD-18AC-B7E9-C648-D149E8505456}"/>
          </ac:spMkLst>
        </pc:spChg>
        <pc:spChg chg="mod">
          <ac:chgData name="Mayank Dusad" userId="5c5f0f99-2a18-46af-b3f6-768f13b14aa8" providerId="ADAL" clId="{198D2E29-53F1-4B8D-84C5-87ED227C3082}" dt="2026-08-14T11:24:10.291" v="688" actId="403"/>
          <ac:spMkLst>
            <pc:docMk/>
            <pc:sldMk cId="2093512684" sldId="364"/>
            <ac:spMk id="144" creationId="{BD44E38B-C0EE-D6C1-1126-D36FA25ADAD9}"/>
          </ac:spMkLst>
        </pc:spChg>
        <pc:spChg chg="mod">
          <ac:chgData name="Mayank Dusad" userId="5c5f0f99-2a18-46af-b3f6-768f13b14aa8" providerId="ADAL" clId="{198D2E29-53F1-4B8D-84C5-87ED227C3082}" dt="2026-08-14T11:23:58.054" v="686" actId="1035"/>
          <ac:spMkLst>
            <pc:docMk/>
            <pc:sldMk cId="2093512684" sldId="364"/>
            <ac:spMk id="148" creationId="{FF83BFAA-6A22-B2C5-ACE1-808798A6ACDB}"/>
          </ac:spMkLst>
        </pc:spChg>
        <pc:spChg chg="add mod">
          <ac:chgData name="Mayank Dusad" userId="5c5f0f99-2a18-46af-b3f6-768f13b14aa8" providerId="ADAL" clId="{198D2E29-53F1-4B8D-84C5-87ED227C3082}" dt="2026-08-14T11:23:38.562" v="675" actId="1076"/>
          <ac:spMkLst>
            <pc:docMk/>
            <pc:sldMk cId="2093512684" sldId="364"/>
            <ac:spMk id="150" creationId="{84ED20F0-12CD-12C9-BBD6-5F6717576B77}"/>
          </ac:spMkLst>
        </pc:spChg>
        <pc:spChg chg="add mod">
          <ac:chgData name="Mayank Dusad" userId="5c5f0f99-2a18-46af-b3f6-768f13b14aa8" providerId="ADAL" clId="{198D2E29-53F1-4B8D-84C5-87ED227C3082}" dt="2026-08-14T11:24:10.291" v="688" actId="403"/>
          <ac:spMkLst>
            <pc:docMk/>
            <pc:sldMk cId="2093512684" sldId="364"/>
            <ac:spMk id="154" creationId="{984EC70A-7C32-94D5-E58D-D59871D91690}"/>
          </ac:spMkLst>
        </pc:spChg>
        <pc:spChg chg="mod">
          <ac:chgData name="Mayank Dusad" userId="5c5f0f99-2a18-46af-b3f6-768f13b14aa8" providerId="ADAL" clId="{198D2E29-53F1-4B8D-84C5-87ED227C3082}" dt="2026-08-14T11:38:07.467" v="740" actId="113"/>
          <ac:spMkLst>
            <pc:docMk/>
            <pc:sldMk cId="2093512684" sldId="364"/>
            <ac:spMk id="156" creationId="{63575784-79B9-1000-C67E-D5F2BE97643A}"/>
          </ac:spMkLst>
        </pc:spChg>
        <pc:spChg chg="add mod">
          <ac:chgData name="Mayank Dusad" userId="5c5f0f99-2a18-46af-b3f6-768f13b14aa8" providerId="ADAL" clId="{198D2E29-53F1-4B8D-84C5-87ED227C3082}" dt="2026-08-14T11:24:10.291" v="688" actId="403"/>
          <ac:spMkLst>
            <pc:docMk/>
            <pc:sldMk cId="2093512684" sldId="364"/>
            <ac:spMk id="158" creationId="{B46B8CBD-C83F-8056-55AB-3F7142E5078D}"/>
          </ac:spMkLst>
        </pc:spChg>
        <pc:spChg chg="mod">
          <ac:chgData name="Mayank Dusad" userId="5c5f0f99-2a18-46af-b3f6-768f13b14aa8" providerId="ADAL" clId="{198D2E29-53F1-4B8D-84C5-87ED227C3082}" dt="2026-08-14T11:24:10.291" v="688" actId="403"/>
          <ac:spMkLst>
            <pc:docMk/>
            <pc:sldMk cId="2093512684" sldId="364"/>
            <ac:spMk id="162" creationId="{4AD65213-9FA6-9D87-E7B5-91342924EB53}"/>
          </ac:spMkLst>
        </pc:spChg>
        <pc:spChg chg="mod">
          <ac:chgData name="Mayank Dusad" userId="5c5f0f99-2a18-46af-b3f6-768f13b14aa8" providerId="ADAL" clId="{198D2E29-53F1-4B8D-84C5-87ED227C3082}" dt="2026-08-14T11:24:38.496" v="707" actId="1035"/>
          <ac:spMkLst>
            <pc:docMk/>
            <pc:sldMk cId="2093512684" sldId="364"/>
            <ac:spMk id="164" creationId="{5EDB362C-C497-E17B-4C69-8F72BDACFB39}"/>
          </ac:spMkLst>
        </pc:spChg>
        <pc:spChg chg="mod">
          <ac:chgData name="Mayank Dusad" userId="5c5f0f99-2a18-46af-b3f6-768f13b14aa8" providerId="ADAL" clId="{198D2E29-53F1-4B8D-84C5-87ED227C3082}" dt="2026-08-14T11:24:10.291" v="688" actId="403"/>
          <ac:spMkLst>
            <pc:docMk/>
            <pc:sldMk cId="2093512684" sldId="364"/>
            <ac:spMk id="166" creationId="{80D87D6E-89E1-1068-845F-5B52E5B1E442}"/>
          </ac:spMkLst>
        </pc:spChg>
        <pc:spChg chg="mod">
          <ac:chgData name="Mayank Dusad" userId="5c5f0f99-2a18-46af-b3f6-768f13b14aa8" providerId="ADAL" clId="{198D2E29-53F1-4B8D-84C5-87ED227C3082}" dt="2026-08-14T11:24:10.291" v="688" actId="403"/>
          <ac:spMkLst>
            <pc:docMk/>
            <pc:sldMk cId="2093512684" sldId="364"/>
            <ac:spMk id="168" creationId="{B3ABDA78-AD94-47B5-156D-B0229C1D7951}"/>
          </ac:spMkLst>
        </pc:spChg>
        <pc:spChg chg="add mod">
          <ac:chgData name="Mayank Dusad" userId="5c5f0f99-2a18-46af-b3f6-768f13b14aa8" providerId="ADAL" clId="{198D2E29-53F1-4B8D-84C5-87ED227C3082}" dt="2026-08-14T11:24:43.133" v="715" actId="1035"/>
          <ac:spMkLst>
            <pc:docMk/>
            <pc:sldMk cId="2093512684" sldId="364"/>
            <ac:spMk id="172" creationId="{9980E31F-A465-D27E-7BDF-CB299EB08D3A}"/>
          </ac:spMkLst>
        </pc:spChg>
        <pc:spChg chg="mod">
          <ac:chgData name="Mayank Dusad" userId="5c5f0f99-2a18-46af-b3f6-768f13b14aa8" providerId="ADAL" clId="{198D2E29-53F1-4B8D-84C5-87ED227C3082}" dt="2026-08-14T11:24:10.291" v="688" actId="403"/>
          <ac:spMkLst>
            <pc:docMk/>
            <pc:sldMk cId="2093512684" sldId="364"/>
            <ac:spMk id="178" creationId="{2B226AFF-BB7E-F953-2332-C019FE6F506A}"/>
          </ac:spMkLst>
        </pc:spChg>
        <pc:spChg chg="mod">
          <ac:chgData name="Mayank Dusad" userId="5c5f0f99-2a18-46af-b3f6-768f13b14aa8" providerId="ADAL" clId="{198D2E29-53F1-4B8D-84C5-87ED227C3082}" dt="2026-08-14T11:24:46.169" v="721" actId="1035"/>
          <ac:spMkLst>
            <pc:docMk/>
            <pc:sldMk cId="2093512684" sldId="364"/>
            <ac:spMk id="180" creationId="{108D6C28-3226-4534-8DD6-1361F6BA8AC5}"/>
          </ac:spMkLst>
        </pc:spChg>
        <pc:spChg chg="add del mod">
          <ac:chgData name="Mayank Dusad" userId="5c5f0f99-2a18-46af-b3f6-768f13b14aa8" providerId="ADAL" clId="{198D2E29-53F1-4B8D-84C5-87ED227C3082}" dt="2026-08-14T11:39:57.309" v="742" actId="478"/>
          <ac:spMkLst>
            <pc:docMk/>
            <pc:sldMk cId="2093512684" sldId="364"/>
            <ac:spMk id="182" creationId="{CE0C61BA-93F4-A15B-CC01-5322B4ED6E52}"/>
          </ac:spMkLst>
        </pc:spChg>
        <pc:spChg chg="add del">
          <ac:chgData name="Mayank Dusad" userId="5c5f0f99-2a18-46af-b3f6-768f13b14aa8" providerId="ADAL" clId="{198D2E29-53F1-4B8D-84C5-87ED227C3082}" dt="2026-08-14T11:39:57.309" v="742" actId="478"/>
          <ac:spMkLst>
            <pc:docMk/>
            <pc:sldMk cId="2093512684" sldId="364"/>
            <ac:spMk id="184" creationId="{76D1BA93-C92B-B302-945F-17E6762CBA5A}"/>
          </ac:spMkLst>
        </pc:spChg>
        <pc:spChg chg="add del">
          <ac:chgData name="Mayank Dusad" userId="5c5f0f99-2a18-46af-b3f6-768f13b14aa8" providerId="ADAL" clId="{198D2E29-53F1-4B8D-84C5-87ED227C3082}" dt="2026-08-14T11:24:51.398" v="723" actId="22"/>
          <ac:spMkLst>
            <pc:docMk/>
            <pc:sldMk cId="2093512684" sldId="364"/>
            <ac:spMk id="188" creationId="{C4B44EFE-01D6-8AEF-DE63-3EDC97378447}"/>
          </ac:spMkLst>
        </pc:spChg>
        <pc:spChg chg="add del">
          <ac:chgData name="Mayank Dusad" userId="5c5f0f99-2a18-46af-b3f6-768f13b14aa8" providerId="ADAL" clId="{198D2E29-53F1-4B8D-84C5-87ED227C3082}" dt="2026-08-14T11:24:51.398" v="723" actId="22"/>
          <ac:spMkLst>
            <pc:docMk/>
            <pc:sldMk cId="2093512684" sldId="364"/>
            <ac:spMk id="190" creationId="{899DD0CF-0DD7-AC4D-ABE0-D7F524A13A26}"/>
          </ac:spMkLst>
        </pc:spChg>
        <pc:spChg chg="add del">
          <ac:chgData name="Mayank Dusad" userId="5c5f0f99-2a18-46af-b3f6-768f13b14aa8" providerId="ADAL" clId="{198D2E29-53F1-4B8D-84C5-87ED227C3082}" dt="2026-08-14T11:24:51.398" v="723" actId="22"/>
          <ac:spMkLst>
            <pc:docMk/>
            <pc:sldMk cId="2093512684" sldId="364"/>
            <ac:spMk id="192" creationId="{282D470F-82E6-7EE1-9F31-2B5E0152A7FE}"/>
          </ac:spMkLst>
        </pc:spChg>
        <pc:spChg chg="add del">
          <ac:chgData name="Mayank Dusad" userId="5c5f0f99-2a18-46af-b3f6-768f13b14aa8" providerId="ADAL" clId="{198D2E29-53F1-4B8D-84C5-87ED227C3082}" dt="2026-08-14T11:24:51.398" v="723" actId="22"/>
          <ac:spMkLst>
            <pc:docMk/>
            <pc:sldMk cId="2093512684" sldId="364"/>
            <ac:spMk id="196" creationId="{6C5BAB78-EABF-0341-C9B8-23B5713D8D26}"/>
          </ac:spMkLst>
        </pc:spChg>
        <pc:spChg chg="add del">
          <ac:chgData name="Mayank Dusad" userId="5c5f0f99-2a18-46af-b3f6-768f13b14aa8" providerId="ADAL" clId="{198D2E29-53F1-4B8D-84C5-87ED227C3082}" dt="2026-08-14T11:24:51.398" v="723" actId="22"/>
          <ac:spMkLst>
            <pc:docMk/>
            <pc:sldMk cId="2093512684" sldId="364"/>
            <ac:spMk id="198" creationId="{72D07F40-F72B-B529-78CE-7A782471CBE8}"/>
          </ac:spMkLst>
        </pc:spChg>
        <pc:spChg chg="add del">
          <ac:chgData name="Mayank Dusad" userId="5c5f0f99-2a18-46af-b3f6-768f13b14aa8" providerId="ADAL" clId="{198D2E29-53F1-4B8D-84C5-87ED227C3082}" dt="2026-08-14T11:24:51.398" v="723" actId="22"/>
          <ac:spMkLst>
            <pc:docMk/>
            <pc:sldMk cId="2093512684" sldId="364"/>
            <ac:spMk id="200" creationId="{A10F9EB1-5A40-F1E7-8FE2-A4014F38FA88}"/>
          </ac:spMkLst>
        </pc:spChg>
        <pc:spChg chg="add del">
          <ac:chgData name="Mayank Dusad" userId="5c5f0f99-2a18-46af-b3f6-768f13b14aa8" providerId="ADAL" clId="{198D2E29-53F1-4B8D-84C5-87ED227C3082}" dt="2026-08-14T11:24:51.398" v="723" actId="22"/>
          <ac:spMkLst>
            <pc:docMk/>
            <pc:sldMk cId="2093512684" sldId="364"/>
            <ac:spMk id="204" creationId="{251E5C33-85F4-88C7-14C3-86C4F5F97982}"/>
          </ac:spMkLst>
        </pc:spChg>
        <pc:spChg chg="add del">
          <ac:chgData name="Mayank Dusad" userId="5c5f0f99-2a18-46af-b3f6-768f13b14aa8" providerId="ADAL" clId="{198D2E29-53F1-4B8D-84C5-87ED227C3082}" dt="2026-08-14T11:24:51.398" v="723" actId="22"/>
          <ac:spMkLst>
            <pc:docMk/>
            <pc:sldMk cId="2093512684" sldId="364"/>
            <ac:spMk id="206" creationId="{A3F74F8D-51AC-9DA5-F56D-FCF4029BA958}"/>
          </ac:spMkLst>
        </pc:spChg>
        <pc:spChg chg="add del">
          <ac:chgData name="Mayank Dusad" userId="5c5f0f99-2a18-46af-b3f6-768f13b14aa8" providerId="ADAL" clId="{198D2E29-53F1-4B8D-84C5-87ED227C3082}" dt="2026-08-14T11:24:51.398" v="723" actId="22"/>
          <ac:spMkLst>
            <pc:docMk/>
            <pc:sldMk cId="2093512684" sldId="364"/>
            <ac:spMk id="210" creationId="{75109EFB-AA5E-506E-7AD7-3C99B3E06C23}"/>
          </ac:spMkLst>
        </pc:spChg>
        <pc:spChg chg="add del">
          <ac:chgData name="Mayank Dusad" userId="5c5f0f99-2a18-46af-b3f6-768f13b14aa8" providerId="ADAL" clId="{198D2E29-53F1-4B8D-84C5-87ED227C3082}" dt="2026-08-14T11:24:51.398" v="723" actId="22"/>
          <ac:spMkLst>
            <pc:docMk/>
            <pc:sldMk cId="2093512684" sldId="364"/>
            <ac:spMk id="212" creationId="{0ACE5A0A-0C59-90BE-B806-E64DFC371156}"/>
          </ac:spMkLst>
        </pc:spChg>
        <pc:spChg chg="add del">
          <ac:chgData name="Mayank Dusad" userId="5c5f0f99-2a18-46af-b3f6-768f13b14aa8" providerId="ADAL" clId="{198D2E29-53F1-4B8D-84C5-87ED227C3082}" dt="2026-08-14T11:24:53.193" v="725" actId="22"/>
          <ac:spMkLst>
            <pc:docMk/>
            <pc:sldMk cId="2093512684" sldId="364"/>
            <ac:spMk id="218" creationId="{C22610E6-67F7-518D-0B3B-1A32AA4020B1}"/>
          </ac:spMkLst>
        </pc:spChg>
        <pc:spChg chg="add del">
          <ac:chgData name="Mayank Dusad" userId="5c5f0f99-2a18-46af-b3f6-768f13b14aa8" providerId="ADAL" clId="{198D2E29-53F1-4B8D-84C5-87ED227C3082}" dt="2026-08-14T11:24:53.193" v="725" actId="22"/>
          <ac:spMkLst>
            <pc:docMk/>
            <pc:sldMk cId="2093512684" sldId="364"/>
            <ac:spMk id="222" creationId="{F68FCE10-17C1-2F8C-338D-97A5DAE4DF5C}"/>
          </ac:spMkLst>
        </pc:spChg>
        <pc:spChg chg="add del">
          <ac:chgData name="Mayank Dusad" userId="5c5f0f99-2a18-46af-b3f6-768f13b14aa8" providerId="ADAL" clId="{198D2E29-53F1-4B8D-84C5-87ED227C3082}" dt="2026-08-14T11:24:53.193" v="725" actId="22"/>
          <ac:spMkLst>
            <pc:docMk/>
            <pc:sldMk cId="2093512684" sldId="364"/>
            <ac:spMk id="224" creationId="{44E52924-C944-B038-AEDF-01BA178256D0}"/>
          </ac:spMkLst>
        </pc:spChg>
        <pc:spChg chg="add del">
          <ac:chgData name="Mayank Dusad" userId="5c5f0f99-2a18-46af-b3f6-768f13b14aa8" providerId="ADAL" clId="{198D2E29-53F1-4B8D-84C5-87ED227C3082}" dt="2026-08-14T11:24:53.193" v="725" actId="22"/>
          <ac:spMkLst>
            <pc:docMk/>
            <pc:sldMk cId="2093512684" sldId="364"/>
            <ac:spMk id="226" creationId="{289C964C-1069-1B9A-AD38-C39AD8C310A4}"/>
          </ac:spMkLst>
        </pc:spChg>
        <pc:spChg chg="add del">
          <ac:chgData name="Mayank Dusad" userId="5c5f0f99-2a18-46af-b3f6-768f13b14aa8" providerId="ADAL" clId="{198D2E29-53F1-4B8D-84C5-87ED227C3082}" dt="2026-08-14T11:24:53.193" v="725" actId="22"/>
          <ac:spMkLst>
            <pc:docMk/>
            <pc:sldMk cId="2093512684" sldId="364"/>
            <ac:spMk id="228" creationId="{A2F01C0F-5EFE-6646-BD68-B1C89848E5C6}"/>
          </ac:spMkLst>
        </pc:spChg>
        <pc:spChg chg="add del">
          <ac:chgData name="Mayank Dusad" userId="5c5f0f99-2a18-46af-b3f6-768f13b14aa8" providerId="ADAL" clId="{198D2E29-53F1-4B8D-84C5-87ED227C3082}" dt="2026-08-14T11:24:53.193" v="725" actId="22"/>
          <ac:spMkLst>
            <pc:docMk/>
            <pc:sldMk cId="2093512684" sldId="364"/>
            <ac:spMk id="232" creationId="{EE992ABB-1CC6-35D8-5DFF-E65EEE0BAEA8}"/>
          </ac:spMkLst>
        </pc:spChg>
        <pc:spChg chg="add del">
          <ac:chgData name="Mayank Dusad" userId="5c5f0f99-2a18-46af-b3f6-768f13b14aa8" providerId="ADAL" clId="{198D2E29-53F1-4B8D-84C5-87ED227C3082}" dt="2026-08-14T11:24:53.193" v="725" actId="22"/>
          <ac:spMkLst>
            <pc:docMk/>
            <pc:sldMk cId="2093512684" sldId="364"/>
            <ac:spMk id="234" creationId="{D7CAC1DE-5687-C8BB-7F9A-DA4B070E20C9}"/>
          </ac:spMkLst>
        </pc:spChg>
        <pc:spChg chg="add del">
          <ac:chgData name="Mayank Dusad" userId="5c5f0f99-2a18-46af-b3f6-768f13b14aa8" providerId="ADAL" clId="{198D2E29-53F1-4B8D-84C5-87ED227C3082}" dt="2026-08-14T11:24:53.193" v="725" actId="22"/>
          <ac:spMkLst>
            <pc:docMk/>
            <pc:sldMk cId="2093512684" sldId="364"/>
            <ac:spMk id="236" creationId="{BAA7279C-0C19-BB31-3817-D6D750FC89E5}"/>
          </ac:spMkLst>
        </pc:spChg>
        <pc:spChg chg="add del">
          <ac:chgData name="Mayank Dusad" userId="5c5f0f99-2a18-46af-b3f6-768f13b14aa8" providerId="ADAL" clId="{198D2E29-53F1-4B8D-84C5-87ED227C3082}" dt="2026-08-14T11:24:53.193" v="725" actId="22"/>
          <ac:spMkLst>
            <pc:docMk/>
            <pc:sldMk cId="2093512684" sldId="364"/>
            <ac:spMk id="238" creationId="{751B6F7E-D9C0-59DB-4FC5-11D703D4A12A}"/>
          </ac:spMkLst>
        </pc:spChg>
        <pc:spChg chg="add del">
          <ac:chgData name="Mayank Dusad" userId="5c5f0f99-2a18-46af-b3f6-768f13b14aa8" providerId="ADAL" clId="{198D2E29-53F1-4B8D-84C5-87ED227C3082}" dt="2026-08-14T11:24:53.193" v="725" actId="22"/>
          <ac:spMkLst>
            <pc:docMk/>
            <pc:sldMk cId="2093512684" sldId="364"/>
            <ac:spMk id="240" creationId="{AC7BB832-6E92-19C4-04A0-EBCF52D8547E}"/>
          </ac:spMkLst>
        </pc:spChg>
        <pc:graphicFrameChg chg="del">
          <ac:chgData name="Mayank Dusad" userId="5c5f0f99-2a18-46af-b3f6-768f13b14aa8" providerId="ADAL" clId="{198D2E29-53F1-4B8D-84C5-87ED227C3082}" dt="2026-08-14T11:23:33.784" v="673" actId="478"/>
          <ac:graphicFrameMkLst>
            <pc:docMk/>
            <pc:sldMk cId="2093512684" sldId="364"/>
            <ac:graphicFrameMk id="4" creationId="{21AB3A15-ED4D-3936-1BA6-CA9CD506F057}"/>
          </ac:graphicFrameMkLst>
        </pc:graphicFrameChg>
        <pc:graphicFrameChg chg="del">
          <ac:chgData name="Mayank Dusad" userId="5c5f0f99-2a18-46af-b3f6-768f13b14aa8" providerId="ADAL" clId="{198D2E29-53F1-4B8D-84C5-87ED227C3082}" dt="2026-08-14T11:23:33.784" v="673" actId="478"/>
          <ac:graphicFrameMkLst>
            <pc:docMk/>
            <pc:sldMk cId="2093512684" sldId="364"/>
            <ac:graphicFrameMk id="5" creationId="{BA1E13CB-2B1B-39AC-3122-E2B3E9C576C6}"/>
          </ac:graphicFrameMkLst>
        </pc:graphicFrameChg>
      </pc:sldChg>
      <pc:sldChg chg="addSp modSp add mod">
        <pc:chgData name="Mayank Dusad" userId="5c5f0f99-2a18-46af-b3f6-768f13b14aa8" providerId="ADAL" clId="{198D2E29-53F1-4B8D-84C5-87ED227C3082}" dt="2026-08-14T11:48:42.721" v="779" actId="1036"/>
        <pc:sldMkLst>
          <pc:docMk/>
          <pc:sldMk cId="3749614807" sldId="364"/>
        </pc:sldMkLst>
        <pc:spChg chg="add mod">
          <ac:chgData name="Mayank Dusad" userId="5c5f0f99-2a18-46af-b3f6-768f13b14aa8" providerId="ADAL" clId="{198D2E29-53F1-4B8D-84C5-87ED227C3082}" dt="2026-08-14T11:48:42.721" v="779" actId="1036"/>
          <ac:spMkLst>
            <pc:docMk/>
            <pc:sldMk cId="3749614807" sldId="364"/>
            <ac:spMk id="4" creationId="{EA0A2645-A99A-379E-0A09-C36B1DE5561D}"/>
          </ac:spMkLst>
        </pc:spChg>
        <pc:spChg chg="mod">
          <ac:chgData name="Mayank Dusad" userId="5c5f0f99-2a18-46af-b3f6-768f13b14aa8" providerId="ADAL" clId="{198D2E29-53F1-4B8D-84C5-87ED227C3082}" dt="2026-08-14T11:48:31.121" v="766" actId="1076"/>
          <ac:spMkLst>
            <pc:docMk/>
            <pc:sldMk cId="3749614807" sldId="364"/>
            <ac:spMk id="6" creationId="{8444B16D-C268-6911-EE3C-E89092F64569}"/>
          </ac:spMkLst>
        </pc:spChg>
      </pc:sldChg>
      <pc:sldChg chg="addSp delSp modSp add mod ord">
        <pc:chgData name="Mayank Dusad" userId="5c5f0f99-2a18-46af-b3f6-768f13b14aa8" providerId="ADAL" clId="{198D2E29-53F1-4B8D-84C5-87ED227C3082}" dt="2026-08-14T11:47:54.870" v="760" actId="403"/>
        <pc:sldMkLst>
          <pc:docMk/>
          <pc:sldMk cId="3600818406" sldId="365"/>
        </pc:sldMkLst>
        <pc:spChg chg="del">
          <ac:chgData name="Mayank Dusad" userId="5c5f0f99-2a18-46af-b3f6-768f13b14aa8" providerId="ADAL" clId="{198D2E29-53F1-4B8D-84C5-87ED227C3082}" dt="2026-08-14T11:47:38.259" v="755" actId="478"/>
          <ac:spMkLst>
            <pc:docMk/>
            <pc:sldMk cId="3600818406" sldId="365"/>
            <ac:spMk id="5" creationId="{03ED8D0A-2D55-9B39-93D9-148DB34FA183}"/>
          </ac:spMkLst>
        </pc:spChg>
        <pc:spChg chg="add mod">
          <ac:chgData name="Mayank Dusad" userId="5c5f0f99-2a18-46af-b3f6-768f13b14aa8" providerId="ADAL" clId="{198D2E29-53F1-4B8D-84C5-87ED227C3082}" dt="2026-08-14T11:47:34.688" v="754" actId="403"/>
          <ac:spMkLst>
            <pc:docMk/>
            <pc:sldMk cId="3600818406" sldId="365"/>
            <ac:spMk id="7" creationId="{89D61E76-A8E7-4981-65F1-3B9616737DAF}"/>
          </ac:spMkLst>
        </pc:spChg>
        <pc:spChg chg="add mod">
          <ac:chgData name="Mayank Dusad" userId="5c5f0f99-2a18-46af-b3f6-768f13b14aa8" providerId="ADAL" clId="{198D2E29-53F1-4B8D-84C5-87ED227C3082}" dt="2026-08-14T11:47:34.688" v="754" actId="403"/>
          <ac:spMkLst>
            <pc:docMk/>
            <pc:sldMk cId="3600818406" sldId="365"/>
            <ac:spMk id="11" creationId="{950F9848-C551-FA37-8047-FF1DA1C266B1}"/>
          </ac:spMkLst>
        </pc:spChg>
        <pc:spChg chg="add mod">
          <ac:chgData name="Mayank Dusad" userId="5c5f0f99-2a18-46af-b3f6-768f13b14aa8" providerId="ADAL" clId="{198D2E29-53F1-4B8D-84C5-87ED227C3082}" dt="2026-08-14T11:47:34.688" v="754" actId="403"/>
          <ac:spMkLst>
            <pc:docMk/>
            <pc:sldMk cId="3600818406" sldId="365"/>
            <ac:spMk id="33" creationId="{39DAAAA2-D144-8029-E370-0E6595B726B0}"/>
          </ac:spMkLst>
        </pc:spChg>
        <pc:spChg chg="add mod">
          <ac:chgData name="Mayank Dusad" userId="5c5f0f99-2a18-46af-b3f6-768f13b14aa8" providerId="ADAL" clId="{198D2E29-53F1-4B8D-84C5-87ED227C3082}" dt="2026-08-14T11:47:34.688" v="754" actId="403"/>
          <ac:spMkLst>
            <pc:docMk/>
            <pc:sldMk cId="3600818406" sldId="365"/>
            <ac:spMk id="39" creationId="{AD7AD505-6D90-5D5B-C928-32439C75D1CA}"/>
          </ac:spMkLst>
        </pc:spChg>
        <pc:spChg chg="add mod">
          <ac:chgData name="Mayank Dusad" userId="5c5f0f99-2a18-46af-b3f6-768f13b14aa8" providerId="ADAL" clId="{198D2E29-53F1-4B8D-84C5-87ED227C3082}" dt="2026-08-14T11:47:34.688" v="754" actId="403"/>
          <ac:spMkLst>
            <pc:docMk/>
            <pc:sldMk cId="3600818406" sldId="365"/>
            <ac:spMk id="41" creationId="{F3A3A14B-BBD5-3A0A-531F-D67BF2E10899}"/>
          </ac:spMkLst>
        </pc:spChg>
        <pc:spChg chg="add mod">
          <ac:chgData name="Mayank Dusad" userId="5c5f0f99-2a18-46af-b3f6-768f13b14aa8" providerId="ADAL" clId="{198D2E29-53F1-4B8D-84C5-87ED227C3082}" dt="2026-08-14T11:47:34.688" v="754" actId="403"/>
          <ac:spMkLst>
            <pc:docMk/>
            <pc:sldMk cId="3600818406" sldId="365"/>
            <ac:spMk id="51" creationId="{5FA71133-1141-3E5A-F6B3-0557DC589041}"/>
          </ac:spMkLst>
        </pc:spChg>
        <pc:spChg chg="add mod">
          <ac:chgData name="Mayank Dusad" userId="5c5f0f99-2a18-46af-b3f6-768f13b14aa8" providerId="ADAL" clId="{198D2E29-53F1-4B8D-84C5-87ED227C3082}" dt="2026-08-14T11:47:34.688" v="754" actId="403"/>
          <ac:spMkLst>
            <pc:docMk/>
            <pc:sldMk cId="3600818406" sldId="365"/>
            <ac:spMk id="61" creationId="{80B90B33-DBDC-D0C6-4328-FFBE39A23A06}"/>
          </ac:spMkLst>
        </pc:spChg>
        <pc:spChg chg="add mod">
          <ac:chgData name="Mayank Dusad" userId="5c5f0f99-2a18-46af-b3f6-768f13b14aa8" providerId="ADAL" clId="{198D2E29-53F1-4B8D-84C5-87ED227C3082}" dt="2026-08-14T11:47:34.688" v="754" actId="403"/>
          <ac:spMkLst>
            <pc:docMk/>
            <pc:sldMk cId="3600818406" sldId="365"/>
            <ac:spMk id="75" creationId="{89A1372B-0B50-2B96-2877-C17DAE9C8BCC}"/>
          </ac:spMkLst>
        </pc:spChg>
        <pc:spChg chg="add mod">
          <ac:chgData name="Mayank Dusad" userId="5c5f0f99-2a18-46af-b3f6-768f13b14aa8" providerId="ADAL" clId="{198D2E29-53F1-4B8D-84C5-87ED227C3082}" dt="2026-08-14T11:47:34.688" v="754" actId="403"/>
          <ac:spMkLst>
            <pc:docMk/>
            <pc:sldMk cId="3600818406" sldId="365"/>
            <ac:spMk id="77" creationId="{40D6BEE0-6E50-2C33-AFC6-452E4A454F64}"/>
          </ac:spMkLst>
        </pc:spChg>
        <pc:spChg chg="del">
          <ac:chgData name="Mayank Dusad" userId="5c5f0f99-2a18-46af-b3f6-768f13b14aa8" providerId="ADAL" clId="{198D2E29-53F1-4B8D-84C5-87ED227C3082}" dt="2026-08-14T11:47:08.880" v="746" actId="478"/>
          <ac:spMkLst>
            <pc:docMk/>
            <pc:sldMk cId="3600818406" sldId="365"/>
            <ac:spMk id="90" creationId="{BF910383-BF70-A314-F53D-3B8DBA88438B}"/>
          </ac:spMkLst>
        </pc:spChg>
        <pc:spChg chg="add mod">
          <ac:chgData name="Mayank Dusad" userId="5c5f0f99-2a18-46af-b3f6-768f13b14aa8" providerId="ADAL" clId="{198D2E29-53F1-4B8D-84C5-87ED227C3082}" dt="2026-08-14T11:47:34.688" v="754" actId="403"/>
          <ac:spMkLst>
            <pc:docMk/>
            <pc:sldMk cId="3600818406" sldId="365"/>
            <ac:spMk id="99" creationId="{F51AF301-226F-1C9D-5E97-E6AB9161056A}"/>
          </ac:spMkLst>
        </pc:spChg>
        <pc:spChg chg="del">
          <ac:chgData name="Mayank Dusad" userId="5c5f0f99-2a18-46af-b3f6-768f13b14aa8" providerId="ADAL" clId="{198D2E29-53F1-4B8D-84C5-87ED227C3082}" dt="2026-08-14T11:47:25.791" v="751" actId="478"/>
          <ac:spMkLst>
            <pc:docMk/>
            <pc:sldMk cId="3600818406" sldId="365"/>
            <ac:spMk id="103" creationId="{5A43AEA0-C6F4-7A4C-0F0A-B28155EB2421}"/>
          </ac:spMkLst>
        </pc:spChg>
        <pc:spChg chg="del mod">
          <ac:chgData name="Mayank Dusad" userId="5c5f0f99-2a18-46af-b3f6-768f13b14aa8" providerId="ADAL" clId="{198D2E29-53F1-4B8D-84C5-87ED227C3082}" dt="2026-08-14T11:47:25.791" v="751" actId="478"/>
          <ac:spMkLst>
            <pc:docMk/>
            <pc:sldMk cId="3600818406" sldId="365"/>
            <ac:spMk id="107" creationId="{10A75942-F7BE-7347-ABDC-F3A36B8DB10F}"/>
          </ac:spMkLst>
        </pc:spChg>
        <pc:spChg chg="del">
          <ac:chgData name="Mayank Dusad" userId="5c5f0f99-2a18-46af-b3f6-768f13b14aa8" providerId="ADAL" clId="{198D2E29-53F1-4B8D-84C5-87ED227C3082}" dt="2026-08-14T11:47:08.880" v="746" actId="478"/>
          <ac:spMkLst>
            <pc:docMk/>
            <pc:sldMk cId="3600818406" sldId="365"/>
            <ac:spMk id="110" creationId="{10F7C0C1-D13B-3E9B-2E26-861CE5857772}"/>
          </ac:spMkLst>
        </pc:spChg>
        <pc:spChg chg="del">
          <ac:chgData name="Mayank Dusad" userId="5c5f0f99-2a18-46af-b3f6-768f13b14aa8" providerId="ADAL" clId="{198D2E29-53F1-4B8D-84C5-87ED227C3082}" dt="2026-08-14T11:47:25.791" v="751" actId="478"/>
          <ac:spMkLst>
            <pc:docMk/>
            <pc:sldMk cId="3600818406" sldId="365"/>
            <ac:spMk id="111" creationId="{D395C064-A258-E9C7-0E46-209817DA2404}"/>
          </ac:spMkLst>
        </pc:spChg>
        <pc:spChg chg="del">
          <ac:chgData name="Mayank Dusad" userId="5c5f0f99-2a18-46af-b3f6-768f13b14aa8" providerId="ADAL" clId="{198D2E29-53F1-4B8D-84C5-87ED227C3082}" dt="2026-08-14T11:47:08.880" v="746" actId="478"/>
          <ac:spMkLst>
            <pc:docMk/>
            <pc:sldMk cId="3600818406" sldId="365"/>
            <ac:spMk id="112" creationId="{21D5EECD-C958-4142-CAEC-75DA757EA262}"/>
          </ac:spMkLst>
        </pc:spChg>
        <pc:spChg chg="del">
          <ac:chgData name="Mayank Dusad" userId="5c5f0f99-2a18-46af-b3f6-768f13b14aa8" providerId="ADAL" clId="{198D2E29-53F1-4B8D-84C5-87ED227C3082}" dt="2026-08-14T11:47:25.791" v="751" actId="478"/>
          <ac:spMkLst>
            <pc:docMk/>
            <pc:sldMk cId="3600818406" sldId="365"/>
            <ac:spMk id="115" creationId="{521988C8-4A1D-781E-CCD4-48197FE05A9D}"/>
          </ac:spMkLst>
        </pc:spChg>
        <pc:spChg chg="add mod">
          <ac:chgData name="Mayank Dusad" userId="5c5f0f99-2a18-46af-b3f6-768f13b14aa8" providerId="ADAL" clId="{198D2E29-53F1-4B8D-84C5-87ED227C3082}" dt="2026-08-14T11:47:54.870" v="760" actId="403"/>
          <ac:spMkLst>
            <pc:docMk/>
            <pc:sldMk cId="3600818406" sldId="365"/>
            <ac:spMk id="119" creationId="{4FA78561-E814-44F6-2CC2-00B29463747C}"/>
          </ac:spMkLst>
        </pc:spChg>
        <pc:spChg chg="del">
          <ac:chgData name="Mayank Dusad" userId="5c5f0f99-2a18-46af-b3f6-768f13b14aa8" providerId="ADAL" clId="{198D2E29-53F1-4B8D-84C5-87ED227C3082}" dt="2026-08-14T11:47:08.880" v="746" actId="478"/>
          <ac:spMkLst>
            <pc:docMk/>
            <pc:sldMk cId="3600818406" sldId="365"/>
            <ac:spMk id="124" creationId="{30CFD70E-0B5E-E21D-0867-4BC9B6AB8490}"/>
          </ac:spMkLst>
        </pc:spChg>
        <pc:spChg chg="del">
          <ac:chgData name="Mayank Dusad" userId="5c5f0f99-2a18-46af-b3f6-768f13b14aa8" providerId="ADAL" clId="{198D2E29-53F1-4B8D-84C5-87ED227C3082}" dt="2026-08-14T11:47:08.880" v="746" actId="478"/>
          <ac:spMkLst>
            <pc:docMk/>
            <pc:sldMk cId="3600818406" sldId="365"/>
            <ac:spMk id="130" creationId="{81A500BC-5C73-5E99-D103-B9ECBFE63925}"/>
          </ac:spMkLst>
        </pc:spChg>
        <pc:spChg chg="del">
          <ac:chgData name="Mayank Dusad" userId="5c5f0f99-2a18-46af-b3f6-768f13b14aa8" providerId="ADAL" clId="{198D2E29-53F1-4B8D-84C5-87ED227C3082}" dt="2026-08-14T11:47:08.880" v="746" actId="478"/>
          <ac:spMkLst>
            <pc:docMk/>
            <pc:sldMk cId="3600818406" sldId="365"/>
            <ac:spMk id="172" creationId="{701BA464-7F5D-2D24-9D39-428FF1B59261}"/>
          </ac:spMkLst>
        </pc:spChg>
        <pc:spChg chg="del">
          <ac:chgData name="Mayank Dusad" userId="5c5f0f99-2a18-46af-b3f6-768f13b14aa8" providerId="ADAL" clId="{198D2E29-53F1-4B8D-84C5-87ED227C3082}" dt="2026-08-14T11:47:08.880" v="746" actId="478"/>
          <ac:spMkLst>
            <pc:docMk/>
            <pc:sldMk cId="3600818406" sldId="365"/>
            <ac:spMk id="186" creationId="{748CEC31-B5AC-7475-2523-7B9CB90ADDE0}"/>
          </ac:spMkLst>
        </pc:spChg>
        <pc:spChg chg="del">
          <ac:chgData name="Mayank Dusad" userId="5c5f0f99-2a18-46af-b3f6-768f13b14aa8" providerId="ADAL" clId="{198D2E29-53F1-4B8D-84C5-87ED227C3082}" dt="2026-08-14T11:47:08.880" v="746" actId="478"/>
          <ac:spMkLst>
            <pc:docMk/>
            <pc:sldMk cId="3600818406" sldId="365"/>
            <ac:spMk id="194" creationId="{74F29A1F-DC61-66C0-166C-8B610840C8B4}"/>
          </ac:spMkLst>
        </pc:spChg>
        <pc:spChg chg="del">
          <ac:chgData name="Mayank Dusad" userId="5c5f0f99-2a18-46af-b3f6-768f13b14aa8" providerId="ADAL" clId="{198D2E29-53F1-4B8D-84C5-87ED227C3082}" dt="2026-08-14T11:47:08.880" v="746" actId="478"/>
          <ac:spMkLst>
            <pc:docMk/>
            <pc:sldMk cId="3600818406" sldId="365"/>
            <ac:spMk id="212" creationId="{A83308A4-A17A-7ED2-0DA1-B04217EC2FCC}"/>
          </ac:spMkLst>
        </pc:spChg>
        <pc:spChg chg="del">
          <ac:chgData name="Mayank Dusad" userId="5c5f0f99-2a18-46af-b3f6-768f13b14aa8" providerId="ADAL" clId="{198D2E29-53F1-4B8D-84C5-87ED227C3082}" dt="2026-08-14T11:47:08.880" v="746" actId="478"/>
          <ac:spMkLst>
            <pc:docMk/>
            <pc:sldMk cId="3600818406" sldId="365"/>
            <ac:spMk id="222" creationId="{2D683633-0ED8-D710-CFEA-93CBB0983C90}"/>
          </ac:spMkLst>
        </pc:spChg>
      </pc:sldChg>
      <pc:sldMasterChg chg="modSldLayout">
        <pc:chgData name="Mayank Dusad" userId="5c5f0f99-2a18-46af-b3f6-768f13b14aa8" providerId="ADAL" clId="{198D2E29-53F1-4B8D-84C5-87ED227C3082}" dt="2026-08-13T01:49:45.619" v="324" actId="1036"/>
        <pc:sldMasterMkLst>
          <pc:docMk/>
          <pc:sldMasterMk cId="194062385" sldId="2147483660"/>
        </pc:sldMasterMkLst>
        <pc:sldLayoutChg chg="modSp mod">
          <pc:chgData name="Mayank Dusad" userId="5c5f0f99-2a18-46af-b3f6-768f13b14aa8" providerId="ADAL" clId="{198D2E29-53F1-4B8D-84C5-87ED227C3082}" dt="2026-08-13T01:49:45.619" v="324" actId="1036"/>
          <pc:sldLayoutMkLst>
            <pc:docMk/>
            <pc:sldMasterMk cId="194062385" sldId="2147483660"/>
            <pc:sldLayoutMk cId="267483195" sldId="2147483672"/>
          </pc:sldLayoutMkLst>
          <pc:cxnChg chg="mod">
            <ac:chgData name="Mayank Dusad" userId="5c5f0f99-2a18-46af-b3f6-768f13b14aa8" providerId="ADAL" clId="{198D2E29-53F1-4B8D-84C5-87ED227C3082}" dt="2026-08-13T01:49:45.619" v="324" actId="1036"/>
            <ac:cxnSpMkLst>
              <pc:docMk/>
              <pc:sldMasterMk cId="194062385" sldId="2147483660"/>
              <pc:sldLayoutMk cId="267483195" sldId="2147483672"/>
              <ac:cxnSpMk id="3" creationId="{C110E656-C2F7-8D30-3E99-D71B34B767AC}"/>
            </ac:cxnSpMkLst>
          </pc:cxnChg>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raghavgroup-my.sharepoint.com/personal/darshan_r_raghavgroup_in/Documents/TAT%20Booking%20to%20Reg.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iddhesh%20Sawant\Downloads\Aug%20Dec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raghavgroup.sharepoint.com/sites/CRM-RAGHAVREALTY-PTPOverallProjects/Shared%20Documents/RAGHAV%20REALTY%20-%20PTP%20Overall%20Projects/May%20PTP.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iddhesh%20Sawant\Downloads\Due%20vs%20Outstanding%20Report%20-%202026-04-29T130121.92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raghavgroup-my.sharepoint.com/personal/siddhesh_s_raghavgroup_in/Documents/Aug%20Deck%2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raghavgroup-my.sharepoint.com/personal/siddhesh_s_raghavgroup_in/Documents/Aug%20Deck%2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Sheet2!$B$2</c:f>
              <c:strCache>
                <c:ptCount val="1"/>
                <c:pt idx="0">
                  <c:v>Amount</c:v>
                </c:pt>
              </c:strCache>
            </c:strRef>
          </c:tx>
          <c:spPr>
            <a:solidFill>
              <a:schemeClr val="accent1"/>
            </a:solidFill>
            <a:ln>
              <a:noFill/>
            </a:ln>
            <a:effectLst/>
          </c:spPr>
          <c:invertIfNegative val="0"/>
          <c:dPt>
            <c:idx val="0"/>
            <c:invertIfNegative val="0"/>
            <c:bubble3D val="0"/>
            <c:spPr>
              <a:solidFill>
                <a:schemeClr val="bg1">
                  <a:lumMod val="65000"/>
                </a:schemeClr>
              </a:solidFill>
              <a:ln>
                <a:noFill/>
              </a:ln>
              <a:effectLst/>
            </c:spPr>
            <c:extLst>
              <c:ext xmlns:c16="http://schemas.microsoft.com/office/drawing/2014/chart" uri="{C3380CC4-5D6E-409C-BE32-E72D297353CC}">
                <c16:uniqueId val="{00000001-74DD-4F1A-BCCC-CE4E861E249E}"/>
              </c:ext>
            </c:extLst>
          </c:dPt>
          <c:dPt>
            <c:idx val="1"/>
            <c:invertIfNegative val="0"/>
            <c:bubble3D val="0"/>
            <c:spPr>
              <a:solidFill>
                <a:schemeClr val="bg1">
                  <a:lumMod val="65000"/>
                </a:schemeClr>
              </a:solidFill>
              <a:ln>
                <a:noFill/>
              </a:ln>
              <a:effectLst/>
            </c:spPr>
            <c:extLst>
              <c:ext xmlns:c16="http://schemas.microsoft.com/office/drawing/2014/chart" uri="{C3380CC4-5D6E-409C-BE32-E72D297353CC}">
                <c16:uniqueId val="{00000003-74DD-4F1A-BCCC-CE4E861E249E}"/>
              </c:ext>
            </c:extLst>
          </c:dPt>
          <c:dPt>
            <c:idx val="2"/>
            <c:invertIfNegative val="0"/>
            <c:bubble3D val="0"/>
            <c:spPr>
              <a:solidFill>
                <a:schemeClr val="bg1">
                  <a:lumMod val="65000"/>
                </a:schemeClr>
              </a:solidFill>
              <a:ln>
                <a:noFill/>
              </a:ln>
              <a:effectLst/>
            </c:spPr>
            <c:extLst>
              <c:ext xmlns:c16="http://schemas.microsoft.com/office/drawing/2014/chart" uri="{C3380CC4-5D6E-409C-BE32-E72D297353CC}">
                <c16:uniqueId val="{00000005-74DD-4F1A-BCCC-CE4E861E249E}"/>
              </c:ext>
            </c:extLst>
          </c:dPt>
          <c:dPt>
            <c:idx val="3"/>
            <c:invertIfNegative val="0"/>
            <c:bubble3D val="0"/>
            <c:spPr>
              <a:solidFill>
                <a:schemeClr val="bg1">
                  <a:lumMod val="65000"/>
                </a:schemeClr>
              </a:solidFill>
              <a:ln>
                <a:noFill/>
              </a:ln>
              <a:effectLst/>
            </c:spPr>
            <c:extLst>
              <c:ext xmlns:c16="http://schemas.microsoft.com/office/drawing/2014/chart" uri="{C3380CC4-5D6E-409C-BE32-E72D297353CC}">
                <c16:uniqueId val="{00000007-74DD-4F1A-BCCC-CE4E861E249E}"/>
              </c:ext>
            </c:extLst>
          </c:dPt>
          <c:dPt>
            <c:idx val="4"/>
            <c:invertIfNegative val="0"/>
            <c:bubble3D val="0"/>
            <c:spPr>
              <a:solidFill>
                <a:schemeClr val="accent2">
                  <a:lumMod val="50000"/>
                  <a:alpha val="99000"/>
                </a:schemeClr>
              </a:solidFill>
              <a:ln>
                <a:noFill/>
              </a:ln>
              <a:effectLst/>
            </c:spPr>
            <c:extLst>
              <c:ext xmlns:c16="http://schemas.microsoft.com/office/drawing/2014/chart" uri="{C3380CC4-5D6E-409C-BE32-E72D297353CC}">
                <c16:uniqueId val="{00000009-74DD-4F1A-BCCC-CE4E861E249E}"/>
              </c:ext>
            </c:extLst>
          </c:dPt>
          <c:dPt>
            <c:idx val="5"/>
            <c:invertIfNegative val="0"/>
            <c:bubble3D val="0"/>
            <c:spPr>
              <a:solidFill>
                <a:schemeClr val="bg1">
                  <a:lumMod val="65000"/>
                </a:schemeClr>
              </a:solidFill>
              <a:ln>
                <a:noFill/>
              </a:ln>
              <a:effectLst/>
            </c:spPr>
            <c:extLst>
              <c:ext xmlns:c16="http://schemas.microsoft.com/office/drawing/2014/chart" uri="{C3380CC4-5D6E-409C-BE32-E72D297353CC}">
                <c16:uniqueId val="{0000000B-74DD-4F1A-BCCC-CE4E861E249E}"/>
              </c:ext>
            </c:extLst>
          </c:dPt>
          <c:dPt>
            <c:idx val="6"/>
            <c:invertIfNegative val="0"/>
            <c:bubble3D val="0"/>
            <c:spPr>
              <a:solidFill>
                <a:schemeClr val="bg1">
                  <a:lumMod val="65000"/>
                </a:schemeClr>
              </a:solidFill>
              <a:ln>
                <a:noFill/>
              </a:ln>
              <a:effectLst/>
            </c:spPr>
            <c:extLst>
              <c:ext xmlns:c16="http://schemas.microsoft.com/office/drawing/2014/chart" uri="{C3380CC4-5D6E-409C-BE32-E72D297353CC}">
                <c16:uniqueId val="{0000000D-74DD-4F1A-BCCC-CE4E861E249E}"/>
              </c:ext>
            </c:extLst>
          </c:dPt>
          <c:dPt>
            <c:idx val="7"/>
            <c:invertIfNegative val="0"/>
            <c:bubble3D val="0"/>
            <c:spPr>
              <a:solidFill>
                <a:schemeClr val="accent2">
                  <a:lumMod val="50000"/>
                </a:schemeClr>
              </a:solidFill>
              <a:ln>
                <a:noFill/>
              </a:ln>
              <a:effectLst/>
            </c:spPr>
            <c:extLst>
              <c:ext xmlns:c16="http://schemas.microsoft.com/office/drawing/2014/chart" uri="{C3380CC4-5D6E-409C-BE32-E72D297353CC}">
                <c16:uniqueId val="{0000000F-74DD-4F1A-BCCC-CE4E861E249E}"/>
              </c:ext>
            </c:extLst>
          </c:dPt>
          <c:dLbls>
            <c:spPr>
              <a:noFill/>
              <a:ln>
                <a:noFill/>
              </a:ln>
              <a:effectLst/>
            </c:spPr>
            <c:txPr>
              <a:bodyPr rot="0" spcFirstLastPara="1" vertOverflow="ellipsis" vert="horz" wrap="square" anchor="ctr" anchorCtr="1"/>
              <a:lstStyle/>
              <a:p>
                <a:pPr>
                  <a:defRPr sz="12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Sheet2!$A$3:$A$10</c:f>
              <c:strCache>
                <c:ptCount val="8"/>
                <c:pt idx="0">
                  <c:v>Ananta</c:v>
                </c:pt>
                <c:pt idx="1">
                  <c:v>Paradise</c:v>
                </c:pt>
                <c:pt idx="2">
                  <c:v>Enclave</c:v>
                </c:pt>
                <c:pt idx="3">
                  <c:v>Avenue</c:v>
                </c:pt>
                <c:pt idx="4">
                  <c:v>Orchid</c:v>
                </c:pt>
                <c:pt idx="5">
                  <c:v>Vista</c:v>
                </c:pt>
                <c:pt idx="6">
                  <c:v>Parijat</c:v>
                </c:pt>
                <c:pt idx="7">
                  <c:v>Utopia</c:v>
                </c:pt>
              </c:strCache>
            </c:strRef>
          </c:cat>
          <c:val>
            <c:numRef>
              <c:f>Sheet2!$B$3:$B$10</c:f>
              <c:numCache>
                <c:formatCode>General</c:formatCode>
                <c:ptCount val="8"/>
                <c:pt idx="0">
                  <c:v>0.04</c:v>
                </c:pt>
                <c:pt idx="1">
                  <c:v>0.23</c:v>
                </c:pt>
                <c:pt idx="2">
                  <c:v>0.24</c:v>
                </c:pt>
                <c:pt idx="3">
                  <c:v>0.55000000000000004</c:v>
                </c:pt>
                <c:pt idx="4">
                  <c:v>0.86</c:v>
                </c:pt>
                <c:pt idx="5">
                  <c:v>1.34</c:v>
                </c:pt>
                <c:pt idx="6">
                  <c:v>1.71</c:v>
                </c:pt>
                <c:pt idx="7">
                  <c:v>4.09</c:v>
                </c:pt>
              </c:numCache>
            </c:numRef>
          </c:val>
          <c:extLst>
            <c:ext xmlns:c16="http://schemas.microsoft.com/office/drawing/2014/chart" uri="{C3380CC4-5D6E-409C-BE32-E72D297353CC}">
              <c16:uniqueId val="{00000010-1F91-4D65-9160-1892869765FD}"/>
            </c:ext>
          </c:extLst>
        </c:ser>
        <c:dLbls>
          <c:dLblPos val="outEnd"/>
          <c:showLegendKey val="0"/>
          <c:showVal val="1"/>
          <c:showCatName val="0"/>
          <c:showSerName val="0"/>
          <c:showPercent val="0"/>
          <c:showBubbleSize val="0"/>
        </c:dLbls>
        <c:gapWidth val="182"/>
        <c:axId val="100609840"/>
        <c:axId val="1351217200"/>
      </c:barChart>
      <c:catAx>
        <c:axId val="100609840"/>
        <c:scaling>
          <c:orientation val="maxMin"/>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351217200"/>
        <c:crosses val="autoZero"/>
        <c:auto val="1"/>
        <c:lblAlgn val="ctr"/>
        <c:lblOffset val="100"/>
        <c:noMultiLvlLbl val="0"/>
      </c:catAx>
      <c:valAx>
        <c:axId val="1351217200"/>
        <c:scaling>
          <c:orientation val="minMax"/>
          <c:max val="4.5"/>
        </c:scaling>
        <c:delete val="0"/>
        <c:axPos val="t"/>
        <c:numFmt formatCode="General" sourceLinked="1"/>
        <c:majorTickMark val="none"/>
        <c:minorTickMark val="none"/>
        <c:tickLblPos val="high"/>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00609840"/>
        <c:crosses val="autoZero"/>
        <c:crossBetween val="between"/>
      </c:valAx>
      <c:spPr>
        <a:noFill/>
        <a:ln>
          <a:noFill/>
        </a:ln>
        <a:effectLst/>
      </c:spPr>
    </c:plotArea>
    <c:plotVisOnly val="1"/>
    <c:dispBlanksAs val="gap"/>
    <c:showDLblsOverMax val="0"/>
  </c:chart>
  <c:spPr>
    <a:noFill/>
    <a:ln>
      <a:noFill/>
    </a:ln>
    <a:effectLst/>
  </c:spPr>
  <c:txPr>
    <a:bodyPr/>
    <a:lstStyle/>
    <a:p>
      <a:pPr>
        <a:defRPr sz="12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16672833296965E-2"/>
          <c:y val="3.4222070053684696E-2"/>
          <c:w val="0.92983327166703034"/>
          <c:h val="0.7763281007283257"/>
        </c:manualLayout>
      </c:layout>
      <c:barChart>
        <c:barDir val="col"/>
        <c:grouping val="clustered"/>
        <c:varyColors val="0"/>
        <c:ser>
          <c:idx val="0"/>
          <c:order val="0"/>
          <c:tx>
            <c:strRef>
              <c:f>'July data'!$C$21</c:f>
              <c:strCache>
                <c:ptCount val="1"/>
                <c:pt idx="0">
                  <c:v>Target</c:v>
                </c:pt>
              </c:strCache>
            </c:strRef>
          </c:tx>
          <c:spPr>
            <a:solidFill>
              <a:schemeClr val="accent1"/>
            </a:solidFill>
            <a:ln>
              <a:noFill/>
            </a:ln>
            <a:effectLst/>
          </c:spPr>
          <c:invertIfNegative val="0"/>
          <c:dLbls>
            <c:dLbl>
              <c:idx val="6"/>
              <c:layout>
                <c:manualLayout>
                  <c:x val="0"/>
                  <c:y val="-2.88912932106825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C43C-4E33-B19E-C920FD3F0ADB}"/>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'July data'!$B$22:$B$28</c:f>
              <c:strCache>
                <c:ptCount val="7"/>
                <c:pt idx="0">
                  <c:v>RAGHAV 
Paradise</c:v>
                </c:pt>
                <c:pt idx="1">
                  <c:v>RAGHAV 
Parijat</c:v>
                </c:pt>
                <c:pt idx="2">
                  <c:v>RAGHAV 
Ananta</c:v>
                </c:pt>
                <c:pt idx="3">
                  <c:v>RAGHAV 
Vista</c:v>
                </c:pt>
                <c:pt idx="4">
                  <c:v>RAGHAV 
Avenue</c:v>
                </c:pt>
                <c:pt idx="5">
                  <c:v>RAGHAV 
Utopia</c:v>
                </c:pt>
                <c:pt idx="6">
                  <c:v>RAGHAV 
Enclave</c:v>
                </c:pt>
              </c:strCache>
            </c:strRef>
          </c:cat>
          <c:val>
            <c:numRef>
              <c:f>'July data'!$C$22:$C$28</c:f>
              <c:numCache>
                <c:formatCode>_("₹"* #,##0.00_);_("₹"* \(#,##0.00\);_("₹"* "-"??_);_(@_)</c:formatCode>
                <c:ptCount val="7"/>
                <c:pt idx="0">
                  <c:v>2.0856402000000003</c:v>
                </c:pt>
                <c:pt idx="1">
                  <c:v>2.8128345000000001</c:v>
                </c:pt>
                <c:pt idx="2">
                  <c:v>4.0097761999999992</c:v>
                </c:pt>
                <c:pt idx="3">
                  <c:v>2.6958932999999994</c:v>
                </c:pt>
                <c:pt idx="4">
                  <c:v>4.1500000000000004</c:v>
                </c:pt>
                <c:pt idx="5">
                  <c:v>1.2428156999999997</c:v>
                </c:pt>
                <c:pt idx="6">
                  <c:v>4.2781730999999992</c:v>
                </c:pt>
              </c:numCache>
            </c:numRef>
          </c:val>
          <c:extLst>
            <c:ext xmlns:c16="http://schemas.microsoft.com/office/drawing/2014/chart" uri="{C3380CC4-5D6E-409C-BE32-E72D297353CC}">
              <c16:uniqueId val="{00000001-C43C-4E33-B19E-C920FD3F0ADB}"/>
            </c:ext>
          </c:extLst>
        </c:ser>
        <c:ser>
          <c:idx val="1"/>
          <c:order val="1"/>
          <c:tx>
            <c:strRef>
              <c:f>'July data'!$D$21</c:f>
              <c:strCache>
                <c:ptCount val="1"/>
                <c:pt idx="0">
                  <c:v>Forecast  as per CRM</c:v>
                </c:pt>
              </c:strCache>
            </c:strRef>
          </c:tx>
          <c:spPr>
            <a:solidFill>
              <a:schemeClr val="accent2"/>
            </a:solidFill>
            <a:ln>
              <a:noFill/>
            </a:ln>
            <a:effectLst/>
          </c:spPr>
          <c:invertIfNegative val="0"/>
          <c:dLbls>
            <c:dLbl>
              <c:idx val="2"/>
              <c:layout>
                <c:manualLayout>
                  <c:x val="0"/>
                  <c:y val="-3.466955185281912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C43C-4E33-B19E-C920FD3F0ADB}"/>
                </c:ext>
              </c:extLst>
            </c:dLbl>
            <c:dLbl>
              <c:idx val="6"/>
              <c:layout>
                <c:manualLayout>
                  <c:x val="0"/>
                  <c:y val="-1.155651728427303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43C-4E33-B19E-C920FD3F0ADB}"/>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'July data'!$B$22:$B$28</c:f>
              <c:strCache>
                <c:ptCount val="7"/>
                <c:pt idx="0">
                  <c:v>RAGHAV 
Paradise</c:v>
                </c:pt>
                <c:pt idx="1">
                  <c:v>RAGHAV 
Parijat</c:v>
                </c:pt>
                <c:pt idx="2">
                  <c:v>RAGHAV 
Ananta</c:v>
                </c:pt>
                <c:pt idx="3">
                  <c:v>RAGHAV 
Vista</c:v>
                </c:pt>
                <c:pt idx="4">
                  <c:v>RAGHAV 
Avenue</c:v>
                </c:pt>
                <c:pt idx="5">
                  <c:v>RAGHAV 
Utopia</c:v>
                </c:pt>
                <c:pt idx="6">
                  <c:v>RAGHAV 
Enclave</c:v>
                </c:pt>
              </c:strCache>
            </c:strRef>
          </c:cat>
          <c:val>
            <c:numRef>
              <c:f>'July data'!$D$22:$D$28</c:f>
              <c:numCache>
                <c:formatCode>_("₹"* #,##0.00_);_("₹"* \(#,##0.00\);_("₹"* "-"??_);_(@_)</c:formatCode>
                <c:ptCount val="7"/>
                <c:pt idx="0">
                  <c:v>1.7200000000000002</c:v>
                </c:pt>
                <c:pt idx="1">
                  <c:v>0.52</c:v>
                </c:pt>
                <c:pt idx="2">
                  <c:v>4.01</c:v>
                </c:pt>
                <c:pt idx="3">
                  <c:v>2.54</c:v>
                </c:pt>
                <c:pt idx="4">
                  <c:v>3.8200000000000003</c:v>
                </c:pt>
                <c:pt idx="5">
                  <c:v>0.1535</c:v>
                </c:pt>
                <c:pt idx="6">
                  <c:v>4.13</c:v>
                </c:pt>
              </c:numCache>
            </c:numRef>
          </c:val>
          <c:extLst>
            <c:ext xmlns:c16="http://schemas.microsoft.com/office/drawing/2014/chart" uri="{C3380CC4-5D6E-409C-BE32-E72D297353CC}">
              <c16:uniqueId val="{00000004-C43C-4E33-B19E-C920FD3F0ADB}"/>
            </c:ext>
          </c:extLst>
        </c:ser>
        <c:ser>
          <c:idx val="2"/>
          <c:order val="2"/>
          <c:tx>
            <c:strRef>
              <c:f>'July data'!$E$21</c:f>
              <c:strCache>
                <c:ptCount val="1"/>
                <c:pt idx="0">
                  <c:v>Achievement</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'July data'!$B$22:$B$28</c:f>
              <c:strCache>
                <c:ptCount val="7"/>
                <c:pt idx="0">
                  <c:v>RAGHAV 
Paradise</c:v>
                </c:pt>
                <c:pt idx="1">
                  <c:v>RAGHAV 
Parijat</c:v>
                </c:pt>
                <c:pt idx="2">
                  <c:v>RAGHAV 
Ananta</c:v>
                </c:pt>
                <c:pt idx="3">
                  <c:v>RAGHAV 
Vista</c:v>
                </c:pt>
                <c:pt idx="4">
                  <c:v>RAGHAV 
Avenue</c:v>
                </c:pt>
                <c:pt idx="5">
                  <c:v>RAGHAV 
Utopia</c:v>
                </c:pt>
                <c:pt idx="6">
                  <c:v>RAGHAV 
Enclave</c:v>
                </c:pt>
              </c:strCache>
            </c:strRef>
          </c:cat>
          <c:val>
            <c:numRef>
              <c:f>'July data'!$E$22:$E$28</c:f>
              <c:numCache>
                <c:formatCode>_("₹"* #,##0.00_);_("₹"* \(#,##0.00\);_("₹"* "-"??_);_(@_)</c:formatCode>
                <c:ptCount val="7"/>
                <c:pt idx="0">
                  <c:v>1.9</c:v>
                </c:pt>
                <c:pt idx="1">
                  <c:v>0.93355885714285713</c:v>
                </c:pt>
                <c:pt idx="2">
                  <c:v>2.6110843952380955</c:v>
                </c:pt>
                <c:pt idx="3">
                  <c:v>1.7488007476190477</c:v>
                </c:pt>
                <c:pt idx="4">
                  <c:v>2.8944980095238098</c:v>
                </c:pt>
                <c:pt idx="5">
                  <c:v>1.1200000000000001</c:v>
                </c:pt>
                <c:pt idx="6">
                  <c:v>3.9794246000000002</c:v>
                </c:pt>
              </c:numCache>
            </c:numRef>
          </c:val>
          <c:extLst>
            <c:ext xmlns:c16="http://schemas.microsoft.com/office/drawing/2014/chart" uri="{C3380CC4-5D6E-409C-BE32-E72D297353CC}">
              <c16:uniqueId val="{00000005-C43C-4E33-B19E-C920FD3F0ADB}"/>
            </c:ext>
          </c:extLst>
        </c:ser>
        <c:dLbls>
          <c:dLblPos val="outEnd"/>
          <c:showLegendKey val="0"/>
          <c:showVal val="1"/>
          <c:showCatName val="0"/>
          <c:showSerName val="0"/>
          <c:showPercent val="0"/>
          <c:showBubbleSize val="0"/>
        </c:dLbls>
        <c:gapWidth val="219"/>
        <c:overlap val="-27"/>
        <c:axId val="1478598592"/>
        <c:axId val="1567026352"/>
      </c:barChart>
      <c:catAx>
        <c:axId val="1478598592"/>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567026352"/>
        <c:crosses val="autoZero"/>
        <c:auto val="1"/>
        <c:lblAlgn val="ctr"/>
        <c:lblOffset val="100"/>
        <c:noMultiLvlLbl val="0"/>
      </c:catAx>
      <c:valAx>
        <c:axId val="1567026352"/>
        <c:scaling>
          <c:orientation val="minMax"/>
        </c:scaling>
        <c:delete val="0"/>
        <c:axPos val="l"/>
        <c:numFmt formatCode="_(&quot;₹&quot;* #,##0.00_);_(&quot;₹&quot;* \(#,##0.00\);_(&quot;₹&quot;* &quot;-&quot;??_);_(@_)"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4785985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r>
              <a:rPr lang="en-US" sz="1400" b="1" i="0" u="none" strike="noStrike" kern="1200" spc="0" baseline="0">
                <a:solidFill>
                  <a:prstClr val="black">
                    <a:lumMod val="65000"/>
                    <a:lumOff val="35000"/>
                  </a:prstClr>
                </a:solidFill>
                <a:latin typeface="Times New Roman" panose="02020603050405020304" pitchFamily="18" charset="0"/>
                <a:cs typeface="Times New Roman" panose="02020603050405020304" pitchFamily="18" charset="0"/>
              </a:rPr>
              <a:t>Non Collectable
(Not considered in Forecast)</a:t>
            </a:r>
          </a:p>
          <a:p>
            <a:pPr marL="0" marR="0" lvl="0" indent="0" algn="ctr" defTabSz="914400" rtl="0" eaLnBrk="1" fontAlgn="auto" latinLnBrk="0" hangingPunct="1">
              <a:lnSpc>
                <a:spcPct val="100000"/>
              </a:lnSpc>
              <a:spcBef>
                <a:spcPts val="0"/>
              </a:spcBef>
              <a:spcAft>
                <a:spcPts val="0"/>
              </a:spcAft>
              <a:buClrTx/>
              <a:buSzTx/>
              <a:buFontTx/>
              <a:buNone/>
              <a:tabLst/>
              <a:defRPr>
                <a:solidFill>
                  <a:prstClr val="black">
                    <a:lumMod val="65000"/>
                    <a:lumOff val="35000"/>
                  </a:prstClr>
                </a:solidFill>
              </a:defRPr>
            </a:pPr>
            <a:endParaRPr lang="en-IN"/>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barChart>
        <c:barDir val="col"/>
        <c:grouping val="clustered"/>
        <c:varyColors val="0"/>
        <c:dLbls>
          <c:dLblPos val="outEnd"/>
          <c:showLegendKey val="0"/>
          <c:showVal val="1"/>
          <c:showCatName val="0"/>
          <c:showSerName val="0"/>
          <c:showPercent val="0"/>
          <c:showBubbleSize val="0"/>
        </c:dLbls>
        <c:gapWidth val="219"/>
        <c:overlap val="-27"/>
        <c:axId val="1808596800"/>
        <c:axId val="1808597280"/>
      </c:barChart>
      <c:catAx>
        <c:axId val="1808596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808597280"/>
        <c:crosses val="autoZero"/>
        <c:auto val="1"/>
        <c:lblAlgn val="ctr"/>
        <c:lblOffset val="100"/>
        <c:noMultiLvlLbl val="0"/>
      </c:catAx>
      <c:valAx>
        <c:axId val="1808597280"/>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8085968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t>Non - Collectable In Cr.</a:t>
            </a:r>
          </a:p>
          <a:p>
            <a:pPr>
              <a:defRPr b="1"/>
            </a:pPr>
            <a:r>
              <a:rPr lang="en-US" sz="1600" b="0"/>
              <a:t>Not</a:t>
            </a:r>
            <a:r>
              <a:rPr lang="en-US" sz="1600" b="0" baseline="0"/>
              <a:t> considered in forecast</a:t>
            </a:r>
            <a:endParaRPr lang="en-US" sz="1600" b="0"/>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dLbls>
          <c:dLblPos val="outEnd"/>
          <c:showLegendKey val="0"/>
          <c:showVal val="1"/>
          <c:showCatName val="0"/>
          <c:showSerName val="0"/>
          <c:showPercent val="0"/>
          <c:showBubbleSize val="0"/>
        </c:dLbls>
        <c:gapWidth val="219"/>
        <c:overlap val="-27"/>
        <c:axId val="2025641136"/>
        <c:axId val="2025639216"/>
      </c:barChart>
      <c:catAx>
        <c:axId val="2025641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025639216"/>
        <c:crosses val="autoZero"/>
        <c:auto val="1"/>
        <c:lblAlgn val="ctr"/>
        <c:lblOffset val="100"/>
        <c:noMultiLvlLbl val="0"/>
      </c:catAx>
      <c:valAx>
        <c:axId val="2025639216"/>
        <c:scaling>
          <c:orientation val="minMax"/>
        </c:scaling>
        <c:delete val="0"/>
        <c:axPos val="l"/>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202564113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19050">
      <a:solidFill>
        <a:schemeClr val="tx1"/>
      </a:solidFill>
    </a:ln>
    <a:effectLst/>
  </c:spPr>
  <c:txPr>
    <a:bodyPr/>
    <a:lstStyle/>
    <a:p>
      <a:pPr>
        <a:defRPr>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0">
              <a:defRPr sz="144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solidFill>
                  <a:schemeClr val="tx1"/>
                </a:solidFill>
              </a:rPr>
              <a:t>Pending Collections From Forecast (Project Wise)</a:t>
            </a:r>
          </a:p>
          <a:p>
            <a:pPr algn="ctr" rtl="0">
              <a:defRPr/>
            </a:pPr>
            <a:endParaRPr lang="en-IN"/>
          </a:p>
        </c:rich>
      </c:tx>
      <c:overlay val="0"/>
      <c:spPr>
        <a:noFill/>
        <a:ln>
          <a:noFill/>
        </a:ln>
        <a:effectLst/>
      </c:spPr>
      <c:txPr>
        <a:bodyPr rot="0" spcFirstLastPara="1" vertOverflow="ellipsis" vert="horz" wrap="square" anchor="ctr" anchorCtr="1"/>
        <a:lstStyle/>
        <a:p>
          <a:pPr algn="ctr" rtl="0">
            <a:defRPr sz="144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pieChart>
        <c:varyColors val="1"/>
        <c:ser>
          <c:idx val="0"/>
          <c:order val="0"/>
          <c:tx>
            <c:strRef>
              <c:f>'July data'!$C$54</c:f>
              <c:strCache>
                <c:ptCount val="1"/>
                <c:pt idx="0">
                  <c:v>Balance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B730-4355-B2CE-24A65F4C9B65}"/>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B730-4355-B2CE-24A65F4C9B65}"/>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B730-4355-B2CE-24A65F4C9B65}"/>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B730-4355-B2CE-24A65F4C9B65}"/>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B730-4355-B2CE-24A65F4C9B65}"/>
              </c:ext>
            </c:extLst>
          </c:dPt>
          <c:dLbls>
            <c:dLbl>
              <c:idx val="0"/>
              <c:layout>
                <c:manualLayout>
                  <c:x val="5.8333333333333334E-2"/>
                  <c:y val="-2.7777777777777821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730-4355-B2CE-24A65F4C9B65}"/>
                </c:ext>
              </c:extLst>
            </c:dLbl>
            <c:dLbl>
              <c:idx val="4"/>
              <c:layout>
                <c:manualLayout>
                  <c:x val="-5.0000000000000051E-2"/>
                  <c:y val="-3.2407407407407406E-2"/>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B730-4355-B2CE-24A65F4C9B65}"/>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'July data'!$B$55:$B$59</c:f>
              <c:strCache>
                <c:ptCount val="5"/>
                <c:pt idx="0">
                  <c:v>RAGHAV 
Parijat</c:v>
                </c:pt>
                <c:pt idx="1">
                  <c:v>RAGHAV 
Ananta</c:v>
                </c:pt>
                <c:pt idx="2">
                  <c:v>RAGHAV 
Vista</c:v>
                </c:pt>
                <c:pt idx="3">
                  <c:v>RAGHAV 
Avenue</c:v>
                </c:pt>
                <c:pt idx="4">
                  <c:v>RAGHAV 
Enclave</c:v>
                </c:pt>
              </c:strCache>
            </c:strRef>
          </c:cat>
          <c:val>
            <c:numRef>
              <c:f>'July data'!$C$55:$C$59</c:f>
              <c:numCache>
                <c:formatCode>"₹"\ #,##0.00</c:formatCode>
                <c:ptCount val="5"/>
                <c:pt idx="0">
                  <c:v>0.02</c:v>
                </c:pt>
                <c:pt idx="1">
                  <c:v>2.16</c:v>
                </c:pt>
                <c:pt idx="2">
                  <c:v>0.92</c:v>
                </c:pt>
                <c:pt idx="3">
                  <c:v>1.01</c:v>
                </c:pt>
                <c:pt idx="4">
                  <c:v>0.2</c:v>
                </c:pt>
              </c:numCache>
            </c:numRef>
          </c:val>
          <c:extLst>
            <c:ext xmlns:c16="http://schemas.microsoft.com/office/drawing/2014/chart" uri="{C3380CC4-5D6E-409C-BE32-E72D297353CC}">
              <c16:uniqueId val="{0000000A-B730-4355-B2CE-24A65F4C9B65}"/>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4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a:solidFill>
                  <a:schemeClr val="tx1"/>
                </a:solidFill>
              </a:rPr>
              <a:t>Pending Collections From Forecast (Category Wise)</a:t>
            </a: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pieChart>
        <c:varyColors val="1"/>
        <c:ser>
          <c:idx val="0"/>
          <c:order val="0"/>
          <c:tx>
            <c:strRef>
              <c:f>'July data'!$D$44</c:f>
              <c:strCache>
                <c:ptCount val="1"/>
                <c:pt idx="0">
                  <c:v>Balance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A07-4715-BA82-6F39C5804F0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A07-4715-BA82-6F39C5804F0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FA07-4715-BA82-6F39C5804F0F}"/>
              </c:ext>
            </c:extLst>
          </c:dPt>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'July data'!$B$45:$B$47</c:f>
              <c:strCache>
                <c:ptCount val="3"/>
                <c:pt idx="0">
                  <c:v>Spill 
Over </c:v>
                </c:pt>
                <c:pt idx="1">
                  <c:v>Expected New Monthly
Registrations</c:v>
                </c:pt>
                <c:pt idx="2">
                  <c:v>New Slab / New 
Demand</c:v>
                </c:pt>
              </c:strCache>
            </c:strRef>
          </c:cat>
          <c:val>
            <c:numRef>
              <c:f>'July data'!$D$45:$D$47</c:f>
              <c:numCache>
                <c:formatCode>"₹"\ #,##0.00</c:formatCode>
                <c:ptCount val="3"/>
                <c:pt idx="0">
                  <c:v>0.4</c:v>
                </c:pt>
                <c:pt idx="1">
                  <c:v>3.38</c:v>
                </c:pt>
                <c:pt idx="2">
                  <c:v>0.53</c:v>
                </c:pt>
              </c:numCache>
            </c:numRef>
          </c:val>
          <c:extLst>
            <c:ext xmlns:c16="http://schemas.microsoft.com/office/drawing/2014/chart" uri="{C3380CC4-5D6E-409C-BE32-E72D297353CC}">
              <c16:uniqueId val="{00000006-BB12-4001-BB68-45818148A634}"/>
            </c:ext>
          </c:extLst>
        </c:ser>
        <c:dLbls>
          <c:dLblPos val="outEnd"/>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1.2884165529758377E-2"/>
          <c:y val="0.91021870847345421"/>
          <c:w val="0.97639558581404251"/>
          <c:h val="7.57215401664217E-2"/>
        </c:manualLayout>
      </c:layout>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solidFill>
        <a:schemeClr val="accent1">
          <a:alpha val="91000"/>
        </a:schemeClr>
      </a:solidFill>
      <a:round/>
    </a:ln>
    <a:effectLst/>
  </c:spPr>
  <c:txPr>
    <a:bodyPr/>
    <a:lstStyle/>
    <a:p>
      <a:pPr>
        <a:defRPr sz="1200">
          <a:latin typeface="Times New Roman" panose="02020603050405020304" pitchFamily="18" charset="0"/>
          <a:cs typeface="Times New Roman" panose="02020603050405020304" pitchFamily="18"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Sheet1!$B$2</c:f>
              <c:strCache>
                <c:ptCount val="1"/>
                <c:pt idx="0">
                  <c:v>Target</c:v>
                </c:pt>
              </c:strCache>
            </c:strRef>
          </c:tx>
          <c:dPt>
            <c:idx val="0"/>
            <c:bubble3D val="0"/>
            <c:spPr>
              <a:solidFill>
                <a:schemeClr val="accent1"/>
              </a:solidFill>
              <a:ln>
                <a:noFill/>
              </a:ln>
              <a:effectLst/>
            </c:spPr>
            <c:extLst>
              <c:ext xmlns:c16="http://schemas.microsoft.com/office/drawing/2014/chart" uri="{C3380CC4-5D6E-409C-BE32-E72D297353CC}">
                <c16:uniqueId val="{00000008-EC31-4723-80C5-193405054535}"/>
              </c:ext>
            </c:extLst>
          </c:dPt>
          <c:dPt>
            <c:idx val="1"/>
            <c:bubble3D val="0"/>
            <c:spPr>
              <a:solidFill>
                <a:schemeClr val="accent2"/>
              </a:solidFill>
              <a:ln>
                <a:noFill/>
              </a:ln>
              <a:effectLst/>
            </c:spPr>
            <c:extLst>
              <c:ext xmlns:c16="http://schemas.microsoft.com/office/drawing/2014/chart" uri="{C3380CC4-5D6E-409C-BE32-E72D297353CC}">
                <c16:uniqueId val="{0000000B-EC31-4723-80C5-193405054535}"/>
              </c:ext>
            </c:extLst>
          </c:dPt>
          <c:dPt>
            <c:idx val="2"/>
            <c:bubble3D val="0"/>
            <c:spPr>
              <a:solidFill>
                <a:schemeClr val="accent3"/>
              </a:solidFill>
              <a:ln>
                <a:noFill/>
              </a:ln>
              <a:effectLst/>
            </c:spPr>
            <c:extLst>
              <c:ext xmlns:c16="http://schemas.microsoft.com/office/drawing/2014/chart" uri="{C3380CC4-5D6E-409C-BE32-E72D297353CC}">
                <c16:uniqueId val="{0000000A-EC31-4723-80C5-193405054535}"/>
              </c:ext>
            </c:extLst>
          </c:dPt>
          <c:dPt>
            <c:idx val="3"/>
            <c:bubble3D val="0"/>
            <c:spPr>
              <a:solidFill>
                <a:schemeClr val="accent4"/>
              </a:solidFill>
              <a:ln>
                <a:noFill/>
              </a:ln>
              <a:effectLst/>
            </c:spPr>
            <c:extLst>
              <c:ext xmlns:c16="http://schemas.microsoft.com/office/drawing/2014/chart" uri="{C3380CC4-5D6E-409C-BE32-E72D297353CC}">
                <c16:uniqueId val="{0000000C-EC31-4723-80C5-193405054535}"/>
              </c:ext>
            </c:extLst>
          </c:dPt>
          <c:dPt>
            <c:idx val="4"/>
            <c:bubble3D val="0"/>
            <c:spPr>
              <a:solidFill>
                <a:schemeClr val="accent5"/>
              </a:solidFill>
              <a:ln>
                <a:noFill/>
              </a:ln>
              <a:effectLst/>
            </c:spPr>
            <c:extLst>
              <c:ext xmlns:c16="http://schemas.microsoft.com/office/drawing/2014/chart" uri="{C3380CC4-5D6E-409C-BE32-E72D297353CC}">
                <c16:uniqueId val="{0000000D-EC31-4723-80C5-193405054535}"/>
              </c:ext>
            </c:extLst>
          </c:dPt>
          <c:dPt>
            <c:idx val="5"/>
            <c:bubble3D val="0"/>
            <c:spPr>
              <a:solidFill>
                <a:schemeClr val="accent6"/>
              </a:solidFill>
              <a:ln>
                <a:noFill/>
              </a:ln>
              <a:effectLst/>
            </c:spPr>
            <c:extLst>
              <c:ext xmlns:c16="http://schemas.microsoft.com/office/drawing/2014/chart" uri="{C3380CC4-5D6E-409C-BE32-E72D297353CC}">
                <c16:uniqueId val="{00000000-EC31-4723-80C5-193405054535}"/>
              </c:ext>
            </c:extLst>
          </c:dPt>
          <c:dPt>
            <c:idx val="6"/>
            <c:bubble3D val="0"/>
            <c:spPr>
              <a:solidFill>
                <a:schemeClr val="accent1">
                  <a:lumMod val="60000"/>
                </a:schemeClr>
              </a:solidFill>
              <a:ln>
                <a:noFill/>
              </a:ln>
              <a:effectLst/>
            </c:spPr>
            <c:extLst>
              <c:ext xmlns:c16="http://schemas.microsoft.com/office/drawing/2014/chart" uri="{C3380CC4-5D6E-409C-BE32-E72D297353CC}">
                <c16:uniqueId val="{00000009-EC31-4723-80C5-193405054535}"/>
              </c:ext>
            </c:extLst>
          </c:dPt>
          <c:dLbls>
            <c:dLbl>
              <c:idx val="0"/>
              <c:layout>
                <c:manualLayout>
                  <c:x val="-3.056105662527206E-4"/>
                  <c:y val="-4.8078120573006667E-3"/>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8-EC31-4723-80C5-193405054535}"/>
                </c:ext>
              </c:extLst>
            </c:dLbl>
            <c:dLbl>
              <c:idx val="1"/>
              <c:layout>
                <c:manualLayout>
                  <c:x val="1.8607460762680803E-2"/>
                  <c:y val="8.6837176936512828E-3"/>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B-EC31-4723-80C5-193405054535}"/>
                </c:ext>
              </c:extLst>
            </c:dLbl>
            <c:dLbl>
              <c:idx val="2"/>
              <c:layout>
                <c:manualLayout>
                  <c:x val="6.3796026776352472E-3"/>
                  <c:y val="5.9111550113175359E-3"/>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A-EC31-4723-80C5-193405054535}"/>
                </c:ext>
              </c:extLst>
            </c:dLbl>
            <c:dLbl>
              <c:idx val="3"/>
              <c:layout>
                <c:manualLayout>
                  <c:x val="3.7891415921666358E-3"/>
                  <c:y val="-1.0479812132024422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C-EC31-4723-80C5-193405054535}"/>
                </c:ext>
              </c:extLst>
            </c:dLbl>
            <c:dLbl>
              <c:idx val="4"/>
              <c:layout>
                <c:manualLayout>
                  <c:x val="2.86512410866567E-2"/>
                  <c:y val="-3.3362600137616251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D-EC31-4723-80C5-193405054535}"/>
                </c:ext>
              </c:extLst>
            </c:dLbl>
            <c:dLbl>
              <c:idx val="5"/>
              <c:layout>
                <c:manualLayout>
                  <c:x val="-1.3892437963154293E-2"/>
                  <c:y val="0"/>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0-EC31-4723-80C5-193405054535}"/>
                </c:ext>
              </c:extLst>
            </c:dLbl>
            <c:dLbl>
              <c:idx val="6"/>
              <c:layout>
                <c:manualLayout>
                  <c:x val="-1.775819261767975E-2"/>
                  <c:y val="-3.5203256398999946E-2"/>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C31-4723-80C5-193405054535}"/>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Sheet1!$A$3:$A$9</c:f>
              <c:strCache>
                <c:ptCount val="7"/>
                <c:pt idx="0">
                  <c:v>Paradise</c:v>
                </c:pt>
                <c:pt idx="1">
                  <c:v>Parijat</c:v>
                </c:pt>
                <c:pt idx="2">
                  <c:v>Ananta</c:v>
                </c:pt>
                <c:pt idx="3">
                  <c:v>Orchid</c:v>
                </c:pt>
                <c:pt idx="4">
                  <c:v>Avenue</c:v>
                </c:pt>
                <c:pt idx="5">
                  <c:v>Enclave</c:v>
                </c:pt>
                <c:pt idx="6">
                  <c:v>Vista</c:v>
                </c:pt>
              </c:strCache>
            </c:strRef>
          </c:cat>
          <c:val>
            <c:numRef>
              <c:f>Sheet1!$B$3:$B$9</c:f>
              <c:numCache>
                <c:formatCode>General</c:formatCode>
                <c:ptCount val="7"/>
                <c:pt idx="0">
                  <c:v>0.59</c:v>
                </c:pt>
                <c:pt idx="1">
                  <c:v>1.98</c:v>
                </c:pt>
                <c:pt idx="2">
                  <c:v>7.85</c:v>
                </c:pt>
                <c:pt idx="3">
                  <c:v>1.27</c:v>
                </c:pt>
                <c:pt idx="4">
                  <c:v>6.44</c:v>
                </c:pt>
                <c:pt idx="5">
                  <c:v>1.0900000000000001</c:v>
                </c:pt>
                <c:pt idx="6">
                  <c:v>15.57</c:v>
                </c:pt>
              </c:numCache>
            </c:numRef>
          </c:val>
          <c:extLst>
            <c:ext xmlns:c16="http://schemas.microsoft.com/office/drawing/2014/chart" uri="{C3380CC4-5D6E-409C-BE32-E72D297353CC}">
              <c16:uniqueId val="{00000001-EC31-4723-80C5-193405054535}"/>
            </c:ext>
          </c:extLst>
        </c:ser>
        <c:ser>
          <c:idx val="1"/>
          <c:order val="1"/>
          <c:tx>
            <c:strRef>
              <c:f>Sheet1!$D$2</c:f>
              <c:strCache>
                <c:ptCount val="1"/>
                <c:pt idx="0">
                  <c:v>Achievement</c:v>
                </c:pt>
              </c:strCache>
            </c:strRef>
          </c:tx>
          <c:dPt>
            <c:idx val="0"/>
            <c:bubble3D val="0"/>
            <c:spPr>
              <a:solidFill>
                <a:schemeClr val="accent1"/>
              </a:solidFill>
              <a:ln>
                <a:noFill/>
              </a:ln>
              <a:effectLst/>
            </c:spPr>
            <c:extLst>
              <c:ext xmlns:c16="http://schemas.microsoft.com/office/drawing/2014/chart" uri="{C3380CC4-5D6E-409C-BE32-E72D297353CC}">
                <c16:uniqueId val="{0000000F-A387-4FE9-85B5-14415280677D}"/>
              </c:ext>
            </c:extLst>
          </c:dPt>
          <c:dPt>
            <c:idx val="1"/>
            <c:bubble3D val="0"/>
            <c:spPr>
              <a:solidFill>
                <a:schemeClr val="accent2"/>
              </a:solidFill>
              <a:ln>
                <a:noFill/>
              </a:ln>
              <a:effectLst/>
            </c:spPr>
            <c:extLst>
              <c:ext xmlns:c16="http://schemas.microsoft.com/office/drawing/2014/chart" uri="{C3380CC4-5D6E-409C-BE32-E72D297353CC}">
                <c16:uniqueId val="{00000011-A387-4FE9-85B5-14415280677D}"/>
              </c:ext>
            </c:extLst>
          </c:dPt>
          <c:dPt>
            <c:idx val="2"/>
            <c:bubble3D val="0"/>
            <c:spPr>
              <a:solidFill>
                <a:schemeClr val="accent3"/>
              </a:solidFill>
              <a:ln>
                <a:noFill/>
              </a:ln>
              <a:effectLst/>
            </c:spPr>
            <c:extLst>
              <c:ext xmlns:c16="http://schemas.microsoft.com/office/drawing/2014/chart" uri="{C3380CC4-5D6E-409C-BE32-E72D297353CC}">
                <c16:uniqueId val="{00000002-EC31-4723-80C5-193405054535}"/>
              </c:ext>
            </c:extLst>
          </c:dPt>
          <c:dPt>
            <c:idx val="3"/>
            <c:bubble3D val="0"/>
            <c:spPr>
              <a:solidFill>
                <a:schemeClr val="accent4"/>
              </a:solidFill>
              <a:ln>
                <a:noFill/>
              </a:ln>
              <a:effectLst/>
            </c:spPr>
            <c:extLst>
              <c:ext xmlns:c16="http://schemas.microsoft.com/office/drawing/2014/chart" uri="{C3380CC4-5D6E-409C-BE32-E72D297353CC}">
                <c16:uniqueId val="{00000003-EC31-4723-80C5-193405054535}"/>
              </c:ext>
            </c:extLst>
          </c:dPt>
          <c:dPt>
            <c:idx val="4"/>
            <c:bubble3D val="0"/>
            <c:spPr>
              <a:solidFill>
                <a:schemeClr val="accent5"/>
              </a:solidFill>
              <a:ln>
                <a:noFill/>
              </a:ln>
              <a:effectLst/>
            </c:spPr>
            <c:extLst>
              <c:ext xmlns:c16="http://schemas.microsoft.com/office/drawing/2014/chart" uri="{C3380CC4-5D6E-409C-BE32-E72D297353CC}">
                <c16:uniqueId val="{00000004-EC31-4723-80C5-193405054535}"/>
              </c:ext>
            </c:extLst>
          </c:dPt>
          <c:dPt>
            <c:idx val="5"/>
            <c:bubble3D val="0"/>
            <c:spPr>
              <a:solidFill>
                <a:schemeClr val="accent6"/>
              </a:solidFill>
              <a:ln>
                <a:noFill/>
              </a:ln>
              <a:effectLst/>
            </c:spPr>
            <c:extLst>
              <c:ext xmlns:c16="http://schemas.microsoft.com/office/drawing/2014/chart" uri="{C3380CC4-5D6E-409C-BE32-E72D297353CC}">
                <c16:uniqueId val="{00000005-EC31-4723-80C5-193405054535}"/>
              </c:ext>
            </c:extLst>
          </c:dPt>
          <c:dPt>
            <c:idx val="6"/>
            <c:bubble3D val="0"/>
            <c:spPr>
              <a:solidFill>
                <a:schemeClr val="accent1">
                  <a:lumMod val="60000"/>
                </a:schemeClr>
              </a:solidFill>
              <a:ln>
                <a:noFill/>
              </a:ln>
              <a:effectLst/>
            </c:spPr>
            <c:extLst>
              <c:ext xmlns:c16="http://schemas.microsoft.com/office/drawing/2014/chart" uri="{C3380CC4-5D6E-409C-BE32-E72D297353CC}">
                <c16:uniqueId val="{00000006-EC31-4723-80C5-193405054535}"/>
              </c:ext>
            </c:extLst>
          </c:dPt>
          <c:dLbls>
            <c:dLbl>
              <c:idx val="2"/>
              <c:layout>
                <c:manualLayout>
                  <c:x val="8.3354627778924641E-3"/>
                  <c:y val="8.560900646096355E-1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2-EC31-4723-80C5-193405054535}"/>
                </c:ext>
              </c:extLst>
            </c:dLbl>
            <c:dLbl>
              <c:idx val="3"/>
              <c:layout>
                <c:manualLayout>
                  <c:x val="1.389243796315409E-2"/>
                  <c:y val="9.3392722280194341E-3"/>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C31-4723-80C5-193405054535}"/>
                </c:ext>
              </c:extLst>
            </c:dLbl>
            <c:dLbl>
              <c:idx val="4"/>
              <c:layout>
                <c:manualLayout>
                  <c:x val="8.3354627778925144E-3"/>
                  <c:y val="-8.560900646096355E-17"/>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4-EC31-4723-80C5-193405054535}"/>
                </c:ext>
              </c:extLst>
            </c:dLbl>
            <c:dLbl>
              <c:idx val="5"/>
              <c:layout>
                <c:manualLayout>
                  <c:x val="1.9449413148415664E-2"/>
                  <c:y val="9.3392722280195208E-3"/>
                </c:manualLayout>
              </c:layout>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C31-4723-80C5-193405054535}"/>
                </c:ext>
              </c:extLst>
            </c:dLbl>
            <c:dLbl>
              <c:idx val="6"/>
              <c:showLegendKey val="0"/>
              <c:showVal val="1"/>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6-EC31-4723-80C5-193405054535}"/>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Times New Roman" panose="02020603050405020304" pitchFamily="18" charset="0"/>
                    <a:ea typeface="+mn-ea"/>
                    <a:cs typeface="Times New Roman" panose="02020603050405020304" pitchFamily="18" charset="0"/>
                  </a:defRPr>
                </a:pPr>
                <a:endParaRPr lang="en-US"/>
              </a:p>
            </c:txP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Sheet1!$A$3:$A$9</c:f>
              <c:strCache>
                <c:ptCount val="7"/>
                <c:pt idx="0">
                  <c:v>Paradise</c:v>
                </c:pt>
                <c:pt idx="1">
                  <c:v>Parijat</c:v>
                </c:pt>
                <c:pt idx="2">
                  <c:v>Ananta</c:v>
                </c:pt>
                <c:pt idx="3">
                  <c:v>Orchid</c:v>
                </c:pt>
                <c:pt idx="4">
                  <c:v>Avenue</c:v>
                </c:pt>
                <c:pt idx="5">
                  <c:v>Enclave</c:v>
                </c:pt>
                <c:pt idx="6">
                  <c:v>Vista</c:v>
                </c:pt>
              </c:strCache>
            </c:strRef>
          </c:cat>
          <c:val>
            <c:numRef>
              <c:f>Sheet1!$D$3:$D$9</c:f>
              <c:numCache>
                <c:formatCode>General</c:formatCode>
                <c:ptCount val="7"/>
                <c:pt idx="1">
                  <c:v>0.03</c:v>
                </c:pt>
                <c:pt idx="2">
                  <c:v>0.76</c:v>
                </c:pt>
                <c:pt idx="3">
                  <c:v>0.16</c:v>
                </c:pt>
                <c:pt idx="4">
                  <c:v>0.59</c:v>
                </c:pt>
                <c:pt idx="5">
                  <c:v>0.38</c:v>
                </c:pt>
                <c:pt idx="6">
                  <c:v>3.01</c:v>
                </c:pt>
              </c:numCache>
            </c:numRef>
          </c:val>
          <c:extLst>
            <c:ext xmlns:c16="http://schemas.microsoft.com/office/drawing/2014/chart" uri="{C3380CC4-5D6E-409C-BE32-E72D297353CC}">
              <c16:uniqueId val="{00000007-EC31-4723-80C5-193405054535}"/>
            </c:ext>
          </c:extLst>
        </c:ser>
        <c:dLbls>
          <c:showLegendKey val="0"/>
          <c:showVal val="0"/>
          <c:showCatName val="1"/>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latin typeface="Times New Roman" panose="02020603050405020304" pitchFamily="18" charset="0"/>
                <a:cs typeface="Times New Roman" panose="02020603050405020304" pitchFamily="18" charset="0"/>
              </a:rPr>
              <a:t>RM</a:t>
            </a:r>
            <a:r>
              <a:rPr lang="en-IN" baseline="0">
                <a:latin typeface="Times New Roman" panose="02020603050405020304" pitchFamily="18" charset="0"/>
                <a:cs typeface="Times New Roman" panose="02020603050405020304" pitchFamily="18" charset="0"/>
              </a:rPr>
              <a:t> Target Efficiency</a:t>
            </a:r>
            <a:endParaRPr lang="en-IN">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Sheet1!$N$28</c:f>
              <c:strCache>
                <c:ptCount val="1"/>
                <c:pt idx="0">
                  <c:v>Target</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Sheet1!$L$29:$M$35</c:f>
              <c:multiLvlStrCache>
                <c:ptCount val="7"/>
                <c:lvl>
                  <c:pt idx="0">
                    <c:v>Pratap</c:v>
                  </c:pt>
                  <c:pt idx="1">
                    <c:v>Pratap</c:v>
                  </c:pt>
                  <c:pt idx="2">
                    <c:v>Juilie</c:v>
                  </c:pt>
                  <c:pt idx="3">
                    <c:v>Juilie</c:v>
                  </c:pt>
                  <c:pt idx="4">
                    <c:v>Priyanka</c:v>
                  </c:pt>
                  <c:pt idx="5">
                    <c:v>Priyanka</c:v>
                  </c:pt>
                  <c:pt idx="6">
                    <c:v>Snigdha</c:v>
                  </c:pt>
                </c:lvl>
                <c:lvl>
                  <c:pt idx="0">
                    <c:v>Paradise</c:v>
                  </c:pt>
                  <c:pt idx="1">
                    <c:v>Parijat</c:v>
                  </c:pt>
                  <c:pt idx="2">
                    <c:v>Ananta</c:v>
                  </c:pt>
                  <c:pt idx="3">
                    <c:v>Avenue</c:v>
                  </c:pt>
                  <c:pt idx="4">
                    <c:v>Enclave</c:v>
                  </c:pt>
                  <c:pt idx="5">
                    <c:v>Vista</c:v>
                  </c:pt>
                  <c:pt idx="6">
                    <c:v>Utopia</c:v>
                  </c:pt>
                </c:lvl>
              </c:multiLvlStrCache>
            </c:multiLvlStrRef>
          </c:cat>
          <c:val>
            <c:numRef>
              <c:f>Sheet1!$N$29:$N$35</c:f>
              <c:numCache>
                <c:formatCode>General</c:formatCode>
                <c:ptCount val="7"/>
                <c:pt idx="0">
                  <c:v>2.09</c:v>
                </c:pt>
                <c:pt idx="1">
                  <c:v>2.81</c:v>
                </c:pt>
                <c:pt idx="2">
                  <c:v>4.01</c:v>
                </c:pt>
                <c:pt idx="3">
                  <c:v>4.1500000000000004</c:v>
                </c:pt>
                <c:pt idx="4">
                  <c:v>4.28</c:v>
                </c:pt>
                <c:pt idx="5">
                  <c:v>2.7</c:v>
                </c:pt>
                <c:pt idx="6">
                  <c:v>1.24</c:v>
                </c:pt>
              </c:numCache>
            </c:numRef>
          </c:val>
          <c:extLst>
            <c:ext xmlns:c16="http://schemas.microsoft.com/office/drawing/2014/chart" uri="{C3380CC4-5D6E-409C-BE32-E72D297353CC}">
              <c16:uniqueId val="{00000000-955E-4694-965B-0EBD684D9CCB}"/>
            </c:ext>
          </c:extLst>
        </c:ser>
        <c:ser>
          <c:idx val="1"/>
          <c:order val="1"/>
          <c:tx>
            <c:strRef>
              <c:f>Sheet1!$O$28</c:f>
              <c:strCache>
                <c:ptCount val="1"/>
                <c:pt idx="0">
                  <c:v>Collections</c:v>
                </c:pt>
              </c:strCache>
            </c:strRef>
          </c:tx>
          <c:spPr>
            <a:solidFill>
              <a:schemeClr val="accent2"/>
            </a:solidFill>
            <a:ln>
              <a:noFill/>
            </a:ln>
            <a:effectLst/>
          </c:spPr>
          <c:invertIfNegative val="0"/>
          <c:cat>
            <c:multiLvlStrRef>
              <c:f>Sheet1!$L$29:$M$35</c:f>
              <c:multiLvlStrCache>
                <c:ptCount val="7"/>
                <c:lvl>
                  <c:pt idx="0">
                    <c:v>Pratap</c:v>
                  </c:pt>
                  <c:pt idx="1">
                    <c:v>Pratap</c:v>
                  </c:pt>
                  <c:pt idx="2">
                    <c:v>Juilie</c:v>
                  </c:pt>
                  <c:pt idx="3">
                    <c:v>Juilie</c:v>
                  </c:pt>
                  <c:pt idx="4">
                    <c:v>Priyanka</c:v>
                  </c:pt>
                  <c:pt idx="5">
                    <c:v>Priyanka</c:v>
                  </c:pt>
                  <c:pt idx="6">
                    <c:v>Snigdha</c:v>
                  </c:pt>
                </c:lvl>
                <c:lvl>
                  <c:pt idx="0">
                    <c:v>Paradise</c:v>
                  </c:pt>
                  <c:pt idx="1">
                    <c:v>Parijat</c:v>
                  </c:pt>
                  <c:pt idx="2">
                    <c:v>Ananta</c:v>
                  </c:pt>
                  <c:pt idx="3">
                    <c:v>Avenue</c:v>
                  </c:pt>
                  <c:pt idx="4">
                    <c:v>Enclave</c:v>
                  </c:pt>
                  <c:pt idx="5">
                    <c:v>Vista</c:v>
                  </c:pt>
                  <c:pt idx="6">
                    <c:v>Utopia</c:v>
                  </c:pt>
                </c:lvl>
              </c:multiLvlStrCache>
            </c:multiLvlStrRef>
          </c:cat>
          <c:val>
            <c:numRef>
              <c:f>Sheet1!$O$29:$O$35</c:f>
            </c:numRef>
          </c:val>
          <c:extLst>
            <c:ext xmlns:c16="http://schemas.microsoft.com/office/drawing/2014/chart" uri="{C3380CC4-5D6E-409C-BE32-E72D297353CC}">
              <c16:uniqueId val="{00000001-955E-4694-965B-0EBD684D9CCB}"/>
            </c:ext>
          </c:extLst>
        </c:ser>
        <c:ser>
          <c:idx val="2"/>
          <c:order val="2"/>
          <c:tx>
            <c:strRef>
              <c:f>Sheet1!$P$28</c:f>
              <c:strCache>
                <c:ptCount val="1"/>
                <c:pt idx="0">
                  <c:v>Achievement</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Sheet1!$L$29:$M$35</c:f>
              <c:multiLvlStrCache>
                <c:ptCount val="7"/>
                <c:lvl>
                  <c:pt idx="0">
                    <c:v>Pratap</c:v>
                  </c:pt>
                  <c:pt idx="1">
                    <c:v>Pratap</c:v>
                  </c:pt>
                  <c:pt idx="2">
                    <c:v>Juilie</c:v>
                  </c:pt>
                  <c:pt idx="3">
                    <c:v>Juilie</c:v>
                  </c:pt>
                  <c:pt idx="4">
                    <c:v>Priyanka</c:v>
                  </c:pt>
                  <c:pt idx="5">
                    <c:v>Priyanka</c:v>
                  </c:pt>
                  <c:pt idx="6">
                    <c:v>Snigdha</c:v>
                  </c:pt>
                </c:lvl>
                <c:lvl>
                  <c:pt idx="0">
                    <c:v>Paradise</c:v>
                  </c:pt>
                  <c:pt idx="1">
                    <c:v>Parijat</c:v>
                  </c:pt>
                  <c:pt idx="2">
                    <c:v>Ananta</c:v>
                  </c:pt>
                  <c:pt idx="3">
                    <c:v>Avenue</c:v>
                  </c:pt>
                  <c:pt idx="4">
                    <c:v>Enclave</c:v>
                  </c:pt>
                  <c:pt idx="5">
                    <c:v>Vista</c:v>
                  </c:pt>
                  <c:pt idx="6">
                    <c:v>Utopia</c:v>
                  </c:pt>
                </c:lvl>
              </c:multiLvlStrCache>
            </c:multiLvlStrRef>
          </c:cat>
          <c:val>
            <c:numRef>
              <c:f>Sheet1!$P$29:$P$35</c:f>
              <c:numCache>
                <c:formatCode>General</c:formatCode>
                <c:ptCount val="7"/>
                <c:pt idx="0">
                  <c:v>1.9</c:v>
                </c:pt>
                <c:pt idx="1">
                  <c:v>0.93</c:v>
                </c:pt>
                <c:pt idx="2">
                  <c:v>2.61</c:v>
                </c:pt>
                <c:pt idx="3">
                  <c:v>2.89</c:v>
                </c:pt>
                <c:pt idx="4">
                  <c:v>3.98</c:v>
                </c:pt>
                <c:pt idx="5">
                  <c:v>1.75</c:v>
                </c:pt>
                <c:pt idx="6">
                  <c:v>1.1200000000000001</c:v>
                </c:pt>
              </c:numCache>
            </c:numRef>
          </c:val>
          <c:extLst>
            <c:ext xmlns:c16="http://schemas.microsoft.com/office/drawing/2014/chart" uri="{C3380CC4-5D6E-409C-BE32-E72D297353CC}">
              <c16:uniqueId val="{00000002-955E-4694-965B-0EBD684D9CCB}"/>
            </c:ext>
          </c:extLst>
        </c:ser>
        <c:ser>
          <c:idx val="3"/>
          <c:order val="3"/>
          <c:tx>
            <c:strRef>
              <c:f>Sheet1!$Q$28</c:f>
              <c:strCache>
                <c:ptCount val="1"/>
                <c:pt idx="0">
                  <c:v>Target Eff %</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Sheet1!$L$29:$M$35</c:f>
              <c:multiLvlStrCache>
                <c:ptCount val="7"/>
                <c:lvl>
                  <c:pt idx="0">
                    <c:v>Pratap</c:v>
                  </c:pt>
                  <c:pt idx="1">
                    <c:v>Pratap</c:v>
                  </c:pt>
                  <c:pt idx="2">
                    <c:v>Juilie</c:v>
                  </c:pt>
                  <c:pt idx="3">
                    <c:v>Juilie</c:v>
                  </c:pt>
                  <c:pt idx="4">
                    <c:v>Priyanka</c:v>
                  </c:pt>
                  <c:pt idx="5">
                    <c:v>Priyanka</c:v>
                  </c:pt>
                  <c:pt idx="6">
                    <c:v>Snigdha</c:v>
                  </c:pt>
                </c:lvl>
                <c:lvl>
                  <c:pt idx="0">
                    <c:v>Paradise</c:v>
                  </c:pt>
                  <c:pt idx="1">
                    <c:v>Parijat</c:v>
                  </c:pt>
                  <c:pt idx="2">
                    <c:v>Ananta</c:v>
                  </c:pt>
                  <c:pt idx="3">
                    <c:v>Avenue</c:v>
                  </c:pt>
                  <c:pt idx="4">
                    <c:v>Enclave</c:v>
                  </c:pt>
                  <c:pt idx="5">
                    <c:v>Vista</c:v>
                  </c:pt>
                  <c:pt idx="6">
                    <c:v>Utopia</c:v>
                  </c:pt>
                </c:lvl>
              </c:multiLvlStrCache>
            </c:multiLvlStrRef>
          </c:cat>
          <c:val>
            <c:numRef>
              <c:f>Sheet1!$Q$29:$Q$35</c:f>
              <c:numCache>
                <c:formatCode>0.00%</c:formatCode>
                <c:ptCount val="7"/>
                <c:pt idx="0">
                  <c:v>0.90909090909090906</c:v>
                </c:pt>
                <c:pt idx="1">
                  <c:v>0.33100000000000002</c:v>
                </c:pt>
                <c:pt idx="2">
                  <c:v>0.65100000000000002</c:v>
                </c:pt>
                <c:pt idx="3">
                  <c:v>0.69599999999999995</c:v>
                </c:pt>
                <c:pt idx="4">
                  <c:v>0.93</c:v>
                </c:pt>
                <c:pt idx="5">
                  <c:v>0.64800000000000002</c:v>
                </c:pt>
                <c:pt idx="6">
                  <c:v>0.90300000000000002</c:v>
                </c:pt>
              </c:numCache>
            </c:numRef>
          </c:val>
          <c:extLst>
            <c:ext xmlns:c16="http://schemas.microsoft.com/office/drawing/2014/chart" uri="{C3380CC4-5D6E-409C-BE32-E72D297353CC}">
              <c16:uniqueId val="{00000003-955E-4694-965B-0EBD684D9CCB}"/>
            </c:ext>
          </c:extLst>
        </c:ser>
        <c:dLbls>
          <c:showLegendKey val="0"/>
          <c:showVal val="0"/>
          <c:showCatName val="0"/>
          <c:showSerName val="0"/>
          <c:showPercent val="0"/>
          <c:showBubbleSize val="0"/>
        </c:dLbls>
        <c:gapWidth val="182"/>
        <c:axId val="89851791"/>
        <c:axId val="1251095695"/>
      </c:barChart>
      <c:catAx>
        <c:axId val="89851791"/>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251095695"/>
        <c:crosses val="autoZero"/>
        <c:auto val="1"/>
        <c:lblAlgn val="ctr"/>
        <c:lblOffset val="100"/>
        <c:noMultiLvlLbl val="0"/>
      </c:catAx>
      <c:valAx>
        <c:axId val="125109569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985179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6350">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a:latin typeface="Times New Roman" panose="02020603050405020304" pitchFamily="18" charset="0"/>
                <a:cs typeface="Times New Roman" panose="02020603050405020304" pitchFamily="18" charset="0"/>
              </a:rPr>
              <a:t> RM Collection</a:t>
            </a:r>
            <a:r>
              <a:rPr lang="en-IN" baseline="0">
                <a:latin typeface="Times New Roman" panose="02020603050405020304" pitchFamily="18" charset="0"/>
                <a:cs typeface="Times New Roman" panose="02020603050405020304" pitchFamily="18" charset="0"/>
              </a:rPr>
              <a:t> efficiency</a:t>
            </a:r>
            <a:endParaRPr lang="en-IN">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bar"/>
        <c:grouping val="clustered"/>
        <c:varyColors val="0"/>
        <c:ser>
          <c:idx val="0"/>
          <c:order val="0"/>
          <c:tx>
            <c:strRef>
              <c:f>Sheet1!$O$29</c:f>
              <c:strCache>
                <c:ptCount val="1"/>
                <c:pt idx="0">
                  <c:v>Target</c:v>
                </c:pt>
              </c:strCache>
            </c:strRef>
          </c:tx>
          <c:spPr>
            <a:solidFill>
              <a:schemeClr val="accent1"/>
            </a:solidFill>
            <a:ln>
              <a:noFill/>
            </a:ln>
            <a:effectLst/>
          </c:spPr>
          <c:invertIfNegative val="0"/>
          <c:cat>
            <c:multiLvlStrRef>
              <c:f>Sheet1!$M$30:$N$36</c:f>
              <c:multiLvlStrCache>
                <c:ptCount val="7"/>
                <c:lvl>
                  <c:pt idx="0">
                    <c:v>Pratap</c:v>
                  </c:pt>
                  <c:pt idx="1">
                    <c:v>Pratap</c:v>
                  </c:pt>
                  <c:pt idx="2">
                    <c:v>Juilie</c:v>
                  </c:pt>
                  <c:pt idx="3">
                    <c:v>Juilie</c:v>
                  </c:pt>
                  <c:pt idx="4">
                    <c:v>Priyanka</c:v>
                  </c:pt>
                  <c:pt idx="5">
                    <c:v>Priyanka</c:v>
                  </c:pt>
                  <c:pt idx="6">
                    <c:v>Snigdha</c:v>
                  </c:pt>
                </c:lvl>
                <c:lvl>
                  <c:pt idx="0">
                    <c:v>Paradise</c:v>
                  </c:pt>
                  <c:pt idx="1">
                    <c:v>Parijat</c:v>
                  </c:pt>
                  <c:pt idx="2">
                    <c:v>Ananta</c:v>
                  </c:pt>
                  <c:pt idx="3">
                    <c:v>Avenue</c:v>
                  </c:pt>
                  <c:pt idx="4">
                    <c:v>Enclave</c:v>
                  </c:pt>
                  <c:pt idx="5">
                    <c:v>Vista</c:v>
                  </c:pt>
                  <c:pt idx="6">
                    <c:v>Utopia</c:v>
                  </c:pt>
                </c:lvl>
              </c:multiLvlStrCache>
            </c:multiLvlStrRef>
          </c:cat>
          <c:val>
            <c:numRef>
              <c:f>Sheet1!$O$30:$O$36</c:f>
              <c:numCache>
                <c:formatCode>General</c:formatCode>
                <c:ptCount val="7"/>
                <c:pt idx="0">
                  <c:v>2.09</c:v>
                </c:pt>
                <c:pt idx="1">
                  <c:v>2.81</c:v>
                </c:pt>
                <c:pt idx="2">
                  <c:v>4.01</c:v>
                </c:pt>
                <c:pt idx="3">
                  <c:v>4.1500000000000004</c:v>
                </c:pt>
                <c:pt idx="4">
                  <c:v>4.28</c:v>
                </c:pt>
                <c:pt idx="5">
                  <c:v>2.7</c:v>
                </c:pt>
                <c:pt idx="6">
                  <c:v>1.24</c:v>
                </c:pt>
              </c:numCache>
            </c:numRef>
          </c:val>
          <c:extLst>
            <c:ext xmlns:c16="http://schemas.microsoft.com/office/drawing/2014/chart" uri="{C3380CC4-5D6E-409C-BE32-E72D297353CC}">
              <c16:uniqueId val="{00000000-D878-4D3E-946A-6597C19FC4C5}"/>
            </c:ext>
          </c:extLst>
        </c:ser>
        <c:ser>
          <c:idx val="1"/>
          <c:order val="1"/>
          <c:tx>
            <c:strRef>
              <c:f>Sheet1!$P$29</c:f>
              <c:strCache>
                <c:ptCount val="1"/>
                <c:pt idx="0">
                  <c:v>Collections</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Sheet1!$M$30:$N$36</c:f>
              <c:multiLvlStrCache>
                <c:ptCount val="7"/>
                <c:lvl>
                  <c:pt idx="0">
                    <c:v>Pratap</c:v>
                  </c:pt>
                  <c:pt idx="1">
                    <c:v>Pratap</c:v>
                  </c:pt>
                  <c:pt idx="2">
                    <c:v>Juilie</c:v>
                  </c:pt>
                  <c:pt idx="3">
                    <c:v>Juilie</c:v>
                  </c:pt>
                  <c:pt idx="4">
                    <c:v>Priyanka</c:v>
                  </c:pt>
                  <c:pt idx="5">
                    <c:v>Priyanka</c:v>
                  </c:pt>
                  <c:pt idx="6">
                    <c:v>Snigdha</c:v>
                  </c:pt>
                </c:lvl>
                <c:lvl>
                  <c:pt idx="0">
                    <c:v>Paradise</c:v>
                  </c:pt>
                  <c:pt idx="1">
                    <c:v>Parijat</c:v>
                  </c:pt>
                  <c:pt idx="2">
                    <c:v>Ananta</c:v>
                  </c:pt>
                  <c:pt idx="3">
                    <c:v>Avenue</c:v>
                  </c:pt>
                  <c:pt idx="4">
                    <c:v>Enclave</c:v>
                  </c:pt>
                  <c:pt idx="5">
                    <c:v>Vista</c:v>
                  </c:pt>
                  <c:pt idx="6">
                    <c:v>Utopia</c:v>
                  </c:pt>
                </c:lvl>
              </c:multiLvlStrCache>
            </c:multiLvlStrRef>
          </c:cat>
          <c:val>
            <c:numRef>
              <c:f>Sheet1!$P$30:$P$36</c:f>
              <c:numCache>
                <c:formatCode>General</c:formatCode>
                <c:ptCount val="7"/>
                <c:pt idx="0">
                  <c:v>1.72</c:v>
                </c:pt>
                <c:pt idx="1">
                  <c:v>0.52</c:v>
                </c:pt>
                <c:pt idx="2">
                  <c:v>4.01</c:v>
                </c:pt>
                <c:pt idx="3">
                  <c:v>3.82</c:v>
                </c:pt>
                <c:pt idx="4">
                  <c:v>4.13</c:v>
                </c:pt>
                <c:pt idx="5">
                  <c:v>2.54</c:v>
                </c:pt>
                <c:pt idx="6">
                  <c:v>0.15</c:v>
                </c:pt>
              </c:numCache>
            </c:numRef>
          </c:val>
          <c:extLst>
            <c:ext xmlns:c16="http://schemas.microsoft.com/office/drawing/2014/chart" uri="{C3380CC4-5D6E-409C-BE32-E72D297353CC}">
              <c16:uniqueId val="{00000001-D878-4D3E-946A-6597C19FC4C5}"/>
            </c:ext>
          </c:extLst>
        </c:ser>
        <c:ser>
          <c:idx val="2"/>
          <c:order val="2"/>
          <c:tx>
            <c:strRef>
              <c:f>Sheet1!$Q$29</c:f>
              <c:strCache>
                <c:ptCount val="1"/>
                <c:pt idx="0">
                  <c:v>Achievement</c:v>
                </c:pt>
              </c:strCache>
            </c:strRef>
          </c:tx>
          <c:spPr>
            <a:solidFill>
              <a:srgbClr val="C0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Sheet1!$M$30:$N$36</c:f>
              <c:multiLvlStrCache>
                <c:ptCount val="7"/>
                <c:lvl>
                  <c:pt idx="0">
                    <c:v>Pratap</c:v>
                  </c:pt>
                  <c:pt idx="1">
                    <c:v>Pratap</c:v>
                  </c:pt>
                  <c:pt idx="2">
                    <c:v>Juilie</c:v>
                  </c:pt>
                  <c:pt idx="3">
                    <c:v>Juilie</c:v>
                  </c:pt>
                  <c:pt idx="4">
                    <c:v>Priyanka</c:v>
                  </c:pt>
                  <c:pt idx="5">
                    <c:v>Priyanka</c:v>
                  </c:pt>
                  <c:pt idx="6">
                    <c:v>Snigdha</c:v>
                  </c:pt>
                </c:lvl>
                <c:lvl>
                  <c:pt idx="0">
                    <c:v>Paradise</c:v>
                  </c:pt>
                  <c:pt idx="1">
                    <c:v>Parijat</c:v>
                  </c:pt>
                  <c:pt idx="2">
                    <c:v>Ananta</c:v>
                  </c:pt>
                  <c:pt idx="3">
                    <c:v>Avenue</c:v>
                  </c:pt>
                  <c:pt idx="4">
                    <c:v>Enclave</c:v>
                  </c:pt>
                  <c:pt idx="5">
                    <c:v>Vista</c:v>
                  </c:pt>
                  <c:pt idx="6">
                    <c:v>Utopia</c:v>
                  </c:pt>
                </c:lvl>
              </c:multiLvlStrCache>
            </c:multiLvlStrRef>
          </c:cat>
          <c:val>
            <c:numRef>
              <c:f>Sheet1!$Q$30:$Q$36</c:f>
              <c:numCache>
                <c:formatCode>General</c:formatCode>
                <c:ptCount val="7"/>
                <c:pt idx="0">
                  <c:v>1.9</c:v>
                </c:pt>
                <c:pt idx="1">
                  <c:v>0.93</c:v>
                </c:pt>
                <c:pt idx="2">
                  <c:v>2.61</c:v>
                </c:pt>
                <c:pt idx="3">
                  <c:v>2.89</c:v>
                </c:pt>
                <c:pt idx="4">
                  <c:v>3.98</c:v>
                </c:pt>
                <c:pt idx="5">
                  <c:v>1.75</c:v>
                </c:pt>
                <c:pt idx="6">
                  <c:v>1.1200000000000001</c:v>
                </c:pt>
              </c:numCache>
            </c:numRef>
          </c:val>
          <c:extLst>
            <c:ext xmlns:c16="http://schemas.microsoft.com/office/drawing/2014/chart" uri="{C3380CC4-5D6E-409C-BE32-E72D297353CC}">
              <c16:uniqueId val="{00000002-D878-4D3E-946A-6597C19FC4C5}"/>
            </c:ext>
          </c:extLst>
        </c:ser>
        <c:ser>
          <c:idx val="3"/>
          <c:order val="3"/>
          <c:tx>
            <c:strRef>
              <c:f>Sheet1!$R$29</c:f>
              <c:strCache>
                <c:ptCount val="1"/>
                <c:pt idx="0">
                  <c:v>Target Eff %</c:v>
                </c:pt>
              </c:strCache>
            </c:strRef>
          </c:tx>
          <c:spPr>
            <a:solidFill>
              <a:schemeClr val="accent4"/>
            </a:solidFill>
            <a:ln>
              <a:noFill/>
            </a:ln>
            <a:effectLst/>
          </c:spPr>
          <c:invertIfNegative val="0"/>
          <c:cat>
            <c:multiLvlStrRef>
              <c:f>Sheet1!$M$30:$N$36</c:f>
              <c:multiLvlStrCache>
                <c:ptCount val="7"/>
                <c:lvl>
                  <c:pt idx="0">
                    <c:v>Pratap</c:v>
                  </c:pt>
                  <c:pt idx="1">
                    <c:v>Pratap</c:v>
                  </c:pt>
                  <c:pt idx="2">
                    <c:v>Juilie</c:v>
                  </c:pt>
                  <c:pt idx="3">
                    <c:v>Juilie</c:v>
                  </c:pt>
                  <c:pt idx="4">
                    <c:v>Priyanka</c:v>
                  </c:pt>
                  <c:pt idx="5">
                    <c:v>Priyanka</c:v>
                  </c:pt>
                  <c:pt idx="6">
                    <c:v>Snigdha</c:v>
                  </c:pt>
                </c:lvl>
                <c:lvl>
                  <c:pt idx="0">
                    <c:v>Paradise</c:v>
                  </c:pt>
                  <c:pt idx="1">
                    <c:v>Parijat</c:v>
                  </c:pt>
                  <c:pt idx="2">
                    <c:v>Ananta</c:v>
                  </c:pt>
                  <c:pt idx="3">
                    <c:v>Avenue</c:v>
                  </c:pt>
                  <c:pt idx="4">
                    <c:v>Enclave</c:v>
                  </c:pt>
                  <c:pt idx="5">
                    <c:v>Vista</c:v>
                  </c:pt>
                  <c:pt idx="6">
                    <c:v>Utopia</c:v>
                  </c:pt>
                </c:lvl>
              </c:multiLvlStrCache>
            </c:multiLvlStrRef>
          </c:cat>
          <c:val>
            <c:numRef>
              <c:f>Sheet1!$R$30:$R$36</c:f>
            </c:numRef>
          </c:val>
          <c:extLst>
            <c:ext xmlns:c16="http://schemas.microsoft.com/office/drawing/2014/chart" uri="{C3380CC4-5D6E-409C-BE32-E72D297353CC}">
              <c16:uniqueId val="{00000003-D878-4D3E-946A-6597C19FC4C5}"/>
            </c:ext>
          </c:extLst>
        </c:ser>
        <c:ser>
          <c:idx val="4"/>
          <c:order val="4"/>
          <c:tx>
            <c:strRef>
              <c:f>Sheet1!$S$29</c:f>
              <c:strCache>
                <c:ptCount val="1"/>
                <c:pt idx="0">
                  <c:v>Collection Eff %</c:v>
                </c:pt>
              </c:strCache>
            </c:strRef>
          </c:tx>
          <c:spPr>
            <a:solidFill>
              <a:schemeClr val="accent5"/>
            </a:solidFill>
            <a:ln>
              <a:noFill/>
            </a:ln>
            <a:effectLst/>
          </c:spPr>
          <c:invertIfNegative val="0"/>
          <c:dPt>
            <c:idx val="6"/>
            <c:invertIfNegative val="0"/>
            <c:bubble3D val="0"/>
            <c:spPr>
              <a:solidFill>
                <a:schemeClr val="accent1">
                  <a:lumMod val="60000"/>
                  <a:lumOff val="40000"/>
                </a:schemeClr>
              </a:solidFill>
              <a:ln>
                <a:noFill/>
              </a:ln>
              <a:effectLst/>
            </c:spPr>
            <c:extLst>
              <c:ext xmlns:c16="http://schemas.microsoft.com/office/drawing/2014/chart" uri="{C3380CC4-5D6E-409C-BE32-E72D297353CC}">
                <c16:uniqueId val="{00000005-D878-4D3E-946A-6597C19FC4C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Sheet1!$M$30:$N$36</c:f>
              <c:multiLvlStrCache>
                <c:ptCount val="7"/>
                <c:lvl>
                  <c:pt idx="0">
                    <c:v>Pratap</c:v>
                  </c:pt>
                  <c:pt idx="1">
                    <c:v>Pratap</c:v>
                  </c:pt>
                  <c:pt idx="2">
                    <c:v>Juilie</c:v>
                  </c:pt>
                  <c:pt idx="3">
                    <c:v>Juilie</c:v>
                  </c:pt>
                  <c:pt idx="4">
                    <c:v>Priyanka</c:v>
                  </c:pt>
                  <c:pt idx="5">
                    <c:v>Priyanka</c:v>
                  </c:pt>
                  <c:pt idx="6">
                    <c:v>Snigdha</c:v>
                  </c:pt>
                </c:lvl>
                <c:lvl>
                  <c:pt idx="0">
                    <c:v>Paradise</c:v>
                  </c:pt>
                  <c:pt idx="1">
                    <c:v>Parijat</c:v>
                  </c:pt>
                  <c:pt idx="2">
                    <c:v>Ananta</c:v>
                  </c:pt>
                  <c:pt idx="3">
                    <c:v>Avenue</c:v>
                  </c:pt>
                  <c:pt idx="4">
                    <c:v>Enclave</c:v>
                  </c:pt>
                  <c:pt idx="5">
                    <c:v>Vista</c:v>
                  </c:pt>
                  <c:pt idx="6">
                    <c:v>Utopia</c:v>
                  </c:pt>
                </c:lvl>
              </c:multiLvlStrCache>
            </c:multiLvlStrRef>
          </c:cat>
          <c:val>
            <c:numRef>
              <c:f>Sheet1!$S$30:$S$36</c:f>
              <c:numCache>
                <c:formatCode>0.00%</c:formatCode>
                <c:ptCount val="7"/>
                <c:pt idx="0">
                  <c:v>1.1046511627906976</c:v>
                </c:pt>
                <c:pt idx="1">
                  <c:v>1.7884615384615385</c:v>
                </c:pt>
                <c:pt idx="2">
                  <c:v>0.6508728179551122</c:v>
                </c:pt>
                <c:pt idx="3">
                  <c:v>0.75654450261780115</c:v>
                </c:pt>
                <c:pt idx="4">
                  <c:v>0.96368038740920103</c:v>
                </c:pt>
                <c:pt idx="5">
                  <c:v>0.6889763779527559</c:v>
                </c:pt>
                <c:pt idx="6">
                  <c:v>7.4666666666666677</c:v>
                </c:pt>
              </c:numCache>
            </c:numRef>
          </c:val>
          <c:extLst>
            <c:ext xmlns:c16="http://schemas.microsoft.com/office/drawing/2014/chart" uri="{C3380CC4-5D6E-409C-BE32-E72D297353CC}">
              <c16:uniqueId val="{00000006-D878-4D3E-946A-6597C19FC4C5}"/>
            </c:ext>
          </c:extLst>
        </c:ser>
        <c:dLbls>
          <c:showLegendKey val="0"/>
          <c:showVal val="0"/>
          <c:showCatName val="0"/>
          <c:showSerName val="0"/>
          <c:showPercent val="0"/>
          <c:showBubbleSize val="0"/>
        </c:dLbls>
        <c:gapWidth val="182"/>
        <c:axId val="154636703"/>
        <c:axId val="1251210415"/>
      </c:barChart>
      <c:catAx>
        <c:axId val="15463670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crossAx val="1251210415"/>
        <c:crosses val="autoZero"/>
        <c:auto val="1"/>
        <c:lblAlgn val="ctr"/>
        <c:lblOffset val="100"/>
        <c:noMultiLvlLbl val="0"/>
      </c:catAx>
      <c:valAx>
        <c:axId val="1251210415"/>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5463670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F3EB23-D56F-477D-8ACF-7C4211F1FE1B}" type="datetimeFigureOut">
              <a:rPr lang="en-IN" smtClean="0"/>
              <a:t>14-08-2026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7E8B6-4D5A-43F2-8624-4DF652A4315A}" type="slidenum">
              <a:rPr lang="en-IN" smtClean="0"/>
              <a:t>‹#›</a:t>
            </a:fld>
            <a:endParaRPr lang="en-IN"/>
          </a:p>
        </p:txBody>
      </p:sp>
    </p:spTree>
    <p:extLst>
      <p:ext uri="{BB962C8B-B14F-4D97-AF65-F5344CB8AC3E}">
        <p14:creationId xmlns:p14="http://schemas.microsoft.com/office/powerpoint/2010/main" val="3302231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0490923-5545-486C-8504-05A8672A0155}" type="slidenum">
              <a:rPr lang="en-IN" smtClean="0"/>
              <a:t>1</a:t>
            </a:fld>
            <a:endParaRPr lang="en-IN"/>
          </a:p>
        </p:txBody>
      </p:sp>
    </p:spTree>
    <p:extLst>
      <p:ext uri="{BB962C8B-B14F-4D97-AF65-F5344CB8AC3E}">
        <p14:creationId xmlns:p14="http://schemas.microsoft.com/office/powerpoint/2010/main" val="1414740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D3310-3B48-2DFA-B35B-EEEE9AA9F2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2A777C-8E75-6903-7C3D-6E33AC0F58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3B85C2-E19E-727A-F0C4-C33C617F50EE}"/>
              </a:ext>
            </a:extLst>
          </p:cNvPr>
          <p:cNvSpPr>
            <a:spLocks noGrp="1"/>
          </p:cNvSpPr>
          <p:nvPr>
            <p:ph type="body" idx="1"/>
          </p:nvPr>
        </p:nvSpPr>
        <p:spPr/>
        <p:txBody>
          <a:bodyPr/>
          <a:lstStyle/>
          <a:p>
            <a:pPr marL="0" indent="0">
              <a:buFontTx/>
              <a:buNone/>
            </a:pPr>
            <a:endParaRPr lang="en-IN"/>
          </a:p>
        </p:txBody>
      </p:sp>
      <p:sp>
        <p:nvSpPr>
          <p:cNvPr id="4" name="Slide Number Placeholder 3">
            <a:extLst>
              <a:ext uri="{FF2B5EF4-FFF2-40B4-BE49-F238E27FC236}">
                <a16:creationId xmlns:a16="http://schemas.microsoft.com/office/drawing/2014/main" id="{C1BCE237-7627-00CA-2D37-24890A8AABBB}"/>
              </a:ext>
            </a:extLst>
          </p:cNvPr>
          <p:cNvSpPr>
            <a:spLocks noGrp="1"/>
          </p:cNvSpPr>
          <p:nvPr>
            <p:ph type="sldNum" sz="quarter" idx="5"/>
          </p:nvPr>
        </p:nvSpPr>
        <p:spPr/>
        <p:txBody>
          <a:bodyPr/>
          <a:lstStyle/>
          <a:p>
            <a:fld id="{40490923-5545-486C-8504-05A8672A0155}" type="slidenum">
              <a:rPr lang="en-IN" smtClean="0"/>
              <a:t>2</a:t>
            </a:fld>
            <a:endParaRPr lang="en-IN"/>
          </a:p>
        </p:txBody>
      </p:sp>
    </p:spTree>
    <p:extLst>
      <p:ext uri="{BB962C8B-B14F-4D97-AF65-F5344CB8AC3E}">
        <p14:creationId xmlns:p14="http://schemas.microsoft.com/office/powerpoint/2010/main" val="29162577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B39A8-D42B-E95C-08E1-ECFB9BB06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4414BB-D8E0-115A-11B7-362BCDB71F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AD89DF-4CD5-80CB-59AE-DBF360897F65}"/>
              </a:ext>
            </a:extLst>
          </p:cNvPr>
          <p:cNvSpPr>
            <a:spLocks noGrp="1"/>
          </p:cNvSpPr>
          <p:nvPr>
            <p:ph type="body" idx="1"/>
          </p:nvPr>
        </p:nvSpPr>
        <p:spPr/>
        <p:txBody>
          <a:bodyPr/>
          <a:lstStyle/>
          <a:p>
            <a:pPr marL="0" indent="0">
              <a:buFontTx/>
              <a:buNone/>
            </a:pPr>
            <a:endParaRPr lang="en-IN"/>
          </a:p>
        </p:txBody>
      </p:sp>
      <p:sp>
        <p:nvSpPr>
          <p:cNvPr id="4" name="Slide Number Placeholder 3">
            <a:extLst>
              <a:ext uri="{FF2B5EF4-FFF2-40B4-BE49-F238E27FC236}">
                <a16:creationId xmlns:a16="http://schemas.microsoft.com/office/drawing/2014/main" id="{C9FD0E1F-240A-638B-10AD-5992800BD0FF}"/>
              </a:ext>
            </a:extLst>
          </p:cNvPr>
          <p:cNvSpPr>
            <a:spLocks noGrp="1"/>
          </p:cNvSpPr>
          <p:nvPr>
            <p:ph type="sldNum" sz="quarter" idx="5"/>
          </p:nvPr>
        </p:nvSpPr>
        <p:spPr/>
        <p:txBody>
          <a:bodyPr/>
          <a:lstStyle/>
          <a:p>
            <a:fld id="{40490923-5545-486C-8504-05A8672A0155}" type="slidenum">
              <a:rPr lang="en-IN" smtClean="0"/>
              <a:t>3</a:t>
            </a:fld>
            <a:endParaRPr lang="en-IN"/>
          </a:p>
        </p:txBody>
      </p:sp>
    </p:spTree>
    <p:extLst>
      <p:ext uri="{BB962C8B-B14F-4D97-AF65-F5344CB8AC3E}">
        <p14:creationId xmlns:p14="http://schemas.microsoft.com/office/powerpoint/2010/main" val="3850567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828CE-5A5A-8258-4FEA-5583C31E7C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FA4368-690E-2DF6-C243-6784E822D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8FD069-92AC-4D5D-2FD4-798F14C6C629}"/>
              </a:ext>
            </a:extLst>
          </p:cNvPr>
          <p:cNvSpPr>
            <a:spLocks noGrp="1"/>
          </p:cNvSpPr>
          <p:nvPr>
            <p:ph type="body" idx="1"/>
          </p:nvPr>
        </p:nvSpPr>
        <p:spPr/>
        <p:txBody>
          <a:bodyPr/>
          <a:lstStyle/>
          <a:p>
            <a:pPr marL="0" indent="0">
              <a:buFontTx/>
              <a:buNone/>
            </a:pPr>
            <a:endParaRPr lang="en-IN"/>
          </a:p>
        </p:txBody>
      </p:sp>
      <p:sp>
        <p:nvSpPr>
          <p:cNvPr id="4" name="Slide Number Placeholder 3">
            <a:extLst>
              <a:ext uri="{FF2B5EF4-FFF2-40B4-BE49-F238E27FC236}">
                <a16:creationId xmlns:a16="http://schemas.microsoft.com/office/drawing/2014/main" id="{A9869332-CFFC-5F25-B0D8-A1F0DA6D27ED}"/>
              </a:ext>
            </a:extLst>
          </p:cNvPr>
          <p:cNvSpPr>
            <a:spLocks noGrp="1"/>
          </p:cNvSpPr>
          <p:nvPr>
            <p:ph type="sldNum" sz="quarter" idx="5"/>
          </p:nvPr>
        </p:nvSpPr>
        <p:spPr/>
        <p:txBody>
          <a:bodyPr/>
          <a:lstStyle/>
          <a:p>
            <a:fld id="{40490923-5545-486C-8504-05A8672A0155}" type="slidenum">
              <a:rPr lang="en-IN" smtClean="0"/>
              <a:t>4</a:t>
            </a:fld>
            <a:endParaRPr lang="en-IN"/>
          </a:p>
        </p:txBody>
      </p:sp>
    </p:spTree>
    <p:extLst>
      <p:ext uri="{BB962C8B-B14F-4D97-AF65-F5344CB8AC3E}">
        <p14:creationId xmlns:p14="http://schemas.microsoft.com/office/powerpoint/2010/main" val="420249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C526B-D8A6-C20B-C885-1130A7A13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0DC61C-BD02-079A-5D20-289E277129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6A2E7-90BA-5156-2244-DDC1290EDD73}"/>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52269152-85F3-C68B-9D8D-6737BFB9163B}"/>
              </a:ext>
            </a:extLst>
          </p:cNvPr>
          <p:cNvSpPr>
            <a:spLocks noGrp="1"/>
          </p:cNvSpPr>
          <p:nvPr>
            <p:ph type="sldNum" sz="quarter" idx="5"/>
          </p:nvPr>
        </p:nvSpPr>
        <p:spPr/>
        <p:txBody>
          <a:bodyPr/>
          <a:lstStyle/>
          <a:p>
            <a:fld id="{40490923-5545-486C-8504-05A8672A0155}" type="slidenum">
              <a:rPr lang="en-IN" smtClean="0"/>
              <a:t>5</a:t>
            </a:fld>
            <a:endParaRPr lang="en-IN"/>
          </a:p>
        </p:txBody>
      </p:sp>
    </p:spTree>
    <p:extLst>
      <p:ext uri="{BB962C8B-B14F-4D97-AF65-F5344CB8AC3E}">
        <p14:creationId xmlns:p14="http://schemas.microsoft.com/office/powerpoint/2010/main" val="22943189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EAA38-C927-A69F-B7A7-7243289B62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1C66DC-E8BD-BA36-64AF-EED269F64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470D05-8279-FF11-FD9E-C47152C480DF}"/>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F21C6AE7-4C83-C9DA-6F2A-6458CA70C0D2}"/>
              </a:ext>
            </a:extLst>
          </p:cNvPr>
          <p:cNvSpPr>
            <a:spLocks noGrp="1"/>
          </p:cNvSpPr>
          <p:nvPr>
            <p:ph type="sldNum" sz="quarter" idx="5"/>
          </p:nvPr>
        </p:nvSpPr>
        <p:spPr/>
        <p:txBody>
          <a:bodyPr/>
          <a:lstStyle/>
          <a:p>
            <a:fld id="{40490923-5545-486C-8504-05A8672A0155}" type="slidenum">
              <a:rPr lang="en-IN" smtClean="0"/>
              <a:t>6</a:t>
            </a:fld>
            <a:endParaRPr lang="en-IN"/>
          </a:p>
        </p:txBody>
      </p:sp>
    </p:spTree>
    <p:extLst>
      <p:ext uri="{BB962C8B-B14F-4D97-AF65-F5344CB8AC3E}">
        <p14:creationId xmlns:p14="http://schemas.microsoft.com/office/powerpoint/2010/main" val="24714470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51876-6DDD-C0BF-A400-FC89E2A05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2F3C9-EF76-040C-2151-3AC86CD60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80ADD3-5012-BCE2-33BA-28BA6F87D525}"/>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379B5CB4-05C0-CF3F-F3C2-4958DB5B18C2}"/>
              </a:ext>
            </a:extLst>
          </p:cNvPr>
          <p:cNvSpPr>
            <a:spLocks noGrp="1"/>
          </p:cNvSpPr>
          <p:nvPr>
            <p:ph type="sldNum" sz="quarter" idx="5"/>
          </p:nvPr>
        </p:nvSpPr>
        <p:spPr/>
        <p:txBody>
          <a:bodyPr/>
          <a:lstStyle/>
          <a:p>
            <a:fld id="{40490923-5545-486C-8504-05A8672A0155}" type="slidenum">
              <a:rPr lang="en-IN" smtClean="0"/>
              <a:t>7</a:t>
            </a:fld>
            <a:endParaRPr lang="en-IN"/>
          </a:p>
        </p:txBody>
      </p:sp>
    </p:spTree>
    <p:extLst>
      <p:ext uri="{BB962C8B-B14F-4D97-AF65-F5344CB8AC3E}">
        <p14:creationId xmlns:p14="http://schemas.microsoft.com/office/powerpoint/2010/main" val="39472867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96A5E-256F-388A-4739-AE34BF35B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3A079A-4FEB-C469-2285-3623C4E047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6EAA09-AAA2-7EA8-6D82-AF4D52D3C8DC}"/>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06AE976D-6FD9-3E4F-EF50-6A71A0C2AB00}"/>
              </a:ext>
            </a:extLst>
          </p:cNvPr>
          <p:cNvSpPr>
            <a:spLocks noGrp="1"/>
          </p:cNvSpPr>
          <p:nvPr>
            <p:ph type="sldNum" sz="quarter" idx="5"/>
          </p:nvPr>
        </p:nvSpPr>
        <p:spPr/>
        <p:txBody>
          <a:bodyPr/>
          <a:lstStyle/>
          <a:p>
            <a:fld id="{40490923-5545-486C-8504-05A8672A0155}" type="slidenum">
              <a:rPr lang="en-IN" smtClean="0"/>
              <a:t>8</a:t>
            </a:fld>
            <a:endParaRPr lang="en-IN"/>
          </a:p>
        </p:txBody>
      </p:sp>
    </p:spTree>
    <p:extLst>
      <p:ext uri="{BB962C8B-B14F-4D97-AF65-F5344CB8AC3E}">
        <p14:creationId xmlns:p14="http://schemas.microsoft.com/office/powerpoint/2010/main" val="3872115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7D8FF-3E7B-D5AF-9497-A4555430FE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123FB-1760-6A61-72AB-9D922973F8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013013-A61C-A49C-AE51-4D23D2FD6F24}"/>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18A2C4AD-211D-36A6-3940-74B6B7F24F92}"/>
              </a:ext>
            </a:extLst>
          </p:cNvPr>
          <p:cNvSpPr>
            <a:spLocks noGrp="1"/>
          </p:cNvSpPr>
          <p:nvPr>
            <p:ph type="sldNum" sz="quarter" idx="5"/>
          </p:nvPr>
        </p:nvSpPr>
        <p:spPr/>
        <p:txBody>
          <a:bodyPr/>
          <a:lstStyle/>
          <a:p>
            <a:fld id="{40490923-5545-486C-8504-05A8672A0155}" type="slidenum">
              <a:rPr lang="en-IN" smtClean="0"/>
              <a:t>9</a:t>
            </a:fld>
            <a:endParaRPr lang="en-IN"/>
          </a:p>
        </p:txBody>
      </p:sp>
    </p:spTree>
    <p:extLst>
      <p:ext uri="{BB962C8B-B14F-4D97-AF65-F5344CB8AC3E}">
        <p14:creationId xmlns:p14="http://schemas.microsoft.com/office/powerpoint/2010/main" val="36941095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C882D-6B0F-A187-B314-AA27ABE3E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5EBDC-A56C-3C3B-D3A0-552756A860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0C3DB7-4BDF-5186-8A2F-16DB9B660012}"/>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7872F3D0-7261-3A4E-0E40-721CADB31B17}"/>
              </a:ext>
            </a:extLst>
          </p:cNvPr>
          <p:cNvSpPr>
            <a:spLocks noGrp="1"/>
          </p:cNvSpPr>
          <p:nvPr>
            <p:ph type="sldNum" sz="quarter" idx="5"/>
          </p:nvPr>
        </p:nvSpPr>
        <p:spPr/>
        <p:txBody>
          <a:bodyPr/>
          <a:lstStyle/>
          <a:p>
            <a:fld id="{40490923-5545-486C-8504-05A8672A0155}" type="slidenum">
              <a:rPr lang="en-IN" smtClean="0"/>
              <a:t>10</a:t>
            </a:fld>
            <a:endParaRPr lang="en-IN"/>
          </a:p>
        </p:txBody>
      </p:sp>
    </p:spTree>
    <p:extLst>
      <p:ext uri="{BB962C8B-B14F-4D97-AF65-F5344CB8AC3E}">
        <p14:creationId xmlns:p14="http://schemas.microsoft.com/office/powerpoint/2010/main" val="7110386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C8448-0130-0B83-A703-DDCE6F585D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FC4C9-2AEA-8368-C520-9820697387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D2E27D-785D-DDBB-10D8-0EB5FEB96B51}"/>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BD83022F-5EBD-CCFC-7BFD-E735358E353A}"/>
              </a:ext>
            </a:extLst>
          </p:cNvPr>
          <p:cNvSpPr>
            <a:spLocks noGrp="1"/>
          </p:cNvSpPr>
          <p:nvPr>
            <p:ph type="sldNum" sz="quarter" idx="5"/>
          </p:nvPr>
        </p:nvSpPr>
        <p:spPr/>
        <p:txBody>
          <a:bodyPr/>
          <a:lstStyle/>
          <a:p>
            <a:fld id="{40490923-5545-486C-8504-05A8672A0155}" type="slidenum">
              <a:rPr lang="en-IN" smtClean="0"/>
              <a:t>11</a:t>
            </a:fld>
            <a:endParaRPr lang="en-IN"/>
          </a:p>
        </p:txBody>
      </p:sp>
    </p:spTree>
    <p:extLst>
      <p:ext uri="{BB962C8B-B14F-4D97-AF65-F5344CB8AC3E}">
        <p14:creationId xmlns:p14="http://schemas.microsoft.com/office/powerpoint/2010/main" val="37996738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FC962-D45A-6486-0BBF-3F1BD475B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4B955-2F9B-7D75-1815-91AA1B5238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1AD23-8D90-EBD8-71C1-14C87F3E1BB4}"/>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7C46E09C-1B20-E9C0-FC3F-D6F32F30DC2D}"/>
              </a:ext>
            </a:extLst>
          </p:cNvPr>
          <p:cNvSpPr>
            <a:spLocks noGrp="1"/>
          </p:cNvSpPr>
          <p:nvPr>
            <p:ph type="sldNum" sz="quarter" idx="5"/>
          </p:nvPr>
        </p:nvSpPr>
        <p:spPr/>
        <p:txBody>
          <a:bodyPr/>
          <a:lstStyle/>
          <a:p>
            <a:fld id="{40490923-5545-486C-8504-05A8672A0155}" type="slidenum">
              <a:rPr lang="en-IN" smtClean="0"/>
              <a:t>13</a:t>
            </a:fld>
            <a:endParaRPr lang="en-IN"/>
          </a:p>
        </p:txBody>
      </p:sp>
    </p:spTree>
    <p:extLst>
      <p:ext uri="{BB962C8B-B14F-4D97-AF65-F5344CB8AC3E}">
        <p14:creationId xmlns:p14="http://schemas.microsoft.com/office/powerpoint/2010/main" val="36699897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918EE-E4E5-CA47-6525-6DE4200D8E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A583C-6DE9-F34D-6958-B97376835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E98FD8-AB00-B9F9-C45D-1DF87506D0F3}"/>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1A26825B-ED0F-D613-6395-AAC83EBFB713}"/>
              </a:ext>
            </a:extLst>
          </p:cNvPr>
          <p:cNvSpPr>
            <a:spLocks noGrp="1"/>
          </p:cNvSpPr>
          <p:nvPr>
            <p:ph type="sldNum" sz="quarter" idx="5"/>
          </p:nvPr>
        </p:nvSpPr>
        <p:spPr/>
        <p:txBody>
          <a:bodyPr/>
          <a:lstStyle/>
          <a:p>
            <a:fld id="{40490923-5545-486C-8504-05A8672A0155}" type="slidenum">
              <a:rPr lang="en-IN" smtClean="0"/>
              <a:t>14</a:t>
            </a:fld>
            <a:endParaRPr lang="en-IN"/>
          </a:p>
        </p:txBody>
      </p:sp>
    </p:spTree>
    <p:extLst>
      <p:ext uri="{BB962C8B-B14F-4D97-AF65-F5344CB8AC3E}">
        <p14:creationId xmlns:p14="http://schemas.microsoft.com/office/powerpoint/2010/main" val="4098860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0490923-5545-486C-8504-05A8672A0155}" type="slidenum">
              <a:rPr lang="en-IN" smtClean="0"/>
              <a:t>15</a:t>
            </a:fld>
            <a:endParaRPr lang="en-IN"/>
          </a:p>
        </p:txBody>
      </p:sp>
    </p:spTree>
    <p:extLst>
      <p:ext uri="{BB962C8B-B14F-4D97-AF65-F5344CB8AC3E}">
        <p14:creationId xmlns:p14="http://schemas.microsoft.com/office/powerpoint/2010/main" val="19295663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1ED50-6200-3B4B-7F2E-FF3E13B6F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FB4D31-AED4-291F-DD71-1CE7E3E195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69008-0793-B8FF-BCE3-B522A08E2233}"/>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835AE44-5D27-489A-2341-8915527FB18B}"/>
              </a:ext>
            </a:extLst>
          </p:cNvPr>
          <p:cNvSpPr>
            <a:spLocks noGrp="1"/>
          </p:cNvSpPr>
          <p:nvPr>
            <p:ph type="sldNum" sz="quarter" idx="5"/>
          </p:nvPr>
        </p:nvSpPr>
        <p:spPr/>
        <p:txBody>
          <a:bodyPr/>
          <a:lstStyle/>
          <a:p>
            <a:fld id="{40490923-5545-486C-8504-05A8672A0155}" type="slidenum">
              <a:rPr lang="en-IN" smtClean="0"/>
              <a:t>16</a:t>
            </a:fld>
            <a:endParaRPr lang="en-IN"/>
          </a:p>
        </p:txBody>
      </p:sp>
    </p:spTree>
    <p:extLst>
      <p:ext uri="{BB962C8B-B14F-4D97-AF65-F5344CB8AC3E}">
        <p14:creationId xmlns:p14="http://schemas.microsoft.com/office/powerpoint/2010/main" val="32068819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A55FF-0E44-08CC-20FA-A34FD6F5D3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4FDAE-6FDC-CFC1-6024-E54A10B683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471B25-3BC9-D662-AAAE-EFA8A23F58D3}"/>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F5EE60C2-77B3-0F5D-2BF8-CB2A4EACE295}"/>
              </a:ext>
            </a:extLst>
          </p:cNvPr>
          <p:cNvSpPr>
            <a:spLocks noGrp="1"/>
          </p:cNvSpPr>
          <p:nvPr>
            <p:ph type="sldNum" sz="quarter" idx="5"/>
          </p:nvPr>
        </p:nvSpPr>
        <p:spPr/>
        <p:txBody>
          <a:bodyPr/>
          <a:lstStyle/>
          <a:p>
            <a:fld id="{40490923-5545-486C-8504-05A8672A0155}" type="slidenum">
              <a:rPr lang="en-IN" smtClean="0"/>
              <a:t>17</a:t>
            </a:fld>
            <a:endParaRPr lang="en-IN"/>
          </a:p>
        </p:txBody>
      </p:sp>
    </p:spTree>
    <p:extLst>
      <p:ext uri="{BB962C8B-B14F-4D97-AF65-F5344CB8AC3E}">
        <p14:creationId xmlns:p14="http://schemas.microsoft.com/office/powerpoint/2010/main" val="1139494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BFDA2-22DE-DF6E-A1FB-132C2CDF7C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2CF7BD-823D-071E-2915-9AEBC79596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C572F5-3C9C-7494-CCB8-0D026CAD96E8}"/>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442E7E33-B305-FE5C-A18B-3C52B22EA35D}"/>
              </a:ext>
            </a:extLst>
          </p:cNvPr>
          <p:cNvSpPr>
            <a:spLocks noGrp="1"/>
          </p:cNvSpPr>
          <p:nvPr>
            <p:ph type="sldNum" sz="quarter" idx="5"/>
          </p:nvPr>
        </p:nvSpPr>
        <p:spPr/>
        <p:txBody>
          <a:bodyPr/>
          <a:lstStyle/>
          <a:p>
            <a:fld id="{40490923-5545-486C-8504-05A8672A0155}" type="slidenum">
              <a:rPr lang="en-IN" smtClean="0"/>
              <a:t>18</a:t>
            </a:fld>
            <a:endParaRPr lang="en-IN"/>
          </a:p>
        </p:txBody>
      </p:sp>
    </p:spTree>
    <p:extLst>
      <p:ext uri="{BB962C8B-B14F-4D97-AF65-F5344CB8AC3E}">
        <p14:creationId xmlns:p14="http://schemas.microsoft.com/office/powerpoint/2010/main" val="20834327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D9BFA-3E6B-90E9-B4A0-AB43C7FFC0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333A4-45E8-D46F-E20F-17F100723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06B22-3931-E066-2F90-FB862A769858}"/>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E2DF80E7-CA1A-E847-42F9-8F22BDCDD4BB}"/>
              </a:ext>
            </a:extLst>
          </p:cNvPr>
          <p:cNvSpPr>
            <a:spLocks noGrp="1"/>
          </p:cNvSpPr>
          <p:nvPr>
            <p:ph type="sldNum" sz="quarter" idx="5"/>
          </p:nvPr>
        </p:nvSpPr>
        <p:spPr/>
        <p:txBody>
          <a:bodyPr/>
          <a:lstStyle/>
          <a:p>
            <a:fld id="{40490923-5545-486C-8504-05A8672A0155}" type="slidenum">
              <a:rPr lang="en-IN" smtClean="0"/>
              <a:t>19</a:t>
            </a:fld>
            <a:endParaRPr lang="en-IN"/>
          </a:p>
        </p:txBody>
      </p:sp>
    </p:spTree>
    <p:extLst>
      <p:ext uri="{BB962C8B-B14F-4D97-AF65-F5344CB8AC3E}">
        <p14:creationId xmlns:p14="http://schemas.microsoft.com/office/powerpoint/2010/main" val="25268540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901DB-31AE-951A-6A16-D7A5F5DEA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4A258F-763C-B51D-59E4-B0B6F9D39D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63BEC-1541-A430-4635-2CD4B6E797E8}"/>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D6973993-7CF0-3560-BB65-509D5B68D4E8}"/>
              </a:ext>
            </a:extLst>
          </p:cNvPr>
          <p:cNvSpPr>
            <a:spLocks noGrp="1"/>
          </p:cNvSpPr>
          <p:nvPr>
            <p:ph type="sldNum" sz="quarter" idx="5"/>
          </p:nvPr>
        </p:nvSpPr>
        <p:spPr/>
        <p:txBody>
          <a:bodyPr/>
          <a:lstStyle/>
          <a:p>
            <a:fld id="{40490923-5545-486C-8504-05A8672A0155}" type="slidenum">
              <a:rPr lang="en-IN" smtClean="0"/>
              <a:t>20</a:t>
            </a:fld>
            <a:endParaRPr lang="en-IN"/>
          </a:p>
        </p:txBody>
      </p:sp>
    </p:spTree>
    <p:extLst>
      <p:ext uri="{BB962C8B-B14F-4D97-AF65-F5344CB8AC3E}">
        <p14:creationId xmlns:p14="http://schemas.microsoft.com/office/powerpoint/2010/main" val="38757929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D02691-9233-AC8D-E0FD-D14C0ECFF1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BBE7B1-048A-FB12-4E28-B1FAE08355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F0D489-3407-8344-C1E2-7BD2A762F422}"/>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BA300EE7-A827-B498-671A-D5B90AAACDE7}"/>
              </a:ext>
            </a:extLst>
          </p:cNvPr>
          <p:cNvSpPr>
            <a:spLocks noGrp="1"/>
          </p:cNvSpPr>
          <p:nvPr>
            <p:ph type="sldNum" sz="quarter" idx="5"/>
          </p:nvPr>
        </p:nvSpPr>
        <p:spPr/>
        <p:txBody>
          <a:bodyPr/>
          <a:lstStyle/>
          <a:p>
            <a:fld id="{40490923-5545-486C-8504-05A8672A0155}" type="slidenum">
              <a:rPr lang="en-IN" smtClean="0"/>
              <a:t>21</a:t>
            </a:fld>
            <a:endParaRPr lang="en-IN"/>
          </a:p>
        </p:txBody>
      </p:sp>
    </p:spTree>
    <p:extLst>
      <p:ext uri="{BB962C8B-B14F-4D97-AF65-F5344CB8AC3E}">
        <p14:creationId xmlns:p14="http://schemas.microsoft.com/office/powerpoint/2010/main" val="19597293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3769B-077E-95CD-729E-C9A538ABFC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9EE356-B278-9804-1E1A-F37A15E6BA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B4989-242D-9AD4-3766-663B938A3830}"/>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8D77E578-4541-0E6A-E459-8AE9EE0D3CDE}"/>
              </a:ext>
            </a:extLst>
          </p:cNvPr>
          <p:cNvSpPr>
            <a:spLocks noGrp="1"/>
          </p:cNvSpPr>
          <p:nvPr>
            <p:ph type="sldNum" sz="quarter" idx="5"/>
          </p:nvPr>
        </p:nvSpPr>
        <p:spPr/>
        <p:txBody>
          <a:bodyPr/>
          <a:lstStyle/>
          <a:p>
            <a:fld id="{40490923-5545-486C-8504-05A8672A0155}" type="slidenum">
              <a:rPr lang="en-IN" smtClean="0"/>
              <a:t>22</a:t>
            </a:fld>
            <a:endParaRPr lang="en-IN"/>
          </a:p>
        </p:txBody>
      </p:sp>
    </p:spTree>
    <p:extLst>
      <p:ext uri="{BB962C8B-B14F-4D97-AF65-F5344CB8AC3E}">
        <p14:creationId xmlns:p14="http://schemas.microsoft.com/office/powerpoint/2010/main" val="19117104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C254C-0136-4E36-10F4-295AAF9A7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068D7-FFEB-87CF-C23B-3D77C7BB45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5C7BE8-FD50-D3C9-6B9A-6D44AED8444A}"/>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48C6131A-BA05-1E7D-AEED-E2A751213ADE}"/>
              </a:ext>
            </a:extLst>
          </p:cNvPr>
          <p:cNvSpPr>
            <a:spLocks noGrp="1"/>
          </p:cNvSpPr>
          <p:nvPr>
            <p:ph type="sldNum" sz="quarter" idx="5"/>
          </p:nvPr>
        </p:nvSpPr>
        <p:spPr/>
        <p:txBody>
          <a:bodyPr/>
          <a:lstStyle/>
          <a:p>
            <a:fld id="{40490923-5545-486C-8504-05A8672A0155}" type="slidenum">
              <a:rPr lang="en-IN" smtClean="0"/>
              <a:t>23</a:t>
            </a:fld>
            <a:endParaRPr lang="en-IN"/>
          </a:p>
        </p:txBody>
      </p:sp>
    </p:spTree>
    <p:extLst>
      <p:ext uri="{BB962C8B-B14F-4D97-AF65-F5344CB8AC3E}">
        <p14:creationId xmlns:p14="http://schemas.microsoft.com/office/powerpoint/2010/main" val="30223228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B660B-687F-0840-9A6F-24D9315F7B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91B47D-D7BC-748D-C885-7231140039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79790-2E0E-E926-1508-4CB1A4D9CA2B}"/>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C1F3B788-EAEC-56B2-0E68-698600CA078F}"/>
              </a:ext>
            </a:extLst>
          </p:cNvPr>
          <p:cNvSpPr>
            <a:spLocks noGrp="1"/>
          </p:cNvSpPr>
          <p:nvPr>
            <p:ph type="sldNum" sz="quarter" idx="5"/>
          </p:nvPr>
        </p:nvSpPr>
        <p:spPr/>
        <p:txBody>
          <a:bodyPr/>
          <a:lstStyle/>
          <a:p>
            <a:fld id="{40490923-5545-486C-8504-05A8672A0155}" type="slidenum">
              <a:rPr lang="en-IN" smtClean="0"/>
              <a:t>24</a:t>
            </a:fld>
            <a:endParaRPr lang="en-IN"/>
          </a:p>
        </p:txBody>
      </p:sp>
    </p:spTree>
    <p:extLst>
      <p:ext uri="{BB962C8B-B14F-4D97-AF65-F5344CB8AC3E}">
        <p14:creationId xmlns:p14="http://schemas.microsoft.com/office/powerpoint/2010/main" val="203731109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4D33C-7924-9BE4-5CCF-E093475D4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0F2AD3-73D1-9461-FC07-01A4CB390A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81B9F9-87F1-799B-7752-71C2728BE25E}"/>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D9DE98D4-533A-116F-12C5-FD05E0A671D9}"/>
              </a:ext>
            </a:extLst>
          </p:cNvPr>
          <p:cNvSpPr>
            <a:spLocks noGrp="1"/>
          </p:cNvSpPr>
          <p:nvPr>
            <p:ph type="sldNum" sz="quarter" idx="5"/>
          </p:nvPr>
        </p:nvSpPr>
        <p:spPr/>
        <p:txBody>
          <a:bodyPr/>
          <a:lstStyle/>
          <a:p>
            <a:fld id="{40490923-5545-486C-8504-05A8672A0155}" type="slidenum">
              <a:rPr lang="en-IN" smtClean="0"/>
              <a:t>25</a:t>
            </a:fld>
            <a:endParaRPr lang="en-IN"/>
          </a:p>
        </p:txBody>
      </p:sp>
    </p:spTree>
    <p:extLst>
      <p:ext uri="{BB962C8B-B14F-4D97-AF65-F5344CB8AC3E}">
        <p14:creationId xmlns:p14="http://schemas.microsoft.com/office/powerpoint/2010/main" val="25757196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B2DE8-7026-5BF7-2ABF-08C1B14E2C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464416-02AF-E98E-7F4A-D1B64662AF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98EED0-74B0-C9EC-BAC5-35B22529F564}"/>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580E7679-579C-CAC9-359A-FCB5352FB548}"/>
              </a:ext>
            </a:extLst>
          </p:cNvPr>
          <p:cNvSpPr>
            <a:spLocks noGrp="1"/>
          </p:cNvSpPr>
          <p:nvPr>
            <p:ph type="sldNum" sz="quarter" idx="5"/>
          </p:nvPr>
        </p:nvSpPr>
        <p:spPr/>
        <p:txBody>
          <a:bodyPr/>
          <a:lstStyle/>
          <a:p>
            <a:fld id="{40490923-5545-486C-8504-05A8672A0155}" type="slidenum">
              <a:rPr lang="en-IN" smtClean="0"/>
              <a:t>26</a:t>
            </a:fld>
            <a:endParaRPr lang="en-IN"/>
          </a:p>
        </p:txBody>
      </p:sp>
    </p:spTree>
    <p:extLst>
      <p:ext uri="{BB962C8B-B14F-4D97-AF65-F5344CB8AC3E}">
        <p14:creationId xmlns:p14="http://schemas.microsoft.com/office/powerpoint/2010/main" val="4265684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881B4-0A57-F4A2-AB45-EA4A287F7C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132D25-78D4-172F-C10C-A44D3ECA0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1D641-64FF-F928-C736-B536E255E52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9A391A8E-C35D-0228-935D-7BA83C1704AA}"/>
              </a:ext>
            </a:extLst>
          </p:cNvPr>
          <p:cNvSpPr>
            <a:spLocks noGrp="1"/>
          </p:cNvSpPr>
          <p:nvPr>
            <p:ph type="sldNum" sz="quarter" idx="5"/>
          </p:nvPr>
        </p:nvSpPr>
        <p:spPr/>
        <p:txBody>
          <a:bodyPr/>
          <a:lstStyle/>
          <a:p>
            <a:fld id="{40490923-5545-486C-8504-05A8672A0155}" type="slidenum">
              <a:rPr lang="en-IN" smtClean="0"/>
              <a:t>27</a:t>
            </a:fld>
            <a:endParaRPr lang="en-IN"/>
          </a:p>
        </p:txBody>
      </p:sp>
    </p:spTree>
    <p:extLst>
      <p:ext uri="{BB962C8B-B14F-4D97-AF65-F5344CB8AC3E}">
        <p14:creationId xmlns:p14="http://schemas.microsoft.com/office/powerpoint/2010/main" val="27201185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E59CC-1CAE-31EA-EFBB-719022EB5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A3268-AAC9-0F47-1773-11EA0A3DC5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6ACA34-451E-D9AB-5A52-25456EAA1AFC}"/>
              </a:ext>
            </a:extLst>
          </p:cNvPr>
          <p:cNvSpPr>
            <a:spLocks noGrp="1"/>
          </p:cNvSpPr>
          <p:nvPr>
            <p:ph type="body" idx="1"/>
          </p:nvPr>
        </p:nvSpPr>
        <p:spPr/>
        <p:txBody>
          <a:bodyPr/>
          <a:lstStyle/>
          <a:p>
            <a:pPr marL="0" indent="0">
              <a:buFontTx/>
              <a:buNone/>
            </a:pPr>
            <a:r>
              <a:rPr lang="en-IN"/>
              <a:t>21.67cr+17.05</a:t>
            </a:r>
          </a:p>
        </p:txBody>
      </p:sp>
      <p:sp>
        <p:nvSpPr>
          <p:cNvPr id="4" name="Slide Number Placeholder 3">
            <a:extLst>
              <a:ext uri="{FF2B5EF4-FFF2-40B4-BE49-F238E27FC236}">
                <a16:creationId xmlns:a16="http://schemas.microsoft.com/office/drawing/2014/main" id="{9B70A9D8-D024-A4B6-2360-32A20F1A55BF}"/>
              </a:ext>
            </a:extLst>
          </p:cNvPr>
          <p:cNvSpPr>
            <a:spLocks noGrp="1"/>
          </p:cNvSpPr>
          <p:nvPr>
            <p:ph type="sldNum" sz="quarter" idx="5"/>
          </p:nvPr>
        </p:nvSpPr>
        <p:spPr/>
        <p:txBody>
          <a:bodyPr/>
          <a:lstStyle/>
          <a:p>
            <a:fld id="{40490923-5545-486C-8504-05A8672A0155}" type="slidenum">
              <a:rPr lang="en-IN" smtClean="0"/>
              <a:t>29</a:t>
            </a:fld>
            <a:endParaRPr lang="en-IN"/>
          </a:p>
        </p:txBody>
      </p:sp>
    </p:spTree>
    <p:extLst>
      <p:ext uri="{BB962C8B-B14F-4D97-AF65-F5344CB8AC3E}">
        <p14:creationId xmlns:p14="http://schemas.microsoft.com/office/powerpoint/2010/main" val="17428294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F862D-969C-92BA-DDA6-04E22130F5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87F903D-03F1-2EB5-7495-B8045D5CA9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198D6A-F652-44DB-EF68-E3721C519D08}"/>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5" name="Footer Placeholder 4">
            <a:extLst>
              <a:ext uri="{FF2B5EF4-FFF2-40B4-BE49-F238E27FC236}">
                <a16:creationId xmlns:a16="http://schemas.microsoft.com/office/drawing/2014/main" id="{0236694F-7BD5-1AF7-495D-BF35A599ED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C2E145-BCA9-7B9B-5870-CFCBDC088D20}"/>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1889005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419D2-6A51-4E7E-EE05-CC374007E9E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1603BB-5EB4-F8E0-200E-6417734BA0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CCADF32-1365-F220-7CC0-0E48FF72E619}"/>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5" name="Footer Placeholder 4">
            <a:extLst>
              <a:ext uri="{FF2B5EF4-FFF2-40B4-BE49-F238E27FC236}">
                <a16:creationId xmlns:a16="http://schemas.microsoft.com/office/drawing/2014/main" id="{A13B546B-D4F0-93E1-1700-C81E46CC09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5C7011-091F-1EC7-66D4-F7F4ABC1A837}"/>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1353454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31CAF-C6CC-C194-6D4C-CEC4C73040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3AD37AF-C829-5028-DF1C-0A9C16A77D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1B7380-8ADD-A0F9-BD4C-67349855CA4F}"/>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5" name="Footer Placeholder 4">
            <a:extLst>
              <a:ext uri="{FF2B5EF4-FFF2-40B4-BE49-F238E27FC236}">
                <a16:creationId xmlns:a16="http://schemas.microsoft.com/office/drawing/2014/main" id="{E354AECF-9820-326D-5882-9529BA6748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706693-3983-6225-E0AB-866F09AF9E9C}"/>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295407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580A0-B95C-F3EA-5640-09B945CE2A5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064C79-3E46-109C-A379-FED245042A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42F0CB8-5FCB-E7D5-708D-79F1F212C6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F4388FB-0C89-72BD-AE11-C795196D3753}"/>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6" name="Footer Placeholder 5">
            <a:extLst>
              <a:ext uri="{FF2B5EF4-FFF2-40B4-BE49-F238E27FC236}">
                <a16:creationId xmlns:a16="http://schemas.microsoft.com/office/drawing/2014/main" id="{40B10AB1-05A9-3E89-85C2-0805FDF838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3C474BC-94E7-156F-D047-E778633C5183}"/>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24970215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76910-175E-8A5D-0F44-A5D268A242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1DC0159-B632-F72A-C411-9C56AA3779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57F80A-A6FF-B530-3C95-C813BC9EA4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0C84A15-F996-1330-7697-FFE4162F90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585F1BC-7C70-2E14-EBBD-AC06317FACF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CA698B-D5C3-0989-C0F6-702E4ACE34C2}"/>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8" name="Footer Placeholder 7">
            <a:extLst>
              <a:ext uri="{FF2B5EF4-FFF2-40B4-BE49-F238E27FC236}">
                <a16:creationId xmlns:a16="http://schemas.microsoft.com/office/drawing/2014/main" id="{DA8B64A2-1726-B17B-50DF-4F1C3AAD642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082AC2A-2FCC-5283-F225-2A937D01695F}"/>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1705797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282C5-FFAF-5606-6CE3-B83AA8D697C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BF1D973-EB5C-2942-C470-183A804ED325}"/>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4" name="Footer Placeholder 3">
            <a:extLst>
              <a:ext uri="{FF2B5EF4-FFF2-40B4-BE49-F238E27FC236}">
                <a16:creationId xmlns:a16="http://schemas.microsoft.com/office/drawing/2014/main" id="{2663FDBE-BBD5-E3AB-D9D2-41EBDD88EA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35EB26C-99C1-A374-07FD-E7C8EA9E8D23}"/>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1339065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9CED2B-5910-B274-DF8B-90DCB7DDD5A3}"/>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3" name="Footer Placeholder 2">
            <a:extLst>
              <a:ext uri="{FF2B5EF4-FFF2-40B4-BE49-F238E27FC236}">
                <a16:creationId xmlns:a16="http://schemas.microsoft.com/office/drawing/2014/main" id="{EA8D1A9A-4B98-4854-5178-163B9CFB49D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7719741-57C5-DD92-39B6-6F30D04B6024}"/>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847707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AED52-363C-56F1-DF84-C30ECAE7C7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3760D86-6C49-EB95-3440-63D9400517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05845E9-E5B9-31AE-A26E-6BF4801A0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84D0EF-87D9-53AF-6A91-266648DF4DC2}"/>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6" name="Footer Placeholder 5">
            <a:extLst>
              <a:ext uri="{FF2B5EF4-FFF2-40B4-BE49-F238E27FC236}">
                <a16:creationId xmlns:a16="http://schemas.microsoft.com/office/drawing/2014/main" id="{C91E8FF0-A16D-807B-ABC7-063A0296674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B05190-0503-BC16-0085-E21E611DCCC2}"/>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3518036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D5165-02BD-9E51-6FBF-BE42411D68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DA8E7B6-585E-2858-8697-00F9E12C46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7661A8-76CA-16ED-2474-C676062E60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7FBF6E-AD45-4DA3-CB1C-7BE2C2230085}"/>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6" name="Footer Placeholder 5">
            <a:extLst>
              <a:ext uri="{FF2B5EF4-FFF2-40B4-BE49-F238E27FC236}">
                <a16:creationId xmlns:a16="http://schemas.microsoft.com/office/drawing/2014/main" id="{543A6580-F1E1-CBAD-BABD-203B81C4F2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E16172-0C70-7094-B5DA-CD6B080EC349}"/>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4164597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99810-264B-DC50-868D-07704D46A1E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4E7F642-FEE3-2941-FB16-EA68411A98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D6AC8F-3528-437F-6F2F-686BB60253E5}"/>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5" name="Footer Placeholder 4">
            <a:extLst>
              <a:ext uri="{FF2B5EF4-FFF2-40B4-BE49-F238E27FC236}">
                <a16:creationId xmlns:a16="http://schemas.microsoft.com/office/drawing/2014/main" id="{2817F401-5FC3-D2E7-1761-BF8EB4B91E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B785C4-A3FB-A0A3-49FE-AA3989FB1F5E}"/>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4205717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5C48B26-6A85-1448-5040-6925ECBC738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EA9EE74-26D8-9A08-82CB-B578FD6DF8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01375A-4F5F-0537-76E8-5D73819E59AA}"/>
              </a:ext>
            </a:extLst>
          </p:cNvPr>
          <p:cNvSpPr>
            <a:spLocks noGrp="1"/>
          </p:cNvSpPr>
          <p:nvPr>
            <p:ph type="dt" sz="half" idx="10"/>
          </p:nvPr>
        </p:nvSpPr>
        <p:spPr/>
        <p:txBody>
          <a:bodyPr/>
          <a:lstStyle/>
          <a:p>
            <a:fld id="{7A33D72F-E49E-4545-AF03-92871880F4FE}" type="datetimeFigureOut">
              <a:rPr lang="en-IN" smtClean="0"/>
              <a:t>14-08-2026</a:t>
            </a:fld>
            <a:endParaRPr lang="en-IN"/>
          </a:p>
        </p:txBody>
      </p:sp>
      <p:sp>
        <p:nvSpPr>
          <p:cNvPr id="5" name="Footer Placeholder 4">
            <a:extLst>
              <a:ext uri="{FF2B5EF4-FFF2-40B4-BE49-F238E27FC236}">
                <a16:creationId xmlns:a16="http://schemas.microsoft.com/office/drawing/2014/main" id="{BE6570C0-9E8A-5391-41F0-43369885D4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5BFA08-7DDE-F211-2C39-98699FE774FC}"/>
              </a:ext>
            </a:extLst>
          </p:cNvPr>
          <p:cNvSpPr>
            <a:spLocks noGrp="1"/>
          </p:cNvSpPr>
          <p:nvPr>
            <p:ph type="sldNum" sz="quarter" idx="12"/>
          </p:nvPr>
        </p:nvSpPr>
        <p:spPr/>
        <p:txBody>
          <a:bodyPr/>
          <a:lstStyle/>
          <a:p>
            <a:fld id="{41A1C97E-A46E-4AE2-BB58-03378C37571B}" type="slidenum">
              <a:rPr lang="en-IN" smtClean="0"/>
              <a:t>‹#›</a:t>
            </a:fld>
            <a:endParaRPr lang="en-IN"/>
          </a:p>
        </p:txBody>
      </p:sp>
    </p:spTree>
    <p:extLst>
      <p:ext uri="{BB962C8B-B14F-4D97-AF65-F5344CB8AC3E}">
        <p14:creationId xmlns:p14="http://schemas.microsoft.com/office/powerpoint/2010/main" val="2700398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602FF95-20C5-B66A-28AB-6DD0E2FA71AB}"/>
              </a:ext>
            </a:extLst>
          </p:cNvPr>
          <p:cNvSpPr>
            <a:spLocks noGrp="1"/>
          </p:cNvSpPr>
          <p:nvPr>
            <p:ph type="sldNum" sz="quarter" idx="12"/>
          </p:nvPr>
        </p:nvSpPr>
        <p:spPr>
          <a:xfrm>
            <a:off x="11364686" y="6540273"/>
            <a:ext cx="584200" cy="179842"/>
          </a:xfrm>
        </p:spPr>
        <p:txBody>
          <a:bodyPr/>
          <a:lstStyle/>
          <a:p>
            <a:fld id="{9EE82987-453E-480B-93B9-DE5CBE51C190}" type="slidenum">
              <a:rPr lang="en-IN" smtClean="0"/>
              <a:t>‹#›</a:t>
            </a:fld>
            <a:endParaRPr lang="en-IN"/>
          </a:p>
        </p:txBody>
      </p:sp>
      <p:sp>
        <p:nvSpPr>
          <p:cNvPr id="13" name="Content Placeholder 12">
            <a:extLst>
              <a:ext uri="{FF2B5EF4-FFF2-40B4-BE49-F238E27FC236}">
                <a16:creationId xmlns:a16="http://schemas.microsoft.com/office/drawing/2014/main" id="{07775493-A004-E941-5E09-D59E2B10CAD2}"/>
              </a:ext>
            </a:extLst>
          </p:cNvPr>
          <p:cNvSpPr>
            <a:spLocks noGrp="1"/>
          </p:cNvSpPr>
          <p:nvPr>
            <p:ph sz="quarter" idx="13"/>
          </p:nvPr>
        </p:nvSpPr>
        <p:spPr>
          <a:xfrm>
            <a:off x="221116" y="1125537"/>
            <a:ext cx="9184141" cy="5327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3" name="Straight Connector 2">
            <a:extLst>
              <a:ext uri="{FF2B5EF4-FFF2-40B4-BE49-F238E27FC236}">
                <a16:creationId xmlns:a16="http://schemas.microsoft.com/office/drawing/2014/main" id="{C110E656-C2F7-8D30-3E99-D71B34B767AC}"/>
              </a:ext>
            </a:extLst>
          </p:cNvPr>
          <p:cNvCxnSpPr/>
          <p:nvPr userDrawn="1"/>
        </p:nvCxnSpPr>
        <p:spPr>
          <a:xfrm>
            <a:off x="221116" y="858559"/>
            <a:ext cx="11743872"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7491098"/>
      </p:ext>
    </p:extLst>
  </p:cSld>
  <p:clrMapOvr>
    <a:masterClrMapping/>
  </p:clrMapOvr>
  <p:extLst>
    <p:ext uri="{DCECCB84-F9BA-43D5-87BE-67443E8EF086}">
      <p15:sldGuideLst xmlns:p15="http://schemas.microsoft.com/office/powerpoint/2012/main">
        <p15:guide id="1" pos="121">
          <p15:clr>
            <a:srgbClr val="FBAE40"/>
          </p15:clr>
        </p15:guide>
        <p15:guide id="2" pos="7537">
          <p15:clr>
            <a:srgbClr val="FBAE40"/>
          </p15:clr>
        </p15:guide>
        <p15:guide id="3" orient="horz" pos="73">
          <p15:clr>
            <a:srgbClr val="FBAE40"/>
          </p15:clr>
        </p15:guide>
        <p15:guide id="4" orient="horz" pos="663">
          <p15:clr>
            <a:srgbClr val="A4A3A4"/>
          </p15:clr>
        </p15:guide>
        <p15:guide id="5" orient="horz" pos="4065">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602FF95-20C5-B66A-28AB-6DD0E2FA71AB}"/>
              </a:ext>
            </a:extLst>
          </p:cNvPr>
          <p:cNvSpPr>
            <a:spLocks noGrp="1"/>
          </p:cNvSpPr>
          <p:nvPr>
            <p:ph type="sldNum" sz="quarter" idx="12"/>
          </p:nvPr>
        </p:nvSpPr>
        <p:spPr>
          <a:xfrm>
            <a:off x="11364686" y="6540273"/>
            <a:ext cx="584200" cy="179842"/>
          </a:xfrm>
        </p:spPr>
        <p:txBody>
          <a:bodyPr/>
          <a:lstStyle/>
          <a:p>
            <a:fld id="{9EE82987-453E-480B-93B9-DE5CBE51C190}" type="slidenum">
              <a:rPr lang="en-IN" smtClean="0"/>
              <a:t>‹#›</a:t>
            </a:fld>
            <a:endParaRPr lang="en-IN"/>
          </a:p>
        </p:txBody>
      </p:sp>
      <p:sp>
        <p:nvSpPr>
          <p:cNvPr id="13" name="Content Placeholder 12">
            <a:extLst>
              <a:ext uri="{FF2B5EF4-FFF2-40B4-BE49-F238E27FC236}">
                <a16:creationId xmlns:a16="http://schemas.microsoft.com/office/drawing/2014/main" id="{07775493-A004-E941-5E09-D59E2B10CAD2}"/>
              </a:ext>
            </a:extLst>
          </p:cNvPr>
          <p:cNvSpPr>
            <a:spLocks noGrp="1"/>
          </p:cNvSpPr>
          <p:nvPr>
            <p:ph sz="quarter" idx="13"/>
          </p:nvPr>
        </p:nvSpPr>
        <p:spPr>
          <a:xfrm>
            <a:off x="221116" y="1125537"/>
            <a:ext cx="9184141" cy="53276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cxnSp>
        <p:nvCxnSpPr>
          <p:cNvPr id="3" name="Straight Connector 2">
            <a:extLst>
              <a:ext uri="{FF2B5EF4-FFF2-40B4-BE49-F238E27FC236}">
                <a16:creationId xmlns:a16="http://schemas.microsoft.com/office/drawing/2014/main" id="{C110E656-C2F7-8D30-3E99-D71B34B767AC}"/>
              </a:ext>
            </a:extLst>
          </p:cNvPr>
          <p:cNvCxnSpPr/>
          <p:nvPr userDrawn="1"/>
        </p:nvCxnSpPr>
        <p:spPr>
          <a:xfrm>
            <a:off x="221116" y="929679"/>
            <a:ext cx="11743872"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483195"/>
      </p:ext>
    </p:extLst>
  </p:cSld>
  <p:clrMapOvr>
    <a:masterClrMapping/>
  </p:clrMapOvr>
  <p:extLst>
    <p:ext uri="{DCECCB84-F9BA-43D5-87BE-67443E8EF086}">
      <p15:sldGuideLst xmlns:p15="http://schemas.microsoft.com/office/powerpoint/2012/main">
        <p15:guide id="1" pos="121">
          <p15:clr>
            <a:srgbClr val="FBAE40"/>
          </p15:clr>
        </p15:guide>
        <p15:guide id="2" pos="7537">
          <p15:clr>
            <a:srgbClr val="FBAE40"/>
          </p15:clr>
        </p15:guide>
        <p15:guide id="3" orient="horz" pos="73">
          <p15:clr>
            <a:srgbClr val="FBAE40"/>
          </p15:clr>
        </p15:guide>
        <p15:guide id="4" orient="horz" pos="663">
          <p15:clr>
            <a:srgbClr val="A4A3A4"/>
          </p15:clr>
        </p15:guide>
        <p15:guide id="5" orient="horz" pos="4065">
          <p15:clr>
            <a:srgbClr val="A4A3A4"/>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3CB5FD-05AF-D24E-BFFD-5A50D24E72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8502DD-B5C7-DC3B-2E7D-648B10B12F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5697DF-5AC7-FE81-2102-4FB67F390B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33D72F-E49E-4545-AF03-92871880F4FE}" type="datetimeFigureOut">
              <a:rPr lang="en-IN" smtClean="0"/>
              <a:t>14-08-2026</a:t>
            </a:fld>
            <a:endParaRPr lang="en-IN"/>
          </a:p>
        </p:txBody>
      </p:sp>
      <p:sp>
        <p:nvSpPr>
          <p:cNvPr id="5" name="Footer Placeholder 4">
            <a:extLst>
              <a:ext uri="{FF2B5EF4-FFF2-40B4-BE49-F238E27FC236}">
                <a16:creationId xmlns:a16="http://schemas.microsoft.com/office/drawing/2014/main" id="{69AD7C46-8523-8D77-EF2C-6984298F06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B40EEABD-92CC-3001-4520-53CA1669E8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1A1C97E-A46E-4AE2-BB58-03378C37571B}" type="slidenum">
              <a:rPr lang="en-IN" smtClean="0"/>
              <a:t>‹#›</a:t>
            </a:fld>
            <a:endParaRPr lang="en-IN"/>
          </a:p>
        </p:txBody>
      </p:sp>
    </p:spTree>
    <p:extLst>
      <p:ext uri="{BB962C8B-B14F-4D97-AF65-F5344CB8AC3E}">
        <p14:creationId xmlns:p14="http://schemas.microsoft.com/office/powerpoint/2010/main" val="363354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D6B4970-0CB7-4849-AF8B-4F87F49B3DD8}" type="datetimeFigureOut">
              <a:rPr lang="en-IN" smtClean="0"/>
              <a:t>14-08-2026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E82987-453E-480B-93B9-DE5CBE51C190}" type="slidenum">
              <a:rPr lang="en-IN" smtClean="0"/>
              <a:t>‹#›</a:t>
            </a:fld>
            <a:endParaRPr lang="en-IN"/>
          </a:p>
        </p:txBody>
      </p:sp>
    </p:spTree>
    <p:extLst>
      <p:ext uri="{BB962C8B-B14F-4D97-AF65-F5344CB8AC3E}">
        <p14:creationId xmlns:p14="http://schemas.microsoft.com/office/powerpoint/2010/main" val="194062385"/>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slide" Target="slide27.xml"/><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microsoft.com/office/2007/relationships/hdphoto" Target="../media/hdphoto1.wdp"/></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microsoft.com/office/2007/relationships/hdphoto" Target="../media/hdphoto1.wdp"/></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ocuments and graphs on table">
            <a:extLst>
              <a:ext uri="{FF2B5EF4-FFF2-40B4-BE49-F238E27FC236}">
                <a16:creationId xmlns:a16="http://schemas.microsoft.com/office/drawing/2014/main" id="{B6BFF2E8-94C1-6212-EB4D-B13FA73229F4}"/>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7827" r="7827"/>
          <a:stretch/>
        </p:blipFill>
        <p:spPr>
          <a:xfrm>
            <a:off x="0" y="10"/>
            <a:ext cx="12192000" cy="6857990"/>
          </a:xfrm>
          <a:prstGeom prst="rect">
            <a:avLst/>
          </a:prstGeom>
        </p:spPr>
      </p:pic>
      <p:sp>
        <p:nvSpPr>
          <p:cNvPr id="2" name="Title 1">
            <a:extLst>
              <a:ext uri="{FF2B5EF4-FFF2-40B4-BE49-F238E27FC236}">
                <a16:creationId xmlns:a16="http://schemas.microsoft.com/office/drawing/2014/main" id="{2991C24A-7871-7F65-8196-C95899D78D4B}"/>
              </a:ext>
            </a:extLst>
          </p:cNvPr>
          <p:cNvSpPr>
            <a:spLocks noGrp="1"/>
          </p:cNvSpPr>
          <p:nvPr>
            <p:ph type="title"/>
          </p:nvPr>
        </p:nvSpPr>
        <p:spPr>
          <a:xfrm>
            <a:off x="-31720" y="0"/>
            <a:ext cx="12223720" cy="6872504"/>
          </a:xfrm>
          <a:prstGeom prst="round2DiagRect">
            <a:avLst>
              <a:gd name="adj1" fmla="val 0"/>
              <a:gd name="adj2" fmla="val 0"/>
            </a:avLst>
          </a:prstGeom>
          <a:solidFill>
            <a:srgbClr val="5B0C15"/>
          </a:solidFill>
        </p:spPr>
        <p:txBody>
          <a:bodyPr vert="horz" lIns="91440" tIns="45720" rIns="91440" bIns="45720" rtlCol="0" anchor="ctr">
            <a:normAutofit/>
          </a:bodyPr>
          <a:lstStyle/>
          <a:p>
            <a:pPr algn="ctr"/>
            <a:r>
              <a:rPr lang="en-US" sz="5400" b="1">
                <a:solidFill>
                  <a:schemeClr val="bg1"/>
                </a:solidFill>
                <a:latin typeface="Times New Roman" panose="02020603050405020304" pitchFamily="18" charset="0"/>
                <a:cs typeface="Times New Roman" panose="02020603050405020304" pitchFamily="18" charset="0"/>
              </a:rPr>
              <a:t>RAGHAV REALTY</a:t>
            </a:r>
            <a:br>
              <a:rPr lang="en-US" sz="6000" b="1">
                <a:solidFill>
                  <a:schemeClr val="bg1"/>
                </a:solidFill>
                <a:latin typeface="Times New Roman" panose="02020603050405020304" pitchFamily="18" charset="0"/>
                <a:cs typeface="Times New Roman" panose="02020603050405020304" pitchFamily="18" charset="0"/>
              </a:rPr>
            </a:br>
            <a:r>
              <a:rPr lang="en-US" sz="3200" b="1">
                <a:solidFill>
                  <a:schemeClr val="bg1"/>
                </a:solidFill>
                <a:latin typeface="Times New Roman" panose="02020603050405020304" pitchFamily="18" charset="0"/>
                <a:cs typeface="Times New Roman" panose="02020603050405020304" pitchFamily="18" charset="0"/>
              </a:rPr>
              <a:t>CRM MONTHLY REPORT</a:t>
            </a:r>
            <a:br>
              <a:rPr lang="en-US" sz="3600" b="1">
                <a:solidFill>
                  <a:schemeClr val="bg1"/>
                </a:solidFill>
                <a:latin typeface="Times New Roman" panose="02020603050405020304" pitchFamily="18" charset="0"/>
                <a:cs typeface="Times New Roman" panose="02020603050405020304" pitchFamily="18" charset="0"/>
              </a:rPr>
            </a:br>
            <a:r>
              <a:rPr lang="en-US" sz="3000" b="1">
                <a:solidFill>
                  <a:schemeClr val="bg1"/>
                </a:solidFill>
                <a:latin typeface="Times New Roman" panose="02020603050405020304" pitchFamily="18" charset="0"/>
                <a:cs typeface="Times New Roman" panose="02020603050405020304" pitchFamily="18" charset="0"/>
              </a:rPr>
              <a:t>Jul and Aug 2026</a:t>
            </a:r>
          </a:p>
        </p:txBody>
      </p:sp>
      <p:pic>
        <p:nvPicPr>
          <p:cNvPr id="7" name="Picture 4">
            <a:extLst>
              <a:ext uri="{FF2B5EF4-FFF2-40B4-BE49-F238E27FC236}">
                <a16:creationId xmlns:a16="http://schemas.microsoft.com/office/drawing/2014/main" id="{22BC11A5-102E-0123-7611-BA6E5E29DCF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20281" y="6439786"/>
            <a:ext cx="1039996" cy="425207"/>
          </a:xfrm>
          <a:prstGeom prst="rect">
            <a:avLst/>
          </a:prstGeom>
          <a:solidFill>
            <a:schemeClr val="bg1"/>
          </a:solidFill>
        </p:spPr>
      </p:pic>
    </p:spTree>
    <p:extLst>
      <p:ext uri="{BB962C8B-B14F-4D97-AF65-F5344CB8AC3E}">
        <p14:creationId xmlns:p14="http://schemas.microsoft.com/office/powerpoint/2010/main" val="824456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DCD24-E2F3-937A-7243-481877253EA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1FF71A0-F28E-73E7-D720-4286FA337014}"/>
              </a:ext>
            </a:extLst>
          </p:cNvPr>
          <p:cNvSpPr/>
          <p:nvPr/>
        </p:nvSpPr>
        <p:spPr>
          <a:xfrm>
            <a:off x="192088" y="115889"/>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July Close out, August Outlook</a:t>
            </a:r>
          </a:p>
        </p:txBody>
      </p:sp>
      <p:sp>
        <p:nvSpPr>
          <p:cNvPr id="7" name="Rectangle: Rounded Corners 6">
            <a:extLst>
              <a:ext uri="{FF2B5EF4-FFF2-40B4-BE49-F238E27FC236}">
                <a16:creationId xmlns:a16="http://schemas.microsoft.com/office/drawing/2014/main" id="{D5EA4B7E-7D11-908E-06A7-918D6946A58A}"/>
              </a:ext>
            </a:extLst>
          </p:cNvPr>
          <p:cNvSpPr/>
          <p:nvPr/>
        </p:nvSpPr>
        <p:spPr>
          <a:xfrm>
            <a:off x="416560" y="1381760"/>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B94D843-8968-9344-45EA-F8F784790B4F}"/>
              </a:ext>
            </a:extLst>
          </p:cNvPr>
          <p:cNvSpPr txBox="1"/>
          <p:nvPr/>
        </p:nvSpPr>
        <p:spPr>
          <a:xfrm>
            <a:off x="416560" y="1018524"/>
            <a:ext cx="1314704" cy="307777"/>
          </a:xfrm>
          <a:prstGeom prst="rect">
            <a:avLst/>
          </a:prstGeom>
          <a:noFill/>
        </p:spPr>
        <p:txBody>
          <a:bodyPr wrap="square" rtlCol="0">
            <a:spAutoFit/>
          </a:bodyPr>
          <a:lstStyle/>
          <a:p>
            <a:r>
              <a:rPr lang="en-IN" sz="1400" b="1">
                <a:latin typeface="Times New Roman" panose="02020603050405020304" pitchFamily="18" charset="0"/>
                <a:cs typeface="Times New Roman" panose="02020603050405020304" pitchFamily="18" charset="0"/>
              </a:rPr>
              <a:t>July Closed</a:t>
            </a:r>
          </a:p>
        </p:txBody>
      </p:sp>
      <p:sp>
        <p:nvSpPr>
          <p:cNvPr id="12" name="TextBox 11">
            <a:extLst>
              <a:ext uri="{FF2B5EF4-FFF2-40B4-BE49-F238E27FC236}">
                <a16:creationId xmlns:a16="http://schemas.microsoft.com/office/drawing/2014/main" id="{A2D5285A-BA11-AC3F-A6B7-CE70374CEBDC}"/>
              </a:ext>
            </a:extLst>
          </p:cNvPr>
          <p:cNvSpPr txBox="1"/>
          <p:nvPr/>
        </p:nvSpPr>
        <p:spPr>
          <a:xfrm>
            <a:off x="465328" y="1381760"/>
            <a:ext cx="1314704"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Target achievement</a:t>
            </a:r>
          </a:p>
        </p:txBody>
      </p:sp>
      <p:sp>
        <p:nvSpPr>
          <p:cNvPr id="17" name="TextBox 16">
            <a:extLst>
              <a:ext uri="{FF2B5EF4-FFF2-40B4-BE49-F238E27FC236}">
                <a16:creationId xmlns:a16="http://schemas.microsoft.com/office/drawing/2014/main" id="{B190C6D6-82B3-ABF6-8D3F-291AD2782DBA}"/>
              </a:ext>
            </a:extLst>
          </p:cNvPr>
          <p:cNvSpPr txBox="1"/>
          <p:nvPr/>
        </p:nvSpPr>
        <p:spPr>
          <a:xfrm>
            <a:off x="535201" y="1679256"/>
            <a:ext cx="768096" cy="400110"/>
          </a:xfrm>
          <a:prstGeom prst="rect">
            <a:avLst/>
          </a:prstGeom>
          <a:noFill/>
        </p:spPr>
        <p:txBody>
          <a:bodyPr wrap="square" rtlCol="0">
            <a:spAutoFit/>
          </a:bodyPr>
          <a:lstStyle/>
          <a:p>
            <a:r>
              <a:rPr lang="en-IN" sz="2000" b="1">
                <a:latin typeface="Times New Roman" panose="02020603050405020304" pitchFamily="18" charset="0"/>
                <a:cs typeface="Times New Roman" panose="02020603050405020304" pitchFamily="18" charset="0"/>
              </a:rPr>
              <a:t>72%</a:t>
            </a:r>
          </a:p>
        </p:txBody>
      </p:sp>
      <p:sp>
        <p:nvSpPr>
          <p:cNvPr id="21" name="Rectangle: Rounded Corners 20">
            <a:extLst>
              <a:ext uri="{FF2B5EF4-FFF2-40B4-BE49-F238E27FC236}">
                <a16:creationId xmlns:a16="http://schemas.microsoft.com/office/drawing/2014/main" id="{EF66F615-5A12-31B4-C938-5C29C8993704}"/>
              </a:ext>
            </a:extLst>
          </p:cNvPr>
          <p:cNvSpPr/>
          <p:nvPr/>
        </p:nvSpPr>
        <p:spPr>
          <a:xfrm>
            <a:off x="2721633" y="1381760"/>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06AC90DB-EAC6-C10D-F0F2-11A4823A67BA}"/>
              </a:ext>
            </a:extLst>
          </p:cNvPr>
          <p:cNvSpPr txBox="1"/>
          <p:nvPr/>
        </p:nvSpPr>
        <p:spPr>
          <a:xfrm>
            <a:off x="2770401" y="1381760"/>
            <a:ext cx="1314704"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Forecast realization</a:t>
            </a:r>
          </a:p>
        </p:txBody>
      </p:sp>
      <p:sp>
        <p:nvSpPr>
          <p:cNvPr id="25" name="TextBox 24">
            <a:extLst>
              <a:ext uri="{FF2B5EF4-FFF2-40B4-BE49-F238E27FC236}">
                <a16:creationId xmlns:a16="http://schemas.microsoft.com/office/drawing/2014/main" id="{6CB177C1-ADA8-EB43-D027-F8CE7E38C1FF}"/>
              </a:ext>
            </a:extLst>
          </p:cNvPr>
          <p:cNvSpPr txBox="1"/>
          <p:nvPr/>
        </p:nvSpPr>
        <p:spPr>
          <a:xfrm>
            <a:off x="2920769" y="1704848"/>
            <a:ext cx="768096" cy="400110"/>
          </a:xfrm>
          <a:prstGeom prst="rect">
            <a:avLst/>
          </a:prstGeom>
          <a:noFill/>
        </p:spPr>
        <p:txBody>
          <a:bodyPr wrap="square" rtlCol="0">
            <a:spAutoFit/>
          </a:bodyPr>
          <a:lstStyle/>
          <a:p>
            <a:r>
              <a:rPr lang="en-IN" sz="2000" b="1">
                <a:latin typeface="Times New Roman" panose="02020603050405020304" pitchFamily="18" charset="0"/>
                <a:cs typeface="Times New Roman" panose="02020603050405020304" pitchFamily="18" charset="0"/>
              </a:rPr>
              <a:t>74%</a:t>
            </a:r>
          </a:p>
        </p:txBody>
      </p:sp>
      <p:sp>
        <p:nvSpPr>
          <p:cNvPr id="27" name="TextBox 26">
            <a:extLst>
              <a:ext uri="{FF2B5EF4-FFF2-40B4-BE49-F238E27FC236}">
                <a16:creationId xmlns:a16="http://schemas.microsoft.com/office/drawing/2014/main" id="{7BD7D9E5-C6D0-658A-01C9-04B5D15E1848}"/>
              </a:ext>
            </a:extLst>
          </p:cNvPr>
          <p:cNvSpPr txBox="1"/>
          <p:nvPr/>
        </p:nvSpPr>
        <p:spPr>
          <a:xfrm>
            <a:off x="2721633" y="2138408"/>
            <a:ext cx="1810904" cy="276999"/>
          </a:xfrm>
          <a:prstGeom prst="rect">
            <a:avLst/>
          </a:prstGeom>
          <a:noFill/>
        </p:spPr>
        <p:txBody>
          <a:bodyPr wrap="square" rtlCol="0">
            <a:spAutoFit/>
          </a:bodyPr>
          <a:lstStyle/>
          <a:p>
            <a:r>
              <a:rPr lang="en-IN" sz="1200" b="1">
                <a:latin typeface="Times New Roman" panose="02020603050405020304" pitchFamily="18" charset="0"/>
                <a:cs typeface="Times New Roman" panose="02020603050405020304" pitchFamily="18" charset="0"/>
              </a:rPr>
              <a:t> 16.90 Cr  (12.59 Cr)</a:t>
            </a:r>
          </a:p>
        </p:txBody>
      </p:sp>
      <p:sp>
        <p:nvSpPr>
          <p:cNvPr id="28" name="TextBox 27">
            <a:extLst>
              <a:ext uri="{FF2B5EF4-FFF2-40B4-BE49-F238E27FC236}">
                <a16:creationId xmlns:a16="http://schemas.microsoft.com/office/drawing/2014/main" id="{73287D7C-F883-9258-C1C6-FDE0ADE37C56}"/>
              </a:ext>
            </a:extLst>
          </p:cNvPr>
          <p:cNvSpPr txBox="1"/>
          <p:nvPr/>
        </p:nvSpPr>
        <p:spPr>
          <a:xfrm>
            <a:off x="416560" y="2700924"/>
            <a:ext cx="5115051" cy="2246769"/>
          </a:xfrm>
          <a:prstGeom prst="rect">
            <a:avLst/>
          </a:prstGeom>
          <a:noFill/>
        </p:spPr>
        <p:txBody>
          <a:bodyPr wrap="square" rtlCol="0">
            <a:spAutoFit/>
          </a:bodyPr>
          <a:lstStyle/>
          <a:p>
            <a:r>
              <a:rPr lang="en-IN" sz="1400" b="1">
                <a:latin typeface="Times New Roman" panose="02020603050405020304" pitchFamily="18" charset="0"/>
                <a:cs typeface="Times New Roman" panose="02020603050405020304" pitchFamily="18" charset="0"/>
              </a:rPr>
              <a:t>Key July’26  Risk</a:t>
            </a:r>
            <a:r>
              <a:rPr lang="en-IN" sz="1400">
                <a:latin typeface="Times New Roman" panose="02020603050405020304" pitchFamily="18" charset="0"/>
                <a:cs typeface="Times New Roman" panose="02020603050405020304" pitchFamily="18" charset="0"/>
              </a:rPr>
              <a:t>: Parijat is currently the weakest-performing project in July and is also responsible for most of the company's old outstanding receivables.</a:t>
            </a:r>
          </a:p>
          <a:p>
            <a:endParaRPr lang="en-IN" sz="1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1400" b="1">
                <a:latin typeface="Times New Roman" panose="02020603050405020304" pitchFamily="18" charset="0"/>
                <a:cs typeface="Times New Roman" panose="02020603050405020304" pitchFamily="18" charset="0"/>
                <a:hlinkClick r:id="" action="ppaction://customshow?id=0&amp;return=true"/>
              </a:rPr>
              <a:t>Poor current performance </a:t>
            </a:r>
            <a:br>
              <a:rPr lang="en-IN" sz="1400">
                <a:latin typeface="Times New Roman" panose="02020603050405020304" pitchFamily="18" charset="0"/>
                <a:cs typeface="Times New Roman" panose="02020603050405020304" pitchFamily="18" charset="0"/>
                <a:hlinkClick r:id="" action="ppaction://customshow?id=0&amp;return=true"/>
              </a:rPr>
            </a:br>
            <a:r>
              <a:rPr lang="en-IN" sz="1400">
                <a:latin typeface="Times New Roman" panose="02020603050405020304" pitchFamily="18" charset="0"/>
                <a:cs typeface="Times New Roman" panose="02020603050405020304" pitchFamily="18" charset="0"/>
                <a:hlinkClick r:id="" action="ppaction://customshow?id=0&amp;return=true"/>
              </a:rPr>
              <a:t> Only 33% of July target achieved in Parijat</a:t>
            </a:r>
            <a:br>
              <a:rPr lang="en-IN" sz="1400">
                <a:latin typeface="Times New Roman" panose="02020603050405020304" pitchFamily="18" charset="0"/>
                <a:cs typeface="Times New Roman" panose="02020603050405020304" pitchFamily="18" charset="0"/>
              </a:rPr>
            </a:br>
            <a:endParaRPr lang="en-IN" sz="1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IN" sz="1400" b="1">
                <a:latin typeface="Times New Roman" panose="02020603050405020304" pitchFamily="18" charset="0"/>
                <a:cs typeface="Times New Roman" panose="02020603050405020304" pitchFamily="18" charset="0"/>
                <a:hlinkClick r:id="" action="ppaction://customshow?id=5&amp;return=true"/>
              </a:rPr>
              <a:t>High historical collection risk -</a:t>
            </a:r>
            <a:br>
              <a:rPr lang="en-IN" sz="1400">
                <a:latin typeface="Times New Roman" panose="02020603050405020304" pitchFamily="18" charset="0"/>
                <a:cs typeface="Times New Roman" panose="02020603050405020304" pitchFamily="18" charset="0"/>
                <a:hlinkClick r:id="" action="ppaction://customshow?id=5&amp;return=true"/>
              </a:rPr>
            </a:br>
            <a:r>
              <a:rPr lang="en-IN" sz="1400">
                <a:latin typeface="Times New Roman" panose="02020603050405020304" pitchFamily="18" charset="0"/>
                <a:cs typeface="Times New Roman" panose="02020603050405020304" pitchFamily="18" charset="0"/>
                <a:hlinkClick r:id="" action="ppaction://customshow?id=5&amp;return=true"/>
              </a:rPr>
              <a:t>76% of company's 90+ day overdue receivables sit in Parijat</a:t>
            </a:r>
            <a:endParaRPr lang="en-IN" sz="1400">
              <a:latin typeface="Times New Roman" panose="02020603050405020304" pitchFamily="18" charset="0"/>
              <a:cs typeface="Times New Roman" panose="02020603050405020304" pitchFamily="18" charset="0"/>
            </a:endParaRPr>
          </a:p>
          <a:p>
            <a:endParaRPr lang="en-IN" sz="1400">
              <a:latin typeface="Times New Roman" panose="02020603050405020304" pitchFamily="18" charset="0"/>
              <a:cs typeface="Times New Roman" panose="02020603050405020304" pitchFamily="18" charset="0"/>
            </a:endParaRPr>
          </a:p>
        </p:txBody>
      </p:sp>
      <p:sp>
        <p:nvSpPr>
          <p:cNvPr id="30" name="Rectangle: Rounded Corners 29">
            <a:extLst>
              <a:ext uri="{FF2B5EF4-FFF2-40B4-BE49-F238E27FC236}">
                <a16:creationId xmlns:a16="http://schemas.microsoft.com/office/drawing/2014/main" id="{A13DEFF0-7356-8D61-862E-C2AC77859F56}"/>
              </a:ext>
            </a:extLst>
          </p:cNvPr>
          <p:cNvSpPr/>
          <p:nvPr/>
        </p:nvSpPr>
        <p:spPr>
          <a:xfrm>
            <a:off x="6966158" y="1411671"/>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4CBE2463-7825-05C0-B37E-7F15D7B0638D}"/>
              </a:ext>
            </a:extLst>
          </p:cNvPr>
          <p:cNvSpPr txBox="1"/>
          <p:nvPr/>
        </p:nvSpPr>
        <p:spPr>
          <a:xfrm>
            <a:off x="7014926" y="1411671"/>
            <a:ext cx="1314704"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August Target</a:t>
            </a:r>
          </a:p>
        </p:txBody>
      </p:sp>
      <p:sp>
        <p:nvSpPr>
          <p:cNvPr id="34" name="TextBox 33">
            <a:extLst>
              <a:ext uri="{FF2B5EF4-FFF2-40B4-BE49-F238E27FC236}">
                <a16:creationId xmlns:a16="http://schemas.microsoft.com/office/drawing/2014/main" id="{3D1F9868-A1A4-6B03-D89F-88685B8D3896}"/>
              </a:ext>
            </a:extLst>
          </p:cNvPr>
          <p:cNvSpPr txBox="1"/>
          <p:nvPr/>
        </p:nvSpPr>
        <p:spPr>
          <a:xfrm>
            <a:off x="7165293" y="1734759"/>
            <a:ext cx="1314703" cy="400110"/>
          </a:xfrm>
          <a:prstGeom prst="rect">
            <a:avLst/>
          </a:prstGeom>
          <a:noFill/>
        </p:spPr>
        <p:txBody>
          <a:bodyPr wrap="square" rtlCol="0">
            <a:spAutoFit/>
          </a:bodyPr>
          <a:lstStyle/>
          <a:p>
            <a:r>
              <a:rPr lang="en-IN" sz="2000" b="1">
                <a:latin typeface="Times New Roman" panose="02020603050405020304" pitchFamily="18" charset="0"/>
                <a:cs typeface="Times New Roman" panose="02020603050405020304" pitchFamily="18" charset="0"/>
                <a:hlinkClick r:id="" action="ppaction://customshow?id=9&amp;return=true"/>
              </a:rPr>
              <a:t>39.11 </a:t>
            </a:r>
            <a:r>
              <a:rPr lang="en-IN" b="1">
                <a:latin typeface="Times New Roman" panose="02020603050405020304" pitchFamily="18" charset="0"/>
                <a:cs typeface="Times New Roman" panose="02020603050405020304" pitchFamily="18" charset="0"/>
                <a:hlinkClick r:id="" action="ppaction://customshow?id=9&amp;return=true"/>
              </a:rPr>
              <a:t>Cr</a:t>
            </a:r>
            <a:endParaRPr lang="en-IN" sz="2000" b="1">
              <a:latin typeface="Times New Roman" panose="02020603050405020304" pitchFamily="18" charset="0"/>
              <a:cs typeface="Times New Roman" panose="02020603050405020304" pitchFamily="18" charset="0"/>
            </a:endParaRPr>
          </a:p>
        </p:txBody>
      </p:sp>
      <p:sp>
        <p:nvSpPr>
          <p:cNvPr id="38" name="Rectangle: Rounded Corners 37">
            <a:extLst>
              <a:ext uri="{FF2B5EF4-FFF2-40B4-BE49-F238E27FC236}">
                <a16:creationId xmlns:a16="http://schemas.microsoft.com/office/drawing/2014/main" id="{328A9009-B66F-D3D7-C99B-0F584F423C8B}"/>
              </a:ext>
            </a:extLst>
          </p:cNvPr>
          <p:cNvSpPr/>
          <p:nvPr/>
        </p:nvSpPr>
        <p:spPr>
          <a:xfrm>
            <a:off x="9271231" y="1411671"/>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DAB5E4A7-0B58-A2AA-219F-452C6E39C62C}"/>
              </a:ext>
            </a:extLst>
          </p:cNvPr>
          <p:cNvSpPr txBox="1"/>
          <p:nvPr/>
        </p:nvSpPr>
        <p:spPr>
          <a:xfrm>
            <a:off x="9319999" y="1411671"/>
            <a:ext cx="1314704"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August Forecast</a:t>
            </a:r>
          </a:p>
        </p:txBody>
      </p:sp>
      <p:sp>
        <p:nvSpPr>
          <p:cNvPr id="46" name="Rectangle: Rounded Corners 45">
            <a:extLst>
              <a:ext uri="{FF2B5EF4-FFF2-40B4-BE49-F238E27FC236}">
                <a16:creationId xmlns:a16="http://schemas.microsoft.com/office/drawing/2014/main" id="{4F90F320-4C0C-5BD4-5329-8B9A14F5923F}"/>
              </a:ext>
            </a:extLst>
          </p:cNvPr>
          <p:cNvSpPr/>
          <p:nvPr/>
        </p:nvSpPr>
        <p:spPr>
          <a:xfrm>
            <a:off x="6966158" y="2921428"/>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a:p>
            <a:pPr algn="ctr"/>
            <a:endParaRPr lang="en-IN">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186587FB-03FD-6937-429C-FA0A1F1CF28A}"/>
              </a:ext>
            </a:extLst>
          </p:cNvPr>
          <p:cNvSpPr txBox="1"/>
          <p:nvPr/>
        </p:nvSpPr>
        <p:spPr>
          <a:xfrm>
            <a:off x="7014926" y="2921428"/>
            <a:ext cx="1314704"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Forecast Coverage</a:t>
            </a:r>
          </a:p>
        </p:txBody>
      </p:sp>
      <p:sp>
        <p:nvSpPr>
          <p:cNvPr id="50" name="TextBox 49">
            <a:extLst>
              <a:ext uri="{FF2B5EF4-FFF2-40B4-BE49-F238E27FC236}">
                <a16:creationId xmlns:a16="http://schemas.microsoft.com/office/drawing/2014/main" id="{E2F7BCF3-54A8-C26C-4E0B-77574DA5BEB7}"/>
              </a:ext>
            </a:extLst>
          </p:cNvPr>
          <p:cNvSpPr txBox="1"/>
          <p:nvPr/>
        </p:nvSpPr>
        <p:spPr>
          <a:xfrm>
            <a:off x="7165294" y="3244516"/>
            <a:ext cx="768096" cy="707886"/>
          </a:xfrm>
          <a:prstGeom prst="rect">
            <a:avLst/>
          </a:prstGeom>
          <a:noFill/>
        </p:spPr>
        <p:txBody>
          <a:bodyPr wrap="square" rtlCol="0">
            <a:spAutoFit/>
          </a:bodyPr>
          <a:lstStyle/>
          <a:p>
            <a:r>
              <a:rPr lang="en-IN" sz="2000" b="1">
                <a:latin typeface="Times New Roman" panose="02020603050405020304" pitchFamily="18" charset="0"/>
                <a:cs typeface="Times New Roman" panose="02020603050405020304" pitchFamily="18" charset="0"/>
              </a:rPr>
              <a:t>77%</a:t>
            </a:r>
          </a:p>
          <a:p>
            <a:endParaRPr lang="en-IN" sz="2000" b="1">
              <a:latin typeface="Times New Roman" panose="02020603050405020304" pitchFamily="18" charset="0"/>
              <a:cs typeface="Times New Roman" panose="02020603050405020304" pitchFamily="18" charset="0"/>
            </a:endParaRPr>
          </a:p>
        </p:txBody>
      </p:sp>
      <p:sp>
        <p:nvSpPr>
          <p:cNvPr id="54" name="Rectangle: Rounded Corners 53">
            <a:extLst>
              <a:ext uri="{FF2B5EF4-FFF2-40B4-BE49-F238E27FC236}">
                <a16:creationId xmlns:a16="http://schemas.microsoft.com/office/drawing/2014/main" id="{2F5FACFC-2DEC-29C4-8FD1-8DFA9C5C9FAA}"/>
              </a:ext>
            </a:extLst>
          </p:cNvPr>
          <p:cNvSpPr/>
          <p:nvPr/>
        </p:nvSpPr>
        <p:spPr>
          <a:xfrm>
            <a:off x="9271231" y="2921428"/>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56" name="TextBox 55">
            <a:extLst>
              <a:ext uri="{FF2B5EF4-FFF2-40B4-BE49-F238E27FC236}">
                <a16:creationId xmlns:a16="http://schemas.microsoft.com/office/drawing/2014/main" id="{07506CEC-8E40-2F73-BEA1-58B55F94FB7D}"/>
              </a:ext>
            </a:extLst>
          </p:cNvPr>
          <p:cNvSpPr txBox="1"/>
          <p:nvPr/>
        </p:nvSpPr>
        <p:spPr>
          <a:xfrm>
            <a:off x="9319999" y="2921428"/>
            <a:ext cx="1314704"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Non Collectable</a:t>
            </a:r>
          </a:p>
        </p:txBody>
      </p:sp>
      <p:sp>
        <p:nvSpPr>
          <p:cNvPr id="58" name="TextBox 57">
            <a:extLst>
              <a:ext uri="{FF2B5EF4-FFF2-40B4-BE49-F238E27FC236}">
                <a16:creationId xmlns:a16="http://schemas.microsoft.com/office/drawing/2014/main" id="{AC8C8CB8-C2F3-8C3C-B221-A5C8E93D2AF6}"/>
              </a:ext>
            </a:extLst>
          </p:cNvPr>
          <p:cNvSpPr txBox="1"/>
          <p:nvPr/>
        </p:nvSpPr>
        <p:spPr>
          <a:xfrm>
            <a:off x="9470367" y="3244516"/>
            <a:ext cx="1164336" cy="400110"/>
          </a:xfrm>
          <a:prstGeom prst="rect">
            <a:avLst/>
          </a:prstGeom>
          <a:noFill/>
        </p:spPr>
        <p:txBody>
          <a:bodyPr wrap="square" rtlCol="0">
            <a:spAutoFit/>
          </a:bodyPr>
          <a:lstStyle/>
          <a:p>
            <a:r>
              <a:rPr lang="en-IN" sz="2000" b="1">
                <a:latin typeface="Times New Roman" panose="02020603050405020304" pitchFamily="18" charset="0"/>
                <a:cs typeface="Times New Roman" panose="02020603050405020304" pitchFamily="18" charset="0"/>
              </a:rPr>
              <a:t>9.06 Cr</a:t>
            </a:r>
          </a:p>
        </p:txBody>
      </p:sp>
      <p:sp>
        <p:nvSpPr>
          <p:cNvPr id="60" name="TextBox 59">
            <a:extLst>
              <a:ext uri="{FF2B5EF4-FFF2-40B4-BE49-F238E27FC236}">
                <a16:creationId xmlns:a16="http://schemas.microsoft.com/office/drawing/2014/main" id="{C3777558-547C-9E3A-9D58-0655CD9587F8}"/>
              </a:ext>
            </a:extLst>
          </p:cNvPr>
          <p:cNvSpPr txBox="1"/>
          <p:nvPr/>
        </p:nvSpPr>
        <p:spPr>
          <a:xfrm>
            <a:off x="9271231" y="3678076"/>
            <a:ext cx="1810904" cy="246221"/>
          </a:xfrm>
          <a:prstGeom prst="rect">
            <a:avLst/>
          </a:prstGeom>
          <a:noFill/>
        </p:spPr>
        <p:txBody>
          <a:bodyPr wrap="square" rtlCol="0">
            <a:spAutoFit/>
          </a:bodyPr>
          <a:lstStyle/>
          <a:p>
            <a:r>
              <a:rPr lang="en-IN" sz="1000" b="1">
                <a:solidFill>
                  <a:srgbClr val="C00000"/>
                </a:solidFill>
                <a:latin typeface="Times New Roman" panose="02020603050405020304" pitchFamily="18" charset="0"/>
                <a:cs typeface="Times New Roman" panose="02020603050405020304" pitchFamily="18" charset="0"/>
              </a:rPr>
              <a:t>23% of target</a:t>
            </a:r>
          </a:p>
        </p:txBody>
      </p:sp>
      <p:sp>
        <p:nvSpPr>
          <p:cNvPr id="62" name="TextBox 61">
            <a:extLst>
              <a:ext uri="{FF2B5EF4-FFF2-40B4-BE49-F238E27FC236}">
                <a16:creationId xmlns:a16="http://schemas.microsoft.com/office/drawing/2014/main" id="{41936174-939F-242D-E0C2-21B9FC726EA8}"/>
              </a:ext>
            </a:extLst>
          </p:cNvPr>
          <p:cNvSpPr txBox="1"/>
          <p:nvPr/>
        </p:nvSpPr>
        <p:spPr>
          <a:xfrm>
            <a:off x="6912841" y="4259337"/>
            <a:ext cx="5115051" cy="1169551"/>
          </a:xfrm>
          <a:prstGeom prst="rect">
            <a:avLst/>
          </a:prstGeom>
          <a:noFill/>
        </p:spPr>
        <p:txBody>
          <a:bodyPr wrap="square" rtlCol="0">
            <a:spAutoFit/>
          </a:bodyPr>
          <a:lstStyle/>
          <a:p>
            <a:r>
              <a:rPr lang="en-IN" sz="1400" b="1">
                <a:latin typeface="Times New Roman" panose="02020603050405020304" pitchFamily="18" charset="0"/>
                <a:cs typeface="Times New Roman" panose="02020603050405020304" pitchFamily="18" charset="0"/>
              </a:rPr>
              <a:t>Key Aug’26  Risk</a:t>
            </a:r>
            <a:r>
              <a:rPr lang="en-IN" sz="1400">
                <a:latin typeface="Times New Roman" panose="02020603050405020304" pitchFamily="18" charset="0"/>
                <a:cs typeface="Times New Roman" panose="02020603050405020304" pitchFamily="18" charset="0"/>
              </a:rPr>
              <a:t>: </a:t>
            </a:r>
          </a:p>
          <a:p>
            <a:r>
              <a:rPr lang="en-US" sz="1400">
                <a:latin typeface="Times New Roman" panose="02020603050405020304" pitchFamily="18" charset="0"/>
                <a:cs typeface="Times New Roman" panose="02020603050405020304" pitchFamily="18" charset="0"/>
              </a:rPr>
              <a:t>August has two execution risks:</a:t>
            </a:r>
          </a:p>
          <a:p>
            <a:pPr marL="285750" indent="-285750">
              <a:buFont typeface="Wingdings" panose="05000000000000000000" pitchFamily="2" charset="2"/>
              <a:buChar char="q"/>
            </a:pPr>
            <a:r>
              <a:rPr lang="en-US" sz="1400" b="1">
                <a:latin typeface="Times New Roman" panose="02020603050405020304" pitchFamily="18" charset="0"/>
                <a:cs typeface="Times New Roman" panose="02020603050405020304" pitchFamily="18" charset="0"/>
              </a:rPr>
              <a:t>Blocked collections </a:t>
            </a:r>
          </a:p>
          <a:p>
            <a:pPr marL="285750" indent="-285750">
              <a:buFont typeface="Wingdings" panose="05000000000000000000" pitchFamily="2" charset="2"/>
              <a:buChar char="q"/>
            </a:pPr>
            <a:r>
              <a:rPr lang="en-US" sz="1400" b="1">
                <a:latin typeface="Times New Roman" panose="02020603050405020304" pitchFamily="18" charset="0"/>
                <a:cs typeface="Times New Roman" panose="02020603050405020304" pitchFamily="18" charset="0"/>
              </a:rPr>
              <a:t>Heavily back-loaded forecast.</a:t>
            </a:r>
            <a:endParaRPr lang="en-IN" sz="1400" b="1">
              <a:latin typeface="Times New Roman" panose="02020603050405020304" pitchFamily="18" charset="0"/>
              <a:cs typeface="Times New Roman" panose="02020603050405020304" pitchFamily="18" charset="0"/>
            </a:endParaRPr>
          </a:p>
          <a:p>
            <a:endParaRPr lang="en-IN" sz="1400">
              <a:latin typeface="Times New Roman" panose="02020603050405020304" pitchFamily="18" charset="0"/>
              <a:cs typeface="Times New Roman" panose="02020603050405020304" pitchFamily="18" charset="0"/>
            </a:endParaRPr>
          </a:p>
        </p:txBody>
      </p:sp>
      <p:sp>
        <p:nvSpPr>
          <p:cNvPr id="63" name="Rectangle: Rounded Corners 62">
            <a:extLst>
              <a:ext uri="{FF2B5EF4-FFF2-40B4-BE49-F238E27FC236}">
                <a16:creationId xmlns:a16="http://schemas.microsoft.com/office/drawing/2014/main" id="{C19B1313-C03C-E9C1-4ED7-9DFBBF8C2973}"/>
              </a:ext>
            </a:extLst>
          </p:cNvPr>
          <p:cNvSpPr/>
          <p:nvPr/>
        </p:nvSpPr>
        <p:spPr>
          <a:xfrm>
            <a:off x="465328" y="5761703"/>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600">
                <a:latin typeface="Times New Roman" panose="02020603050405020304" pitchFamily="18" charset="0"/>
                <a:cs typeface="Times New Roman" panose="02020603050405020304" pitchFamily="18" charset="0"/>
              </a:rPr>
              <a:t>July delivered a strong recovery; however, August has opened with a target of INR 39.11 Cr, against a currently forecastable amount of only INR 30.05 Cr, resulting in a gap of INR 9.06 Cr. of this gap, INR 9.06 Cr has already been identified as non-collectable. Notably, INR 4.95 Cr could be unlocked through approval of the Utopia/Orchid amendment plan alone.</a:t>
            </a:r>
            <a:endParaRPr lang="en-IN" sz="160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E3B461C-3E49-E033-9E06-9F4A657F30B7}"/>
              </a:ext>
            </a:extLst>
          </p:cNvPr>
          <p:cNvSpPr txBox="1"/>
          <p:nvPr/>
        </p:nvSpPr>
        <p:spPr>
          <a:xfrm>
            <a:off x="9363919" y="1713050"/>
            <a:ext cx="1314703" cy="400110"/>
          </a:xfrm>
          <a:prstGeom prst="rect">
            <a:avLst/>
          </a:prstGeom>
          <a:noFill/>
        </p:spPr>
        <p:txBody>
          <a:bodyPr wrap="square" rtlCol="0">
            <a:spAutoFit/>
          </a:bodyPr>
          <a:lstStyle/>
          <a:p>
            <a:r>
              <a:rPr lang="en-IN" sz="2000" b="1">
                <a:latin typeface="Times New Roman" panose="02020603050405020304" pitchFamily="18" charset="0"/>
                <a:cs typeface="Times New Roman" panose="02020603050405020304" pitchFamily="18" charset="0"/>
              </a:rPr>
              <a:t>30.05 </a:t>
            </a:r>
            <a:r>
              <a:rPr lang="en-IN" b="1">
                <a:latin typeface="Times New Roman" panose="02020603050405020304" pitchFamily="18" charset="0"/>
                <a:cs typeface="Times New Roman" panose="02020603050405020304" pitchFamily="18" charset="0"/>
              </a:rPr>
              <a:t>Cr</a:t>
            </a:r>
            <a:endParaRPr lang="en-IN" sz="2000" b="1">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368F97E-617D-D250-8D67-6B9DB1E78150}"/>
              </a:ext>
            </a:extLst>
          </p:cNvPr>
          <p:cNvSpPr txBox="1"/>
          <p:nvPr/>
        </p:nvSpPr>
        <p:spPr>
          <a:xfrm>
            <a:off x="535201" y="2134716"/>
            <a:ext cx="1698750" cy="276999"/>
          </a:xfrm>
          <a:prstGeom prst="rect">
            <a:avLst/>
          </a:prstGeom>
          <a:noFill/>
        </p:spPr>
        <p:txBody>
          <a:bodyPr wrap="square" rtlCol="0">
            <a:spAutoFit/>
          </a:bodyPr>
          <a:lstStyle/>
          <a:p>
            <a:r>
              <a:rPr lang="en-US" sz="1200" b="1">
                <a:latin typeface="Times New Roman" panose="02020603050405020304" pitchFamily="18" charset="0"/>
                <a:cs typeface="Times New Roman" panose="02020603050405020304" pitchFamily="18" charset="0"/>
              </a:rPr>
              <a:t>21.28 Cr (15.36 Cr)</a:t>
            </a:r>
            <a:endParaRPr lang="en-IN" sz="1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0737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E65D0-639B-DB80-4F5A-86C5FD76B93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C3567C9-9B48-7094-0261-99615FF593EB}"/>
              </a:ext>
            </a:extLst>
          </p:cNvPr>
          <p:cNvSpPr/>
          <p:nvPr/>
        </p:nvSpPr>
        <p:spPr>
          <a:xfrm>
            <a:off x="116727" y="29913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b="1">
                <a:solidFill>
                  <a:schemeClr val="tx1"/>
                </a:solidFill>
                <a:latin typeface="Times New Roman" panose="02020603050405020304" pitchFamily="18" charset="0"/>
                <a:cs typeface="Times New Roman" panose="02020603050405020304" pitchFamily="18" charset="0"/>
              </a:rPr>
              <a:t>Why did we collect ₹15.36 Cr against a ₹21.28 Cr target?</a:t>
            </a:r>
          </a:p>
        </p:txBody>
      </p:sp>
      <p:sp>
        <p:nvSpPr>
          <p:cNvPr id="91" name="Rounded Rectangle 4">
            <a:extLst>
              <a:ext uri="{FF2B5EF4-FFF2-40B4-BE49-F238E27FC236}">
                <a16:creationId xmlns:a16="http://schemas.microsoft.com/office/drawing/2014/main" id="{23205214-3743-B42D-0C34-A340A2CA52F2}"/>
              </a:ext>
            </a:extLst>
          </p:cNvPr>
          <p:cNvSpPr/>
          <p:nvPr/>
        </p:nvSpPr>
        <p:spPr>
          <a:xfrm>
            <a:off x="345604" y="1004365"/>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92" name="Rectangle 91">
            <a:extLst>
              <a:ext uri="{FF2B5EF4-FFF2-40B4-BE49-F238E27FC236}">
                <a16:creationId xmlns:a16="http://schemas.microsoft.com/office/drawing/2014/main" id="{33FE7299-A8FB-4010-D004-570AB63DEC07}"/>
              </a:ext>
            </a:extLst>
          </p:cNvPr>
          <p:cNvSpPr/>
          <p:nvPr/>
        </p:nvSpPr>
        <p:spPr>
          <a:xfrm>
            <a:off x="345604" y="1004365"/>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93" name="TextBox 92">
            <a:extLst>
              <a:ext uri="{FF2B5EF4-FFF2-40B4-BE49-F238E27FC236}">
                <a16:creationId xmlns:a16="http://schemas.microsoft.com/office/drawing/2014/main" id="{3921D9D0-A43A-5649-15A5-EA81D1272AB7}"/>
              </a:ext>
            </a:extLst>
          </p:cNvPr>
          <p:cNvSpPr txBox="1"/>
          <p:nvPr/>
        </p:nvSpPr>
        <p:spPr>
          <a:xfrm>
            <a:off x="455332" y="1174810"/>
            <a:ext cx="590226" cy="207749"/>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75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TARGET</a:t>
            </a:r>
          </a:p>
        </p:txBody>
      </p:sp>
      <p:sp>
        <p:nvSpPr>
          <p:cNvPr id="94" name="TextBox 93">
            <a:extLst>
              <a:ext uri="{FF2B5EF4-FFF2-40B4-BE49-F238E27FC236}">
                <a16:creationId xmlns:a16="http://schemas.microsoft.com/office/drawing/2014/main" id="{AD5C3362-5579-2F88-D8E5-E2A69653A0E9}"/>
              </a:ext>
            </a:extLst>
          </p:cNvPr>
          <p:cNvSpPr txBox="1"/>
          <p:nvPr/>
        </p:nvSpPr>
        <p:spPr>
          <a:xfrm>
            <a:off x="455332" y="1487211"/>
            <a:ext cx="1146468"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₹21.28 Cr</a:t>
            </a:r>
          </a:p>
        </p:txBody>
      </p:sp>
      <p:sp>
        <p:nvSpPr>
          <p:cNvPr id="95" name="Rounded Rectangle 8">
            <a:extLst>
              <a:ext uri="{FF2B5EF4-FFF2-40B4-BE49-F238E27FC236}">
                <a16:creationId xmlns:a16="http://schemas.microsoft.com/office/drawing/2014/main" id="{A8313181-6144-B71F-9BB3-780DE5B63A3D}"/>
              </a:ext>
            </a:extLst>
          </p:cNvPr>
          <p:cNvSpPr/>
          <p:nvPr/>
        </p:nvSpPr>
        <p:spPr>
          <a:xfrm>
            <a:off x="1954947" y="1004365"/>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96" name="Rectangle 95">
            <a:extLst>
              <a:ext uri="{FF2B5EF4-FFF2-40B4-BE49-F238E27FC236}">
                <a16:creationId xmlns:a16="http://schemas.microsoft.com/office/drawing/2014/main" id="{DA2A44CE-6659-4415-715E-E29BFCA6B281}"/>
              </a:ext>
            </a:extLst>
          </p:cNvPr>
          <p:cNvSpPr/>
          <p:nvPr/>
        </p:nvSpPr>
        <p:spPr>
          <a:xfrm>
            <a:off x="1954947" y="1004365"/>
            <a:ext cx="1490472" cy="82296"/>
          </a:xfrm>
          <a:prstGeom prst="rect">
            <a:avLst/>
          </a:prstGeom>
          <a:solidFill>
            <a:srgbClr val="696969"/>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97" name="TextBox 96">
            <a:extLst>
              <a:ext uri="{FF2B5EF4-FFF2-40B4-BE49-F238E27FC236}">
                <a16:creationId xmlns:a16="http://schemas.microsoft.com/office/drawing/2014/main" id="{9B837635-8889-E80B-BB16-4DBF8EBCB6B2}"/>
              </a:ext>
            </a:extLst>
          </p:cNvPr>
          <p:cNvSpPr txBox="1"/>
          <p:nvPr/>
        </p:nvSpPr>
        <p:spPr>
          <a:xfrm>
            <a:off x="2064675" y="1174810"/>
            <a:ext cx="1160895" cy="207749"/>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75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NON-COLLECTABLE</a:t>
            </a:r>
          </a:p>
        </p:txBody>
      </p:sp>
      <p:sp>
        <p:nvSpPr>
          <p:cNvPr id="98" name="TextBox 97">
            <a:extLst>
              <a:ext uri="{FF2B5EF4-FFF2-40B4-BE49-F238E27FC236}">
                <a16:creationId xmlns:a16="http://schemas.microsoft.com/office/drawing/2014/main" id="{A8253683-E482-0818-C69A-CDBCDFC13898}"/>
              </a:ext>
            </a:extLst>
          </p:cNvPr>
          <p:cNvSpPr txBox="1"/>
          <p:nvPr/>
        </p:nvSpPr>
        <p:spPr>
          <a:xfrm>
            <a:off x="2064675" y="1487211"/>
            <a:ext cx="1220206"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₹4.3</a:t>
            </a:r>
            <a:r>
              <a:rPr kumimoji="0" lang="en-US"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8</a:t>
            </a:r>
            <a:r>
              <a:rPr kumimoji="0"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Cr</a:t>
            </a:r>
          </a:p>
        </p:txBody>
      </p:sp>
      <p:sp>
        <p:nvSpPr>
          <p:cNvPr id="99" name="Rounded Rectangle 12">
            <a:extLst>
              <a:ext uri="{FF2B5EF4-FFF2-40B4-BE49-F238E27FC236}">
                <a16:creationId xmlns:a16="http://schemas.microsoft.com/office/drawing/2014/main" id="{9FA212C0-ECD2-A848-F186-2A86426086A3}"/>
              </a:ext>
            </a:extLst>
          </p:cNvPr>
          <p:cNvSpPr/>
          <p:nvPr/>
        </p:nvSpPr>
        <p:spPr>
          <a:xfrm>
            <a:off x="3564291" y="1004365"/>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00" name="Rectangle 99">
            <a:extLst>
              <a:ext uri="{FF2B5EF4-FFF2-40B4-BE49-F238E27FC236}">
                <a16:creationId xmlns:a16="http://schemas.microsoft.com/office/drawing/2014/main" id="{8B5EF1F6-530D-7CFC-9D30-CB47123756D2}"/>
              </a:ext>
            </a:extLst>
          </p:cNvPr>
          <p:cNvSpPr/>
          <p:nvPr/>
        </p:nvSpPr>
        <p:spPr>
          <a:xfrm>
            <a:off x="3564291" y="1004365"/>
            <a:ext cx="1490472" cy="82296"/>
          </a:xfrm>
          <a:prstGeom prst="rect">
            <a:avLst/>
          </a:prstGeom>
          <a:solidFill>
            <a:srgbClr val="CAA32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01" name="TextBox 100">
            <a:extLst>
              <a:ext uri="{FF2B5EF4-FFF2-40B4-BE49-F238E27FC236}">
                <a16:creationId xmlns:a16="http://schemas.microsoft.com/office/drawing/2014/main" id="{0D31E9AE-1346-E4EB-3FA4-553B1AFFDD0F}"/>
              </a:ext>
            </a:extLst>
          </p:cNvPr>
          <p:cNvSpPr txBox="1"/>
          <p:nvPr/>
        </p:nvSpPr>
        <p:spPr>
          <a:xfrm>
            <a:off x="3674019" y="1174810"/>
            <a:ext cx="707245" cy="207749"/>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75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FORECAST</a:t>
            </a:r>
          </a:p>
        </p:txBody>
      </p:sp>
      <p:sp>
        <p:nvSpPr>
          <p:cNvPr id="102" name="TextBox 101">
            <a:extLst>
              <a:ext uri="{FF2B5EF4-FFF2-40B4-BE49-F238E27FC236}">
                <a16:creationId xmlns:a16="http://schemas.microsoft.com/office/drawing/2014/main" id="{22136312-197F-B466-90D7-0D0789EA4501}"/>
              </a:ext>
            </a:extLst>
          </p:cNvPr>
          <p:cNvSpPr txBox="1"/>
          <p:nvPr/>
        </p:nvSpPr>
        <p:spPr>
          <a:xfrm>
            <a:off x="3674019" y="1487211"/>
            <a:ext cx="1146468"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rPr>
              <a:t>₹16.90 Cr</a:t>
            </a:r>
          </a:p>
        </p:txBody>
      </p:sp>
      <p:sp>
        <p:nvSpPr>
          <p:cNvPr id="103" name="Rounded Rectangle 16">
            <a:extLst>
              <a:ext uri="{FF2B5EF4-FFF2-40B4-BE49-F238E27FC236}">
                <a16:creationId xmlns:a16="http://schemas.microsoft.com/office/drawing/2014/main" id="{5B9FCC04-A859-D423-770B-E2C50C4B08BB}"/>
              </a:ext>
            </a:extLst>
          </p:cNvPr>
          <p:cNvSpPr/>
          <p:nvPr/>
        </p:nvSpPr>
        <p:spPr>
          <a:xfrm>
            <a:off x="5173635" y="1004365"/>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04" name="Rectangle 103">
            <a:extLst>
              <a:ext uri="{FF2B5EF4-FFF2-40B4-BE49-F238E27FC236}">
                <a16:creationId xmlns:a16="http://schemas.microsoft.com/office/drawing/2014/main" id="{D732CF6C-F860-7AF6-9A35-99BF1AF93E15}"/>
              </a:ext>
            </a:extLst>
          </p:cNvPr>
          <p:cNvSpPr/>
          <p:nvPr/>
        </p:nvSpPr>
        <p:spPr>
          <a:xfrm>
            <a:off x="5173635" y="1004365"/>
            <a:ext cx="1490472" cy="82296"/>
          </a:xfrm>
          <a:prstGeom prst="rect">
            <a:avLst/>
          </a:prstGeom>
          <a:solidFill>
            <a:srgbClr val="910D22"/>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05" name="TextBox 104">
            <a:extLst>
              <a:ext uri="{FF2B5EF4-FFF2-40B4-BE49-F238E27FC236}">
                <a16:creationId xmlns:a16="http://schemas.microsoft.com/office/drawing/2014/main" id="{695DF669-53D8-682A-DAD7-1CEEEF66704A}"/>
              </a:ext>
            </a:extLst>
          </p:cNvPr>
          <p:cNvSpPr txBox="1"/>
          <p:nvPr/>
        </p:nvSpPr>
        <p:spPr>
          <a:xfrm>
            <a:off x="5283363" y="1174810"/>
            <a:ext cx="1212191" cy="207749"/>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75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FORECAST LEAKAGE</a:t>
            </a:r>
          </a:p>
        </p:txBody>
      </p:sp>
      <p:sp>
        <p:nvSpPr>
          <p:cNvPr id="106" name="TextBox 105">
            <a:extLst>
              <a:ext uri="{FF2B5EF4-FFF2-40B4-BE49-F238E27FC236}">
                <a16:creationId xmlns:a16="http://schemas.microsoft.com/office/drawing/2014/main" id="{156A0C07-BF9F-65C3-1C85-BAE408DF0EFF}"/>
              </a:ext>
            </a:extLst>
          </p:cNvPr>
          <p:cNvSpPr txBox="1"/>
          <p:nvPr/>
        </p:nvSpPr>
        <p:spPr>
          <a:xfrm>
            <a:off x="5283363" y="1487211"/>
            <a:ext cx="1220206"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a:ln>
                  <a:noFill/>
                </a:ln>
                <a:solidFill>
                  <a:srgbClr val="910D22"/>
                </a:solidFill>
                <a:effectLst/>
                <a:uLnTx/>
                <a:uFillTx/>
                <a:latin typeface="Times New Roman" panose="02020603050405020304" pitchFamily="18" charset="0"/>
                <a:cs typeface="Times New Roman" panose="02020603050405020304" pitchFamily="18" charset="0"/>
                <a:hlinkClick r:id="" action="ppaction://customshow?id=4&amp;return=true"/>
              </a:rPr>
              <a:t>− ₹4.31 Cr</a:t>
            </a:r>
            <a:endParaRPr kumimoji="0" sz="1800" b="1" i="0" u="none" strike="noStrike" kern="0" cap="none" spc="0" normalizeH="0" baseline="0" noProof="0">
              <a:ln>
                <a:noFill/>
              </a:ln>
              <a:solidFill>
                <a:srgbClr val="910D22"/>
              </a:solidFill>
              <a:effectLst/>
              <a:uLnTx/>
              <a:uFillTx/>
              <a:latin typeface="Times New Roman" panose="02020603050405020304" pitchFamily="18" charset="0"/>
              <a:cs typeface="Times New Roman" panose="02020603050405020304" pitchFamily="18" charset="0"/>
            </a:endParaRPr>
          </a:p>
        </p:txBody>
      </p:sp>
      <p:sp>
        <p:nvSpPr>
          <p:cNvPr id="107" name="Rounded Rectangle 20">
            <a:extLst>
              <a:ext uri="{FF2B5EF4-FFF2-40B4-BE49-F238E27FC236}">
                <a16:creationId xmlns:a16="http://schemas.microsoft.com/office/drawing/2014/main" id="{E8CB356C-C8D5-FE16-963D-5477C76F5CFA}"/>
              </a:ext>
            </a:extLst>
          </p:cNvPr>
          <p:cNvSpPr/>
          <p:nvPr/>
        </p:nvSpPr>
        <p:spPr>
          <a:xfrm>
            <a:off x="6782979" y="1004365"/>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08" name="Rectangle 107">
            <a:extLst>
              <a:ext uri="{FF2B5EF4-FFF2-40B4-BE49-F238E27FC236}">
                <a16:creationId xmlns:a16="http://schemas.microsoft.com/office/drawing/2014/main" id="{C17F7151-305B-EB84-F7F3-B715BCB6A56D}"/>
              </a:ext>
            </a:extLst>
          </p:cNvPr>
          <p:cNvSpPr/>
          <p:nvPr/>
        </p:nvSpPr>
        <p:spPr>
          <a:xfrm>
            <a:off x="6782979" y="1004365"/>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09" name="TextBox 108">
            <a:extLst>
              <a:ext uri="{FF2B5EF4-FFF2-40B4-BE49-F238E27FC236}">
                <a16:creationId xmlns:a16="http://schemas.microsoft.com/office/drawing/2014/main" id="{D6335C46-AA8B-8EF4-E9D9-A314ACB70518}"/>
              </a:ext>
            </a:extLst>
          </p:cNvPr>
          <p:cNvSpPr txBox="1"/>
          <p:nvPr/>
        </p:nvSpPr>
        <p:spPr>
          <a:xfrm>
            <a:off x="6755057" y="1105713"/>
            <a:ext cx="1487949" cy="323165"/>
          </a:xfrm>
          <a:prstGeom prst="rect">
            <a:avLst/>
          </a:prstGeom>
          <a:noFill/>
        </p:spPr>
        <p:txBody>
          <a:bodyPr wrap="squar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75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COLLECTED AGAINST FORECAST</a:t>
            </a:r>
          </a:p>
        </p:txBody>
      </p:sp>
      <p:sp>
        <p:nvSpPr>
          <p:cNvPr id="110" name="TextBox 109">
            <a:extLst>
              <a:ext uri="{FF2B5EF4-FFF2-40B4-BE49-F238E27FC236}">
                <a16:creationId xmlns:a16="http://schemas.microsoft.com/office/drawing/2014/main" id="{4A09C5D3-EFCE-F655-9DC8-89A26AFCC13C}"/>
              </a:ext>
            </a:extLst>
          </p:cNvPr>
          <p:cNvSpPr txBox="1"/>
          <p:nvPr/>
        </p:nvSpPr>
        <p:spPr>
          <a:xfrm>
            <a:off x="6892707" y="1487211"/>
            <a:ext cx="1146468"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₹12.</a:t>
            </a:r>
            <a:r>
              <a:rPr kumimoji="0" lang="en-IN"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59</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
        <p:nvSpPr>
          <p:cNvPr id="111" name="Rounded Rectangle 24">
            <a:extLst>
              <a:ext uri="{FF2B5EF4-FFF2-40B4-BE49-F238E27FC236}">
                <a16:creationId xmlns:a16="http://schemas.microsoft.com/office/drawing/2014/main" id="{76FB52C1-B6F3-F189-D8A5-F5884CCB6DB7}"/>
              </a:ext>
            </a:extLst>
          </p:cNvPr>
          <p:cNvSpPr/>
          <p:nvPr/>
        </p:nvSpPr>
        <p:spPr>
          <a:xfrm>
            <a:off x="8392324" y="1042865"/>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2" name="Rectangle 111">
            <a:extLst>
              <a:ext uri="{FF2B5EF4-FFF2-40B4-BE49-F238E27FC236}">
                <a16:creationId xmlns:a16="http://schemas.microsoft.com/office/drawing/2014/main" id="{0196E1B5-AAB2-8915-EB3A-C5017AE59C9A}"/>
              </a:ext>
            </a:extLst>
          </p:cNvPr>
          <p:cNvSpPr/>
          <p:nvPr/>
        </p:nvSpPr>
        <p:spPr>
          <a:xfrm>
            <a:off x="8392324" y="1004365"/>
            <a:ext cx="1490472" cy="82296"/>
          </a:xfrm>
          <a:prstGeom prst="rect">
            <a:avLst/>
          </a:prstGeom>
          <a:solidFill>
            <a:srgbClr val="CAA32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3" name="TextBox 112">
            <a:extLst>
              <a:ext uri="{FF2B5EF4-FFF2-40B4-BE49-F238E27FC236}">
                <a16:creationId xmlns:a16="http://schemas.microsoft.com/office/drawing/2014/main" id="{EF1409A4-F097-C00C-0693-6F980E92EBEC}"/>
              </a:ext>
            </a:extLst>
          </p:cNvPr>
          <p:cNvSpPr txBox="1"/>
          <p:nvPr/>
        </p:nvSpPr>
        <p:spPr>
          <a:xfrm>
            <a:off x="8502051" y="1174810"/>
            <a:ext cx="1231427" cy="207749"/>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75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NON-FORECAST WINS</a:t>
            </a:r>
          </a:p>
        </p:txBody>
      </p:sp>
      <p:sp>
        <p:nvSpPr>
          <p:cNvPr id="114" name="TextBox 113">
            <a:extLst>
              <a:ext uri="{FF2B5EF4-FFF2-40B4-BE49-F238E27FC236}">
                <a16:creationId xmlns:a16="http://schemas.microsoft.com/office/drawing/2014/main" id="{2E51ED12-8BD5-2514-6788-99A3A4E03062}"/>
              </a:ext>
            </a:extLst>
          </p:cNvPr>
          <p:cNvSpPr txBox="1"/>
          <p:nvPr/>
        </p:nvSpPr>
        <p:spPr>
          <a:xfrm>
            <a:off x="8502051" y="1487211"/>
            <a:ext cx="1220206"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hlinkClick r:id="" action="ppaction://customshow?id=1&amp;return=true"/>
              </a:rPr>
              <a:t>+ ₹2.77 Cr</a:t>
            </a:r>
            <a:endParaRPr kumimoji="0"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endParaRPr>
          </a:p>
        </p:txBody>
      </p:sp>
      <p:sp>
        <p:nvSpPr>
          <p:cNvPr id="115" name="Rounded Rectangle 28">
            <a:extLst>
              <a:ext uri="{FF2B5EF4-FFF2-40B4-BE49-F238E27FC236}">
                <a16:creationId xmlns:a16="http://schemas.microsoft.com/office/drawing/2014/main" id="{947A2A06-D642-4802-6261-992BD00C490C}"/>
              </a:ext>
            </a:extLst>
          </p:cNvPr>
          <p:cNvSpPr/>
          <p:nvPr/>
        </p:nvSpPr>
        <p:spPr>
          <a:xfrm>
            <a:off x="10001668" y="1004365"/>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6" name="Rectangle 115">
            <a:extLst>
              <a:ext uri="{FF2B5EF4-FFF2-40B4-BE49-F238E27FC236}">
                <a16:creationId xmlns:a16="http://schemas.microsoft.com/office/drawing/2014/main" id="{E513403C-8863-8AF8-C5DC-670DA2BBC9C7}"/>
              </a:ext>
            </a:extLst>
          </p:cNvPr>
          <p:cNvSpPr/>
          <p:nvPr/>
        </p:nvSpPr>
        <p:spPr>
          <a:xfrm>
            <a:off x="10001668" y="1004365"/>
            <a:ext cx="1490472" cy="82296"/>
          </a:xfrm>
          <a:prstGeom prst="rect">
            <a:avLst/>
          </a:prstGeom>
          <a:solidFill>
            <a:schemeClr val="accent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7" name="TextBox 116">
            <a:extLst>
              <a:ext uri="{FF2B5EF4-FFF2-40B4-BE49-F238E27FC236}">
                <a16:creationId xmlns:a16="http://schemas.microsoft.com/office/drawing/2014/main" id="{873CF8F4-88EA-649D-0279-52D3E80E1AE5}"/>
              </a:ext>
            </a:extLst>
          </p:cNvPr>
          <p:cNvSpPr txBox="1"/>
          <p:nvPr/>
        </p:nvSpPr>
        <p:spPr>
          <a:xfrm>
            <a:off x="10111395" y="1174810"/>
            <a:ext cx="1196161" cy="207749"/>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75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TOTAL COLLECTION</a:t>
            </a:r>
          </a:p>
        </p:txBody>
      </p:sp>
      <p:sp>
        <p:nvSpPr>
          <p:cNvPr id="118" name="TextBox 117">
            <a:extLst>
              <a:ext uri="{FF2B5EF4-FFF2-40B4-BE49-F238E27FC236}">
                <a16:creationId xmlns:a16="http://schemas.microsoft.com/office/drawing/2014/main" id="{8FA301C5-8385-A83D-9987-BC45A9C70279}"/>
              </a:ext>
            </a:extLst>
          </p:cNvPr>
          <p:cNvSpPr txBox="1"/>
          <p:nvPr/>
        </p:nvSpPr>
        <p:spPr>
          <a:xfrm>
            <a:off x="10111395" y="1487211"/>
            <a:ext cx="1146468"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910D22"/>
                </a:solidFill>
                <a:effectLst/>
                <a:uLnTx/>
                <a:uFillTx/>
                <a:latin typeface="Times New Roman" panose="02020603050405020304" pitchFamily="18" charset="0"/>
                <a:cs typeface="Times New Roman" panose="02020603050405020304" pitchFamily="18" charset="0"/>
              </a:rPr>
              <a:t>₹15.36 Cr</a:t>
            </a:r>
          </a:p>
        </p:txBody>
      </p:sp>
      <p:sp>
        <p:nvSpPr>
          <p:cNvPr id="120" name="Rounded Rectangle 32">
            <a:extLst>
              <a:ext uri="{FF2B5EF4-FFF2-40B4-BE49-F238E27FC236}">
                <a16:creationId xmlns:a16="http://schemas.microsoft.com/office/drawing/2014/main" id="{874A2936-86E2-0CF1-7846-9828E4597697}"/>
              </a:ext>
            </a:extLst>
          </p:cNvPr>
          <p:cNvSpPr/>
          <p:nvPr/>
        </p:nvSpPr>
        <p:spPr>
          <a:xfrm>
            <a:off x="336460" y="2782590"/>
            <a:ext cx="7086600" cy="2331720"/>
          </a:xfrm>
          <a:prstGeom prst="roundRect">
            <a:avLst/>
          </a:prstGeom>
          <a:solidFill>
            <a:srgbClr val="FFFFFF"/>
          </a:solidFill>
          <a:ln>
            <a:solidFill>
              <a:srgbClr val="E1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2" name="TextBox 121">
            <a:extLst>
              <a:ext uri="{FF2B5EF4-FFF2-40B4-BE49-F238E27FC236}">
                <a16:creationId xmlns:a16="http://schemas.microsoft.com/office/drawing/2014/main" id="{5FAC06B0-6465-332D-88B3-F4D6361B3C31}"/>
              </a:ext>
            </a:extLst>
          </p:cNvPr>
          <p:cNvSpPr txBox="1"/>
          <p:nvPr/>
        </p:nvSpPr>
        <p:spPr>
          <a:xfrm>
            <a:off x="583348" y="2987214"/>
            <a:ext cx="2066591" cy="230832"/>
          </a:xfrm>
          <a:prstGeom prst="rect">
            <a:avLst/>
          </a:prstGeom>
          <a:noFill/>
        </p:spPr>
        <p:txBody>
          <a:bodyPr wrap="none" anchor="ctr">
            <a:spAutoFit/>
          </a:bodyPr>
          <a:lstStyle/>
          <a:p>
            <a:pPr algn="l"/>
            <a:r>
              <a:rPr sz="900" b="1">
                <a:solidFill>
                  <a:srgbClr val="910D22"/>
                </a:solidFill>
                <a:latin typeface="Times New Roman" panose="02020603050405020304" pitchFamily="18" charset="0"/>
                <a:cs typeface="Times New Roman" panose="02020603050405020304" pitchFamily="18" charset="0"/>
              </a:rPr>
              <a:t>WHAT DROVE THE SHORTFALL?</a:t>
            </a:r>
          </a:p>
        </p:txBody>
      </p:sp>
      <p:sp>
        <p:nvSpPr>
          <p:cNvPr id="124" name="TextBox 123">
            <a:extLst>
              <a:ext uri="{FF2B5EF4-FFF2-40B4-BE49-F238E27FC236}">
                <a16:creationId xmlns:a16="http://schemas.microsoft.com/office/drawing/2014/main" id="{E814A239-74B1-4B13-9014-7B8E9F7F6EA8}"/>
              </a:ext>
            </a:extLst>
          </p:cNvPr>
          <p:cNvSpPr txBox="1"/>
          <p:nvPr/>
        </p:nvSpPr>
        <p:spPr>
          <a:xfrm>
            <a:off x="583348" y="3346059"/>
            <a:ext cx="5971891" cy="521654"/>
          </a:xfrm>
          <a:prstGeom prst="rect">
            <a:avLst/>
          </a:prstGeom>
          <a:noFill/>
        </p:spPr>
        <p:txBody>
          <a:bodyPr wrap="none" anchor="ctr">
            <a:normAutofit/>
          </a:bodyPr>
          <a:lstStyle/>
          <a:p>
            <a:pPr algn="l"/>
            <a:r>
              <a:rPr lang="en-US" sz="2000" b="1">
                <a:solidFill>
                  <a:srgbClr val="2B2B2B"/>
                </a:solidFill>
                <a:latin typeface="Times New Roman" panose="02020603050405020304" pitchFamily="18" charset="0"/>
                <a:cs typeface="Times New Roman" panose="02020603050405020304" pitchFamily="18" charset="0"/>
                <a:hlinkClick r:id="" action="ppaction://customshow?id=6&amp;return=true"/>
              </a:rPr>
              <a:t>₹4.31 Cr of forecasted collections did not materialize</a:t>
            </a:r>
            <a:r>
              <a:rPr sz="2000" b="1">
                <a:solidFill>
                  <a:srgbClr val="2B2B2B"/>
                </a:solidFill>
                <a:latin typeface="Times New Roman" panose="02020603050405020304" pitchFamily="18" charset="0"/>
                <a:cs typeface="Times New Roman" panose="02020603050405020304" pitchFamily="18" charset="0"/>
                <a:hlinkClick r:id="rId3" action="ppaction://hlinksldjump"/>
              </a:rPr>
              <a:t>.</a:t>
            </a:r>
            <a:endParaRPr sz="2000" b="1">
              <a:solidFill>
                <a:srgbClr val="2B2B2B"/>
              </a:solidFill>
              <a:latin typeface="Times New Roman" panose="02020603050405020304" pitchFamily="18" charset="0"/>
              <a:cs typeface="Times New Roman" panose="02020603050405020304" pitchFamily="18" charset="0"/>
            </a:endParaRPr>
          </a:p>
        </p:txBody>
      </p:sp>
      <p:sp>
        <p:nvSpPr>
          <p:cNvPr id="126" name="TextBox 125">
            <a:extLst>
              <a:ext uri="{FF2B5EF4-FFF2-40B4-BE49-F238E27FC236}">
                <a16:creationId xmlns:a16="http://schemas.microsoft.com/office/drawing/2014/main" id="{A2E4F924-1D99-23D2-D737-F13BE1DC2069}"/>
              </a:ext>
            </a:extLst>
          </p:cNvPr>
          <p:cNvSpPr txBox="1"/>
          <p:nvPr/>
        </p:nvSpPr>
        <p:spPr>
          <a:xfrm>
            <a:off x="583348" y="3895145"/>
            <a:ext cx="5280613" cy="307777"/>
          </a:xfrm>
          <a:prstGeom prst="rect">
            <a:avLst/>
          </a:prstGeom>
          <a:noFill/>
        </p:spPr>
        <p:txBody>
          <a:bodyPr wrap="none" anchor="ctr">
            <a:spAutoFit/>
          </a:bodyPr>
          <a:lstStyle/>
          <a:p>
            <a:pPr algn="l"/>
            <a:r>
              <a:rPr sz="1400" b="0">
                <a:solidFill>
                  <a:srgbClr val="2B2B2B"/>
                </a:solidFill>
                <a:latin typeface="Times New Roman" panose="02020603050405020304" pitchFamily="18" charset="0"/>
                <a:cs typeface="Times New Roman" panose="02020603050405020304" pitchFamily="18" charset="0"/>
              </a:rPr>
              <a:t>7</a:t>
            </a:r>
            <a:r>
              <a:rPr lang="en-IN" sz="1400">
                <a:solidFill>
                  <a:srgbClr val="2B2B2B"/>
                </a:solidFill>
                <a:latin typeface="Times New Roman" panose="02020603050405020304" pitchFamily="18" charset="0"/>
                <a:cs typeface="Times New Roman" panose="02020603050405020304" pitchFamily="18" charset="0"/>
              </a:rPr>
              <a:t>9</a:t>
            </a:r>
            <a:r>
              <a:rPr sz="1400" b="0">
                <a:solidFill>
                  <a:srgbClr val="2B2B2B"/>
                </a:solidFill>
                <a:latin typeface="Times New Roman" panose="02020603050405020304" pitchFamily="18" charset="0"/>
                <a:cs typeface="Times New Roman" panose="02020603050405020304" pitchFamily="18" charset="0"/>
              </a:rPr>
              <a:t>% of the leakage was linked to expected registrations being delayed.</a:t>
            </a:r>
          </a:p>
        </p:txBody>
      </p:sp>
      <p:sp>
        <p:nvSpPr>
          <p:cNvPr id="128" name="TextBox 127">
            <a:extLst>
              <a:ext uri="{FF2B5EF4-FFF2-40B4-BE49-F238E27FC236}">
                <a16:creationId xmlns:a16="http://schemas.microsoft.com/office/drawing/2014/main" id="{55F64694-95CE-3D58-31AD-C0BF8DFD3799}"/>
              </a:ext>
            </a:extLst>
          </p:cNvPr>
          <p:cNvSpPr txBox="1"/>
          <p:nvPr/>
        </p:nvSpPr>
        <p:spPr>
          <a:xfrm>
            <a:off x="583348" y="4404311"/>
            <a:ext cx="2081019" cy="276999"/>
          </a:xfrm>
          <a:prstGeom prst="rect">
            <a:avLst/>
          </a:prstGeom>
          <a:noFill/>
        </p:spPr>
        <p:txBody>
          <a:bodyPr wrap="none" anchor="ctr">
            <a:spAutoFit/>
          </a:bodyPr>
          <a:lstStyle/>
          <a:p>
            <a:pPr algn="l"/>
            <a:r>
              <a:rPr lang="en-IN" sz="1200" b="0">
                <a:solidFill>
                  <a:srgbClr val="696969"/>
                </a:solidFill>
                <a:latin typeface="Times New Roman" panose="02020603050405020304" pitchFamily="18" charset="0"/>
                <a:cs typeface="Times New Roman" panose="02020603050405020304" pitchFamily="18" charset="0"/>
                <a:hlinkClick r:id="" action="ppaction://customshow?id=2&amp;return=true"/>
              </a:rPr>
              <a:t>Expected registrations delayed</a:t>
            </a:r>
            <a:endParaRPr lang="en-IN" sz="1200" b="0">
              <a:solidFill>
                <a:srgbClr val="696969"/>
              </a:solidFill>
              <a:latin typeface="Times New Roman" panose="02020603050405020304" pitchFamily="18" charset="0"/>
              <a:cs typeface="Times New Roman" panose="02020603050405020304" pitchFamily="18" charset="0"/>
            </a:endParaRPr>
          </a:p>
        </p:txBody>
      </p:sp>
      <p:sp>
        <p:nvSpPr>
          <p:cNvPr id="130" name="Rectangle 129">
            <a:extLst>
              <a:ext uri="{FF2B5EF4-FFF2-40B4-BE49-F238E27FC236}">
                <a16:creationId xmlns:a16="http://schemas.microsoft.com/office/drawing/2014/main" id="{DC3734A7-B0B1-D163-5D5E-8829222841CE}"/>
              </a:ext>
            </a:extLst>
          </p:cNvPr>
          <p:cNvSpPr/>
          <p:nvPr/>
        </p:nvSpPr>
        <p:spPr>
          <a:xfrm>
            <a:off x="3171100" y="4474230"/>
            <a:ext cx="2514600" cy="146304"/>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2" name="Rectangle 131">
            <a:extLst>
              <a:ext uri="{FF2B5EF4-FFF2-40B4-BE49-F238E27FC236}">
                <a16:creationId xmlns:a16="http://schemas.microsoft.com/office/drawing/2014/main" id="{9BED8CF5-984B-D33F-34E7-8B5AE83A888C}"/>
              </a:ext>
            </a:extLst>
          </p:cNvPr>
          <p:cNvSpPr/>
          <p:nvPr/>
        </p:nvSpPr>
        <p:spPr>
          <a:xfrm>
            <a:off x="3171099" y="4474229"/>
            <a:ext cx="1883663" cy="146305"/>
          </a:xfrm>
          <a:prstGeom prst="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34" name="TextBox 133">
            <a:extLst>
              <a:ext uri="{FF2B5EF4-FFF2-40B4-BE49-F238E27FC236}">
                <a16:creationId xmlns:a16="http://schemas.microsoft.com/office/drawing/2014/main" id="{F054EF71-16D7-949D-EFA2-10AF20FF3B20}"/>
              </a:ext>
            </a:extLst>
          </p:cNvPr>
          <p:cNvSpPr txBox="1"/>
          <p:nvPr/>
        </p:nvSpPr>
        <p:spPr>
          <a:xfrm>
            <a:off x="5795428" y="4409106"/>
            <a:ext cx="915635" cy="230832"/>
          </a:xfrm>
          <a:prstGeom prst="rect">
            <a:avLst/>
          </a:prstGeom>
          <a:noFill/>
        </p:spPr>
        <p:txBody>
          <a:bodyPr wrap="none" anchor="ctr">
            <a:spAutoFit/>
          </a:bodyPr>
          <a:lstStyle/>
          <a:p>
            <a:pPr algn="l"/>
            <a:r>
              <a:rPr lang="en-IN" sz="900" b="1">
                <a:solidFill>
                  <a:srgbClr val="2B2B2B"/>
                </a:solidFill>
                <a:latin typeface="Times New Roman" panose="02020603050405020304" pitchFamily="18" charset="0"/>
                <a:cs typeface="Times New Roman" panose="02020603050405020304" pitchFamily="18" charset="0"/>
              </a:rPr>
              <a:t>79</a:t>
            </a:r>
            <a:r>
              <a:rPr sz="900" b="1">
                <a:solidFill>
                  <a:srgbClr val="2B2B2B"/>
                </a:solidFill>
                <a:latin typeface="Times New Roman" panose="02020603050405020304" pitchFamily="18" charset="0"/>
                <a:cs typeface="Times New Roman" panose="02020603050405020304" pitchFamily="18" charset="0"/>
              </a:rPr>
              <a:t>%</a:t>
            </a:r>
            <a:r>
              <a:rPr lang="en-IN" sz="900" b="1">
                <a:solidFill>
                  <a:srgbClr val="2B2B2B"/>
                </a:solidFill>
                <a:latin typeface="Times New Roman" panose="02020603050405020304" pitchFamily="18" charset="0"/>
                <a:cs typeface="Times New Roman" panose="02020603050405020304" pitchFamily="18" charset="0"/>
              </a:rPr>
              <a:t>  (3.40 Cr)</a:t>
            </a:r>
            <a:endParaRPr sz="900" b="1">
              <a:solidFill>
                <a:srgbClr val="2B2B2B"/>
              </a:solidFill>
              <a:latin typeface="Times New Roman" panose="02020603050405020304" pitchFamily="18" charset="0"/>
              <a:cs typeface="Times New Roman" panose="02020603050405020304" pitchFamily="18" charset="0"/>
            </a:endParaRPr>
          </a:p>
        </p:txBody>
      </p:sp>
      <p:sp>
        <p:nvSpPr>
          <p:cNvPr id="136" name="TextBox 135">
            <a:extLst>
              <a:ext uri="{FF2B5EF4-FFF2-40B4-BE49-F238E27FC236}">
                <a16:creationId xmlns:a16="http://schemas.microsoft.com/office/drawing/2014/main" id="{50D42B86-C3C9-BC72-254C-301B4F77A438}"/>
              </a:ext>
            </a:extLst>
          </p:cNvPr>
          <p:cNvSpPr txBox="1"/>
          <p:nvPr/>
        </p:nvSpPr>
        <p:spPr>
          <a:xfrm>
            <a:off x="583348" y="4632911"/>
            <a:ext cx="2108269" cy="276999"/>
          </a:xfrm>
          <a:prstGeom prst="rect">
            <a:avLst/>
          </a:prstGeom>
          <a:noFill/>
        </p:spPr>
        <p:txBody>
          <a:bodyPr wrap="none" anchor="ctr">
            <a:spAutoFit/>
          </a:bodyPr>
          <a:lstStyle/>
          <a:p>
            <a:pPr algn="l"/>
            <a:r>
              <a:rPr lang="en-US" sz="1200" b="0">
                <a:solidFill>
                  <a:srgbClr val="696969"/>
                </a:solidFill>
                <a:latin typeface="Times New Roman" panose="02020603050405020304" pitchFamily="18" charset="0"/>
                <a:cs typeface="Times New Roman" panose="02020603050405020304" pitchFamily="18" charset="0"/>
              </a:rPr>
              <a:t>New slab / new demand timing</a:t>
            </a:r>
          </a:p>
        </p:txBody>
      </p:sp>
      <p:sp>
        <p:nvSpPr>
          <p:cNvPr id="138" name="Rectangle 137">
            <a:extLst>
              <a:ext uri="{FF2B5EF4-FFF2-40B4-BE49-F238E27FC236}">
                <a16:creationId xmlns:a16="http://schemas.microsoft.com/office/drawing/2014/main" id="{07B51571-BF68-3CDA-EE06-D5B6278580DF}"/>
              </a:ext>
            </a:extLst>
          </p:cNvPr>
          <p:cNvSpPr/>
          <p:nvPr/>
        </p:nvSpPr>
        <p:spPr>
          <a:xfrm>
            <a:off x="3171100" y="4702830"/>
            <a:ext cx="2514600" cy="146304"/>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0" name="Rectangle 139">
            <a:extLst>
              <a:ext uri="{FF2B5EF4-FFF2-40B4-BE49-F238E27FC236}">
                <a16:creationId xmlns:a16="http://schemas.microsoft.com/office/drawing/2014/main" id="{99D9D542-DB02-EC5F-7565-3EF778048EEF}"/>
              </a:ext>
            </a:extLst>
          </p:cNvPr>
          <p:cNvSpPr/>
          <p:nvPr/>
        </p:nvSpPr>
        <p:spPr>
          <a:xfrm>
            <a:off x="3171100" y="4702830"/>
            <a:ext cx="415498" cy="146304"/>
          </a:xfrm>
          <a:prstGeom prst="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2" name="TextBox 141">
            <a:extLst>
              <a:ext uri="{FF2B5EF4-FFF2-40B4-BE49-F238E27FC236}">
                <a16:creationId xmlns:a16="http://schemas.microsoft.com/office/drawing/2014/main" id="{F96C9AAF-6B68-AF45-39A5-14BC241E74F0}"/>
              </a:ext>
            </a:extLst>
          </p:cNvPr>
          <p:cNvSpPr txBox="1"/>
          <p:nvPr/>
        </p:nvSpPr>
        <p:spPr>
          <a:xfrm>
            <a:off x="5795428" y="4637706"/>
            <a:ext cx="915635" cy="230832"/>
          </a:xfrm>
          <a:prstGeom prst="rect">
            <a:avLst/>
          </a:prstGeom>
          <a:noFill/>
        </p:spPr>
        <p:txBody>
          <a:bodyPr wrap="none" anchor="ctr">
            <a:spAutoFit/>
          </a:bodyPr>
          <a:lstStyle/>
          <a:p>
            <a:pPr algn="l"/>
            <a:r>
              <a:rPr lang="en-IN" sz="900" b="1">
                <a:solidFill>
                  <a:srgbClr val="2B2B2B"/>
                </a:solidFill>
                <a:latin typeface="Times New Roman" panose="02020603050405020304" pitchFamily="18" charset="0"/>
                <a:cs typeface="Times New Roman" panose="02020603050405020304" pitchFamily="18" charset="0"/>
              </a:rPr>
              <a:t>12</a:t>
            </a:r>
            <a:r>
              <a:rPr sz="900" b="1">
                <a:solidFill>
                  <a:srgbClr val="2B2B2B"/>
                </a:solidFill>
                <a:latin typeface="Times New Roman" panose="02020603050405020304" pitchFamily="18" charset="0"/>
                <a:cs typeface="Times New Roman" panose="02020603050405020304" pitchFamily="18" charset="0"/>
              </a:rPr>
              <a:t>%</a:t>
            </a:r>
            <a:r>
              <a:rPr lang="en-IN" sz="900" b="1">
                <a:solidFill>
                  <a:srgbClr val="2B2B2B"/>
                </a:solidFill>
                <a:latin typeface="Times New Roman" panose="02020603050405020304" pitchFamily="18" charset="0"/>
                <a:cs typeface="Times New Roman" panose="02020603050405020304" pitchFamily="18" charset="0"/>
              </a:rPr>
              <a:t>  (0.51 Cr)</a:t>
            </a:r>
            <a:endParaRPr sz="900" b="1">
              <a:solidFill>
                <a:srgbClr val="2B2B2B"/>
              </a:solidFill>
              <a:latin typeface="Times New Roman" panose="02020603050405020304" pitchFamily="18" charset="0"/>
              <a:cs typeface="Times New Roman" panose="02020603050405020304" pitchFamily="18" charset="0"/>
            </a:endParaRPr>
          </a:p>
        </p:txBody>
      </p:sp>
      <p:sp>
        <p:nvSpPr>
          <p:cNvPr id="144" name="TextBox 143">
            <a:extLst>
              <a:ext uri="{FF2B5EF4-FFF2-40B4-BE49-F238E27FC236}">
                <a16:creationId xmlns:a16="http://schemas.microsoft.com/office/drawing/2014/main" id="{12080F05-147F-63AD-CD71-31981702EB09}"/>
              </a:ext>
            </a:extLst>
          </p:cNvPr>
          <p:cNvSpPr txBox="1"/>
          <p:nvPr/>
        </p:nvSpPr>
        <p:spPr>
          <a:xfrm>
            <a:off x="583348" y="4861511"/>
            <a:ext cx="1919115" cy="276999"/>
          </a:xfrm>
          <a:prstGeom prst="rect">
            <a:avLst/>
          </a:prstGeom>
          <a:noFill/>
        </p:spPr>
        <p:txBody>
          <a:bodyPr wrap="none" anchor="ctr">
            <a:spAutoFit/>
          </a:bodyPr>
          <a:lstStyle/>
          <a:p>
            <a:pPr algn="l"/>
            <a:r>
              <a:rPr lang="en-IN" sz="1200" b="0">
                <a:solidFill>
                  <a:srgbClr val="696969"/>
                </a:solidFill>
                <a:latin typeface="Times New Roman" panose="02020603050405020304" pitchFamily="18" charset="0"/>
                <a:cs typeface="Times New Roman" panose="02020603050405020304" pitchFamily="18" charset="0"/>
              </a:rPr>
              <a:t>Spillover from prior months</a:t>
            </a:r>
          </a:p>
        </p:txBody>
      </p:sp>
      <p:sp>
        <p:nvSpPr>
          <p:cNvPr id="146" name="Rectangle 145">
            <a:extLst>
              <a:ext uri="{FF2B5EF4-FFF2-40B4-BE49-F238E27FC236}">
                <a16:creationId xmlns:a16="http://schemas.microsoft.com/office/drawing/2014/main" id="{F328D448-8B21-40EA-FAD8-636FCB319435}"/>
              </a:ext>
            </a:extLst>
          </p:cNvPr>
          <p:cNvSpPr/>
          <p:nvPr/>
        </p:nvSpPr>
        <p:spPr>
          <a:xfrm>
            <a:off x="3171100" y="4931430"/>
            <a:ext cx="2514600" cy="146304"/>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48" name="Rectangle 147">
            <a:extLst>
              <a:ext uri="{FF2B5EF4-FFF2-40B4-BE49-F238E27FC236}">
                <a16:creationId xmlns:a16="http://schemas.microsoft.com/office/drawing/2014/main" id="{74399DB6-21F3-0401-F69B-BE310B690F9B}"/>
              </a:ext>
            </a:extLst>
          </p:cNvPr>
          <p:cNvSpPr/>
          <p:nvPr/>
        </p:nvSpPr>
        <p:spPr>
          <a:xfrm>
            <a:off x="3171100" y="4931430"/>
            <a:ext cx="226314" cy="146304"/>
          </a:xfrm>
          <a:prstGeom prst="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0" name="TextBox 149">
            <a:extLst>
              <a:ext uri="{FF2B5EF4-FFF2-40B4-BE49-F238E27FC236}">
                <a16:creationId xmlns:a16="http://schemas.microsoft.com/office/drawing/2014/main" id="{DFC8958C-0EA6-C354-2ECD-5C6C7611D9E1}"/>
              </a:ext>
            </a:extLst>
          </p:cNvPr>
          <p:cNvSpPr txBox="1"/>
          <p:nvPr/>
        </p:nvSpPr>
        <p:spPr>
          <a:xfrm>
            <a:off x="5795428" y="4866306"/>
            <a:ext cx="915635" cy="230832"/>
          </a:xfrm>
          <a:prstGeom prst="rect">
            <a:avLst/>
          </a:prstGeom>
          <a:noFill/>
        </p:spPr>
        <p:txBody>
          <a:bodyPr wrap="none" anchor="ctr">
            <a:spAutoFit/>
          </a:bodyPr>
          <a:lstStyle/>
          <a:p>
            <a:pPr algn="l"/>
            <a:r>
              <a:rPr lang="en-IN" sz="900" b="1">
                <a:solidFill>
                  <a:srgbClr val="2B2B2B"/>
                </a:solidFill>
                <a:latin typeface="Times New Roman" panose="02020603050405020304" pitchFamily="18" charset="0"/>
                <a:cs typeface="Times New Roman" panose="02020603050405020304" pitchFamily="18" charset="0"/>
              </a:rPr>
              <a:t>9</a:t>
            </a:r>
            <a:r>
              <a:rPr sz="900" b="1">
                <a:solidFill>
                  <a:srgbClr val="2B2B2B"/>
                </a:solidFill>
                <a:latin typeface="Times New Roman" panose="02020603050405020304" pitchFamily="18" charset="0"/>
                <a:cs typeface="Times New Roman" panose="02020603050405020304" pitchFamily="18" charset="0"/>
              </a:rPr>
              <a:t>%</a:t>
            </a:r>
            <a:r>
              <a:rPr lang="en-IN" sz="900" b="1">
                <a:solidFill>
                  <a:srgbClr val="2B2B2B"/>
                </a:solidFill>
                <a:latin typeface="Times New Roman" panose="02020603050405020304" pitchFamily="18" charset="0"/>
                <a:cs typeface="Times New Roman" panose="02020603050405020304" pitchFamily="18" charset="0"/>
              </a:rPr>
              <a:t>    (0.39 Cr)</a:t>
            </a:r>
            <a:endParaRPr sz="900" b="1">
              <a:solidFill>
                <a:srgbClr val="2B2B2B"/>
              </a:solidFill>
              <a:latin typeface="Times New Roman" panose="02020603050405020304" pitchFamily="18" charset="0"/>
              <a:cs typeface="Times New Roman" panose="02020603050405020304" pitchFamily="18" charset="0"/>
            </a:endParaRPr>
          </a:p>
        </p:txBody>
      </p:sp>
      <p:sp>
        <p:nvSpPr>
          <p:cNvPr id="152" name="Rounded Rectangle 48">
            <a:extLst>
              <a:ext uri="{FF2B5EF4-FFF2-40B4-BE49-F238E27FC236}">
                <a16:creationId xmlns:a16="http://schemas.microsoft.com/office/drawing/2014/main" id="{4B0567DC-77E7-9240-469B-5E353E318AA9}"/>
              </a:ext>
            </a:extLst>
          </p:cNvPr>
          <p:cNvSpPr/>
          <p:nvPr/>
        </p:nvSpPr>
        <p:spPr>
          <a:xfrm>
            <a:off x="7651660" y="2782590"/>
            <a:ext cx="3840480" cy="233172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56" name="TextBox 155">
            <a:extLst>
              <a:ext uri="{FF2B5EF4-FFF2-40B4-BE49-F238E27FC236}">
                <a16:creationId xmlns:a16="http://schemas.microsoft.com/office/drawing/2014/main" id="{374472F3-D974-BB5B-5CDB-97BFB8091C94}"/>
              </a:ext>
            </a:extLst>
          </p:cNvPr>
          <p:cNvSpPr txBox="1"/>
          <p:nvPr/>
        </p:nvSpPr>
        <p:spPr>
          <a:xfrm>
            <a:off x="7925980" y="3064557"/>
            <a:ext cx="3429000" cy="784830"/>
          </a:xfrm>
          <a:prstGeom prst="rect">
            <a:avLst/>
          </a:prstGeom>
          <a:noFill/>
        </p:spPr>
        <p:txBody>
          <a:bodyPr wrap="square" anchor="ctr">
            <a:spAutoFit/>
          </a:bodyPr>
          <a:lstStyle/>
          <a:p>
            <a:pPr algn="l"/>
            <a:r>
              <a:rPr sz="1500" b="1">
                <a:solidFill>
                  <a:srgbClr val="FFFFFF"/>
                </a:solidFill>
                <a:latin typeface="Times New Roman" panose="02020603050405020304" pitchFamily="18" charset="0"/>
                <a:cs typeface="Times New Roman" panose="02020603050405020304" pitchFamily="18" charset="0"/>
              </a:rPr>
              <a:t>The July miss was primarily a pipeline / registration issue </a:t>
            </a:r>
            <a:r>
              <a:rPr lang="en-IN" sz="1500" b="1">
                <a:solidFill>
                  <a:srgbClr val="FFFFFF"/>
                </a:solidFill>
                <a:latin typeface="Times New Roman" panose="02020603050405020304" pitchFamily="18" charset="0"/>
                <a:cs typeface="Times New Roman" panose="02020603050405020304" pitchFamily="18" charset="0"/>
              </a:rPr>
              <a:t>-</a:t>
            </a:r>
            <a:r>
              <a:rPr sz="1500" b="1">
                <a:solidFill>
                  <a:srgbClr val="FFFFFF"/>
                </a:solidFill>
                <a:latin typeface="Times New Roman" panose="02020603050405020304" pitchFamily="18" charset="0"/>
                <a:cs typeface="Times New Roman" panose="02020603050405020304" pitchFamily="18" charset="0"/>
              </a:rPr>
              <a:t> not a payment refusal.</a:t>
            </a:r>
          </a:p>
        </p:txBody>
      </p:sp>
      <p:sp>
        <p:nvSpPr>
          <p:cNvPr id="158" name="TextBox 157">
            <a:extLst>
              <a:ext uri="{FF2B5EF4-FFF2-40B4-BE49-F238E27FC236}">
                <a16:creationId xmlns:a16="http://schemas.microsoft.com/office/drawing/2014/main" id="{8BF2625D-9B6A-154D-500A-0DDB8766C468}"/>
              </a:ext>
            </a:extLst>
          </p:cNvPr>
          <p:cNvSpPr txBox="1"/>
          <p:nvPr/>
        </p:nvSpPr>
        <p:spPr>
          <a:xfrm>
            <a:off x="7925980" y="4173478"/>
            <a:ext cx="3036772" cy="738664"/>
          </a:xfrm>
          <a:prstGeom prst="rect">
            <a:avLst/>
          </a:prstGeom>
          <a:noFill/>
        </p:spPr>
        <p:txBody>
          <a:bodyPr wrap="square" anchor="ctr">
            <a:spAutoFit/>
          </a:bodyPr>
          <a:lstStyle/>
          <a:p>
            <a:pPr algn="l"/>
            <a:r>
              <a:rPr lang="en-US" sz="1400" b="0">
                <a:solidFill>
                  <a:srgbClr val="FFFFFF"/>
                </a:solidFill>
                <a:latin typeface="Times New Roman" panose="02020603050405020304" pitchFamily="18" charset="0"/>
                <a:cs typeface="Times New Roman" panose="02020603050405020304" pitchFamily="18" charset="0"/>
              </a:rPr>
              <a:t>Focus should be </a:t>
            </a:r>
            <a:r>
              <a:rPr lang="en-US" sz="1400" b="1" i="1">
                <a:solidFill>
                  <a:srgbClr val="FFFFFF"/>
                </a:solidFill>
                <a:latin typeface="Times New Roman" panose="02020603050405020304" pitchFamily="18" charset="0"/>
                <a:cs typeface="Times New Roman" panose="02020603050405020304" pitchFamily="18" charset="0"/>
              </a:rPr>
              <a:t>on Sales → Registration → Bank handoffs before the account reaches CRM.</a:t>
            </a:r>
          </a:p>
        </p:txBody>
      </p:sp>
      <p:sp>
        <p:nvSpPr>
          <p:cNvPr id="164" name="Rectangle: Rounded Corners 163">
            <a:extLst>
              <a:ext uri="{FF2B5EF4-FFF2-40B4-BE49-F238E27FC236}">
                <a16:creationId xmlns:a16="http://schemas.microsoft.com/office/drawing/2014/main" id="{34983A79-CA78-65AD-4A7E-B0D166C6BAA0}"/>
              </a:ext>
            </a:extLst>
          </p:cNvPr>
          <p:cNvSpPr/>
          <p:nvPr/>
        </p:nvSpPr>
        <p:spPr>
          <a:xfrm>
            <a:off x="465328" y="5761703"/>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atin typeface="Times New Roman" panose="02020603050405020304" pitchFamily="18" charset="0"/>
                <a:cs typeface="Times New Roman" panose="02020603050405020304" pitchFamily="18" charset="0"/>
              </a:rPr>
              <a:t>July execution improved, but the biggest controllable leakage before coming to CRM – “Delayed registrations” accounted for 79% of forecast leakage.</a:t>
            </a:r>
          </a:p>
        </p:txBody>
      </p:sp>
      <p:sp>
        <p:nvSpPr>
          <p:cNvPr id="3" name="TextBox 2">
            <a:extLst>
              <a:ext uri="{FF2B5EF4-FFF2-40B4-BE49-F238E27FC236}">
                <a16:creationId xmlns:a16="http://schemas.microsoft.com/office/drawing/2014/main" id="{F2BAF888-A40A-AB9F-6314-83D19DE41FFA}"/>
              </a:ext>
            </a:extLst>
          </p:cNvPr>
          <p:cNvSpPr txBox="1"/>
          <p:nvPr/>
        </p:nvSpPr>
        <p:spPr>
          <a:xfrm>
            <a:off x="111227" y="16254"/>
            <a:ext cx="131799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JULY OUTLOOK</a:t>
            </a:r>
            <a:endParaRPr sz="1100" b="0">
              <a:solidFill>
                <a:srgbClr val="2D2D2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3749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FF053-1006-A415-9B12-12C50A25A8F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02917B3-6982-85D3-8970-BF87B3A916DF}"/>
              </a:ext>
            </a:extLst>
          </p:cNvPr>
          <p:cNvSpPr/>
          <p:nvPr/>
        </p:nvSpPr>
        <p:spPr>
          <a:xfrm>
            <a:off x="146771" y="74465"/>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b="1">
                <a:solidFill>
                  <a:schemeClr val="tx1"/>
                </a:solidFill>
                <a:latin typeface="Times New Roman" panose="02020603050405020304" pitchFamily="18" charset="0"/>
                <a:cs typeface="Times New Roman" panose="02020603050405020304" pitchFamily="18" charset="0"/>
              </a:rPr>
              <a:t>July forecast was reliable on spillover, but new registrations were the weak link</a:t>
            </a:r>
          </a:p>
        </p:txBody>
      </p:sp>
      <p:sp>
        <p:nvSpPr>
          <p:cNvPr id="3" name="Rounded Rectangle 5">
            <a:extLst>
              <a:ext uri="{FF2B5EF4-FFF2-40B4-BE49-F238E27FC236}">
                <a16:creationId xmlns:a16="http://schemas.microsoft.com/office/drawing/2014/main" id="{44CB9CAA-C608-2D83-067E-65192B7B6BEC}"/>
              </a:ext>
            </a:extLst>
          </p:cNvPr>
          <p:cNvSpPr/>
          <p:nvPr/>
        </p:nvSpPr>
        <p:spPr>
          <a:xfrm>
            <a:off x="289560" y="1337854"/>
            <a:ext cx="7178040" cy="4160520"/>
          </a:xfrm>
          <a:prstGeom prst="round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53A9FD7A-76E9-E287-E708-AAEBC07621A7}"/>
              </a:ext>
            </a:extLst>
          </p:cNvPr>
          <p:cNvSpPr txBox="1"/>
          <p:nvPr/>
        </p:nvSpPr>
        <p:spPr>
          <a:xfrm>
            <a:off x="536448" y="1489133"/>
            <a:ext cx="3674211" cy="276999"/>
          </a:xfrm>
          <a:prstGeom prst="rect">
            <a:avLst/>
          </a:prstGeom>
          <a:noFill/>
        </p:spPr>
        <p:txBody>
          <a:bodyPr wrap="none" anchor="ctr">
            <a:spAutoFit/>
          </a:bodyPr>
          <a:lstStyle/>
          <a:p>
            <a:pPr algn="l"/>
            <a:r>
              <a:rPr lang="en-US" sz="1200" b="1">
                <a:solidFill>
                  <a:srgbClr val="910D22"/>
                </a:solidFill>
                <a:latin typeface="Times New Roman" panose="02020603050405020304" pitchFamily="18" charset="0"/>
                <a:cs typeface="Times New Roman" panose="02020603050405020304" pitchFamily="18" charset="0"/>
              </a:rPr>
              <a:t>JULY FORECAST BY COLLECTION CATEGORY</a:t>
            </a:r>
          </a:p>
        </p:txBody>
      </p:sp>
      <p:sp>
        <p:nvSpPr>
          <p:cNvPr id="8" name="TextBox 7">
            <a:extLst>
              <a:ext uri="{FF2B5EF4-FFF2-40B4-BE49-F238E27FC236}">
                <a16:creationId xmlns:a16="http://schemas.microsoft.com/office/drawing/2014/main" id="{2D9ABF12-F21A-985F-EEAC-1D669DA759F8}"/>
              </a:ext>
            </a:extLst>
          </p:cNvPr>
          <p:cNvSpPr txBox="1"/>
          <p:nvPr/>
        </p:nvSpPr>
        <p:spPr>
          <a:xfrm>
            <a:off x="609600" y="1854893"/>
            <a:ext cx="1055930" cy="276999"/>
          </a:xfrm>
          <a:prstGeom prst="rect">
            <a:avLst/>
          </a:prstGeom>
          <a:noFill/>
        </p:spPr>
        <p:txBody>
          <a:bodyPr wrap="none" anchor="ctr">
            <a:spAutoFit/>
          </a:bodyPr>
          <a:lstStyle/>
          <a:p>
            <a:pPr algn="l"/>
            <a:r>
              <a:rPr lang="en-IN" sz="1200" b="1">
                <a:latin typeface="Times New Roman" panose="02020603050405020304" pitchFamily="18" charset="0"/>
                <a:cs typeface="Times New Roman" panose="02020603050405020304" pitchFamily="18" charset="0"/>
              </a:rPr>
              <a:t>CATEGORY</a:t>
            </a:r>
          </a:p>
        </p:txBody>
      </p:sp>
      <p:sp>
        <p:nvSpPr>
          <p:cNvPr id="10" name="TextBox 9">
            <a:extLst>
              <a:ext uri="{FF2B5EF4-FFF2-40B4-BE49-F238E27FC236}">
                <a16:creationId xmlns:a16="http://schemas.microsoft.com/office/drawing/2014/main" id="{6B349334-6A1E-84E5-AABD-4DF69A4EE1ED}"/>
              </a:ext>
            </a:extLst>
          </p:cNvPr>
          <p:cNvSpPr txBox="1"/>
          <p:nvPr/>
        </p:nvSpPr>
        <p:spPr>
          <a:xfrm>
            <a:off x="3398520" y="1854893"/>
            <a:ext cx="1021433" cy="276999"/>
          </a:xfrm>
          <a:prstGeom prst="rect">
            <a:avLst/>
          </a:prstGeom>
          <a:noFill/>
        </p:spPr>
        <p:txBody>
          <a:bodyPr wrap="none" anchor="ctr">
            <a:spAutoFit/>
          </a:bodyPr>
          <a:lstStyle/>
          <a:p>
            <a:pPr algn="l"/>
            <a:r>
              <a:rPr lang="en-IN" sz="1200" b="1">
                <a:latin typeface="Times New Roman" panose="02020603050405020304" pitchFamily="18" charset="0"/>
                <a:cs typeface="Times New Roman" panose="02020603050405020304" pitchFamily="18" charset="0"/>
              </a:rPr>
              <a:t>FORECAST</a:t>
            </a:r>
          </a:p>
        </p:txBody>
      </p:sp>
      <p:sp>
        <p:nvSpPr>
          <p:cNvPr id="12" name="TextBox 11">
            <a:extLst>
              <a:ext uri="{FF2B5EF4-FFF2-40B4-BE49-F238E27FC236}">
                <a16:creationId xmlns:a16="http://schemas.microsoft.com/office/drawing/2014/main" id="{8F95F779-FEBA-C8E1-8FF6-BF572626FE21}"/>
              </a:ext>
            </a:extLst>
          </p:cNvPr>
          <p:cNvSpPr txBox="1"/>
          <p:nvPr/>
        </p:nvSpPr>
        <p:spPr>
          <a:xfrm>
            <a:off x="4587240" y="1854893"/>
            <a:ext cx="832279" cy="276999"/>
          </a:xfrm>
          <a:prstGeom prst="rect">
            <a:avLst/>
          </a:prstGeom>
          <a:noFill/>
        </p:spPr>
        <p:txBody>
          <a:bodyPr wrap="none" anchor="ctr">
            <a:spAutoFit/>
          </a:bodyPr>
          <a:lstStyle/>
          <a:p>
            <a:pPr algn="l"/>
            <a:r>
              <a:rPr lang="en-IN" sz="1200" b="1">
                <a:latin typeface="Times New Roman" panose="02020603050405020304" pitchFamily="18" charset="0"/>
                <a:cs typeface="Times New Roman" panose="02020603050405020304" pitchFamily="18" charset="0"/>
              </a:rPr>
              <a:t>ACTUAL</a:t>
            </a:r>
          </a:p>
        </p:txBody>
      </p:sp>
      <p:sp>
        <p:nvSpPr>
          <p:cNvPr id="14" name="TextBox 13">
            <a:extLst>
              <a:ext uri="{FF2B5EF4-FFF2-40B4-BE49-F238E27FC236}">
                <a16:creationId xmlns:a16="http://schemas.microsoft.com/office/drawing/2014/main" id="{DBA631F4-153A-B53B-D90F-51F8AE837758}"/>
              </a:ext>
            </a:extLst>
          </p:cNvPr>
          <p:cNvSpPr txBox="1"/>
          <p:nvPr/>
        </p:nvSpPr>
        <p:spPr>
          <a:xfrm>
            <a:off x="5748528" y="1854893"/>
            <a:ext cx="1264898" cy="276999"/>
          </a:xfrm>
          <a:prstGeom prst="rect">
            <a:avLst/>
          </a:prstGeom>
          <a:noFill/>
        </p:spPr>
        <p:txBody>
          <a:bodyPr wrap="none" anchor="ctr">
            <a:spAutoFit/>
          </a:bodyPr>
          <a:lstStyle/>
          <a:p>
            <a:pPr algn="l"/>
            <a:r>
              <a:rPr lang="en-IN" sz="1200" b="1">
                <a:latin typeface="Times New Roman" panose="02020603050405020304" pitchFamily="18" charset="0"/>
                <a:cs typeface="Times New Roman" panose="02020603050405020304" pitchFamily="18" charset="0"/>
              </a:rPr>
              <a:t>REALIZATION</a:t>
            </a:r>
          </a:p>
        </p:txBody>
      </p:sp>
      <p:sp>
        <p:nvSpPr>
          <p:cNvPr id="16" name="TextBox 15">
            <a:extLst>
              <a:ext uri="{FF2B5EF4-FFF2-40B4-BE49-F238E27FC236}">
                <a16:creationId xmlns:a16="http://schemas.microsoft.com/office/drawing/2014/main" id="{A3FBAC83-8636-CA55-E070-256ADBA61C49}"/>
              </a:ext>
            </a:extLst>
          </p:cNvPr>
          <p:cNvSpPr txBox="1"/>
          <p:nvPr/>
        </p:nvSpPr>
        <p:spPr>
          <a:xfrm>
            <a:off x="609600" y="2248084"/>
            <a:ext cx="750526"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Spillover</a:t>
            </a:r>
          </a:p>
        </p:txBody>
      </p:sp>
      <p:sp>
        <p:nvSpPr>
          <p:cNvPr id="18" name="TextBox 17">
            <a:extLst>
              <a:ext uri="{FF2B5EF4-FFF2-40B4-BE49-F238E27FC236}">
                <a16:creationId xmlns:a16="http://schemas.microsoft.com/office/drawing/2014/main" id="{CD079444-FB53-5305-5B1F-F7CEA6D0EB41}"/>
              </a:ext>
            </a:extLst>
          </p:cNvPr>
          <p:cNvSpPr txBox="1"/>
          <p:nvPr/>
        </p:nvSpPr>
        <p:spPr>
          <a:xfrm>
            <a:off x="3398520" y="2248084"/>
            <a:ext cx="723275"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₹5.70 Cr</a:t>
            </a:r>
          </a:p>
        </p:txBody>
      </p:sp>
      <p:sp>
        <p:nvSpPr>
          <p:cNvPr id="20" name="TextBox 19">
            <a:extLst>
              <a:ext uri="{FF2B5EF4-FFF2-40B4-BE49-F238E27FC236}">
                <a16:creationId xmlns:a16="http://schemas.microsoft.com/office/drawing/2014/main" id="{CAED70B9-9ABF-79AF-9B6B-E35E114E1C51}"/>
              </a:ext>
            </a:extLst>
          </p:cNvPr>
          <p:cNvSpPr txBox="1"/>
          <p:nvPr/>
        </p:nvSpPr>
        <p:spPr>
          <a:xfrm>
            <a:off x="4587240" y="2248084"/>
            <a:ext cx="723275"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₹5.64 Cr</a:t>
            </a:r>
          </a:p>
        </p:txBody>
      </p:sp>
      <p:sp>
        <p:nvSpPr>
          <p:cNvPr id="22" name="TextBox 21">
            <a:extLst>
              <a:ext uri="{FF2B5EF4-FFF2-40B4-BE49-F238E27FC236}">
                <a16:creationId xmlns:a16="http://schemas.microsoft.com/office/drawing/2014/main" id="{046C7EFF-5A7D-4201-2285-6A658A71AD03}"/>
              </a:ext>
            </a:extLst>
          </p:cNvPr>
          <p:cNvSpPr txBox="1"/>
          <p:nvPr/>
        </p:nvSpPr>
        <p:spPr>
          <a:xfrm>
            <a:off x="5748528" y="2248085"/>
            <a:ext cx="492443" cy="276999"/>
          </a:xfrm>
          <a:prstGeom prst="rect">
            <a:avLst/>
          </a:prstGeom>
          <a:noFill/>
        </p:spPr>
        <p:txBody>
          <a:bodyPr wrap="none" anchor="ctr">
            <a:spAutoFit/>
          </a:bodyPr>
          <a:lstStyle/>
          <a:p>
            <a:pPr algn="l"/>
            <a:r>
              <a:rPr lang="en-IN" sz="1200" b="1">
                <a:solidFill>
                  <a:srgbClr val="37872D"/>
                </a:solidFill>
                <a:latin typeface="Times New Roman" panose="02020603050405020304" pitchFamily="18" charset="0"/>
                <a:cs typeface="Times New Roman" panose="02020603050405020304" pitchFamily="18" charset="0"/>
              </a:rPr>
              <a:t>99%</a:t>
            </a:r>
          </a:p>
        </p:txBody>
      </p:sp>
      <p:sp>
        <p:nvSpPr>
          <p:cNvPr id="24" name="Rounded Rectangle 15">
            <a:extLst>
              <a:ext uri="{FF2B5EF4-FFF2-40B4-BE49-F238E27FC236}">
                <a16:creationId xmlns:a16="http://schemas.microsoft.com/office/drawing/2014/main" id="{44B8407B-51C8-8A68-7EC9-0605B353A506}"/>
              </a:ext>
            </a:extLst>
          </p:cNvPr>
          <p:cNvSpPr/>
          <p:nvPr/>
        </p:nvSpPr>
        <p:spPr>
          <a:xfrm>
            <a:off x="499872" y="2820923"/>
            <a:ext cx="6629400" cy="612648"/>
          </a:xfrm>
          <a:prstGeom prst="roundRect">
            <a:avLst/>
          </a:prstGeom>
          <a:solidFill>
            <a:srgbClr val="F9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200">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8FF38245-FAA4-64FD-D9B6-4B04C5F4C016}"/>
              </a:ext>
            </a:extLst>
          </p:cNvPr>
          <p:cNvSpPr txBox="1"/>
          <p:nvPr/>
        </p:nvSpPr>
        <p:spPr>
          <a:xfrm>
            <a:off x="609600" y="2933884"/>
            <a:ext cx="1961243" cy="276999"/>
          </a:xfrm>
          <a:prstGeom prst="rect">
            <a:avLst/>
          </a:prstGeom>
          <a:noFill/>
        </p:spPr>
        <p:txBody>
          <a:bodyPr wrap="none" anchor="ctr">
            <a:spAutoFit/>
          </a:bodyPr>
          <a:lstStyle/>
          <a:p>
            <a:pPr algn="l"/>
            <a:r>
              <a:rPr lang="en-IN" sz="1200" b="1">
                <a:solidFill>
                  <a:srgbClr val="910D22"/>
                </a:solidFill>
                <a:latin typeface="Times New Roman" panose="02020603050405020304" pitchFamily="18" charset="0"/>
                <a:cs typeface="Times New Roman" panose="02020603050405020304" pitchFamily="18" charset="0"/>
              </a:rPr>
              <a:t>Expected new registrations</a:t>
            </a:r>
          </a:p>
        </p:txBody>
      </p:sp>
      <p:sp>
        <p:nvSpPr>
          <p:cNvPr id="28" name="TextBox 27">
            <a:extLst>
              <a:ext uri="{FF2B5EF4-FFF2-40B4-BE49-F238E27FC236}">
                <a16:creationId xmlns:a16="http://schemas.microsoft.com/office/drawing/2014/main" id="{0C4EF74D-35EE-9C06-0C4C-FC9A164C6624}"/>
              </a:ext>
            </a:extLst>
          </p:cNvPr>
          <p:cNvSpPr txBox="1"/>
          <p:nvPr/>
        </p:nvSpPr>
        <p:spPr>
          <a:xfrm>
            <a:off x="3398520" y="2933884"/>
            <a:ext cx="723275"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₹8.61 Cr</a:t>
            </a:r>
          </a:p>
        </p:txBody>
      </p:sp>
      <p:sp>
        <p:nvSpPr>
          <p:cNvPr id="30" name="TextBox 29">
            <a:extLst>
              <a:ext uri="{FF2B5EF4-FFF2-40B4-BE49-F238E27FC236}">
                <a16:creationId xmlns:a16="http://schemas.microsoft.com/office/drawing/2014/main" id="{E921A093-3526-E3DD-CB24-23FF9C13D9A2}"/>
              </a:ext>
            </a:extLst>
          </p:cNvPr>
          <p:cNvSpPr txBox="1"/>
          <p:nvPr/>
        </p:nvSpPr>
        <p:spPr>
          <a:xfrm>
            <a:off x="4587240" y="2933884"/>
            <a:ext cx="723275"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₹6.10 Cr</a:t>
            </a:r>
          </a:p>
        </p:txBody>
      </p:sp>
      <p:sp>
        <p:nvSpPr>
          <p:cNvPr id="32" name="TextBox 31">
            <a:extLst>
              <a:ext uri="{FF2B5EF4-FFF2-40B4-BE49-F238E27FC236}">
                <a16:creationId xmlns:a16="http://schemas.microsoft.com/office/drawing/2014/main" id="{292F84AA-ADF9-A23C-8745-DAC7F22F9817}"/>
              </a:ext>
            </a:extLst>
          </p:cNvPr>
          <p:cNvSpPr txBox="1"/>
          <p:nvPr/>
        </p:nvSpPr>
        <p:spPr>
          <a:xfrm>
            <a:off x="5748528" y="2933885"/>
            <a:ext cx="492443" cy="276999"/>
          </a:xfrm>
          <a:prstGeom prst="rect">
            <a:avLst/>
          </a:prstGeom>
          <a:noFill/>
        </p:spPr>
        <p:txBody>
          <a:bodyPr wrap="none" anchor="ctr">
            <a:spAutoFit/>
          </a:bodyPr>
          <a:lstStyle/>
          <a:p>
            <a:pPr algn="l"/>
            <a:r>
              <a:rPr lang="en-IN" sz="1200" b="1">
                <a:solidFill>
                  <a:srgbClr val="910D22"/>
                </a:solidFill>
                <a:latin typeface="Times New Roman" panose="02020603050405020304" pitchFamily="18" charset="0"/>
                <a:cs typeface="Times New Roman" panose="02020603050405020304" pitchFamily="18" charset="0"/>
              </a:rPr>
              <a:t>71%</a:t>
            </a:r>
          </a:p>
        </p:txBody>
      </p:sp>
      <p:sp>
        <p:nvSpPr>
          <p:cNvPr id="34" name="TextBox 33">
            <a:extLst>
              <a:ext uri="{FF2B5EF4-FFF2-40B4-BE49-F238E27FC236}">
                <a16:creationId xmlns:a16="http://schemas.microsoft.com/office/drawing/2014/main" id="{1DA5FEE1-4694-BAA0-03F7-08ABA9E10544}"/>
              </a:ext>
            </a:extLst>
          </p:cNvPr>
          <p:cNvSpPr txBox="1"/>
          <p:nvPr/>
        </p:nvSpPr>
        <p:spPr>
          <a:xfrm>
            <a:off x="609600" y="3619683"/>
            <a:ext cx="1699504"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New slab / New demand</a:t>
            </a:r>
          </a:p>
        </p:txBody>
      </p:sp>
      <p:sp>
        <p:nvSpPr>
          <p:cNvPr id="36" name="TextBox 35">
            <a:extLst>
              <a:ext uri="{FF2B5EF4-FFF2-40B4-BE49-F238E27FC236}">
                <a16:creationId xmlns:a16="http://schemas.microsoft.com/office/drawing/2014/main" id="{3D91BE98-F732-A901-1B0B-9F55614EDD44}"/>
              </a:ext>
            </a:extLst>
          </p:cNvPr>
          <p:cNvSpPr txBox="1"/>
          <p:nvPr/>
        </p:nvSpPr>
        <p:spPr>
          <a:xfrm>
            <a:off x="3398520" y="3619683"/>
            <a:ext cx="723275"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₹1.83 Cr</a:t>
            </a:r>
          </a:p>
        </p:txBody>
      </p:sp>
      <p:sp>
        <p:nvSpPr>
          <p:cNvPr id="38" name="TextBox 37">
            <a:extLst>
              <a:ext uri="{FF2B5EF4-FFF2-40B4-BE49-F238E27FC236}">
                <a16:creationId xmlns:a16="http://schemas.microsoft.com/office/drawing/2014/main" id="{DF246535-2B81-CDC4-BDB3-0652596043FC}"/>
              </a:ext>
            </a:extLst>
          </p:cNvPr>
          <p:cNvSpPr txBox="1"/>
          <p:nvPr/>
        </p:nvSpPr>
        <p:spPr>
          <a:xfrm>
            <a:off x="4587240" y="3619683"/>
            <a:ext cx="723275"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₹2.35 Cr</a:t>
            </a:r>
          </a:p>
        </p:txBody>
      </p:sp>
      <p:sp>
        <p:nvSpPr>
          <p:cNvPr id="40" name="TextBox 39">
            <a:extLst>
              <a:ext uri="{FF2B5EF4-FFF2-40B4-BE49-F238E27FC236}">
                <a16:creationId xmlns:a16="http://schemas.microsoft.com/office/drawing/2014/main" id="{21E43396-BC6C-AE47-3C51-69E6C690C384}"/>
              </a:ext>
            </a:extLst>
          </p:cNvPr>
          <p:cNvSpPr txBox="1"/>
          <p:nvPr/>
        </p:nvSpPr>
        <p:spPr>
          <a:xfrm>
            <a:off x="5748528" y="3619684"/>
            <a:ext cx="569387" cy="276999"/>
          </a:xfrm>
          <a:prstGeom prst="rect">
            <a:avLst/>
          </a:prstGeom>
          <a:noFill/>
        </p:spPr>
        <p:txBody>
          <a:bodyPr wrap="none" anchor="ctr">
            <a:spAutoFit/>
          </a:bodyPr>
          <a:lstStyle/>
          <a:p>
            <a:pPr algn="l"/>
            <a:r>
              <a:rPr lang="en-IN" sz="1200" b="1">
                <a:solidFill>
                  <a:srgbClr val="37872D"/>
                </a:solidFill>
                <a:latin typeface="Times New Roman" panose="02020603050405020304" pitchFamily="18" charset="0"/>
                <a:cs typeface="Times New Roman" panose="02020603050405020304" pitchFamily="18" charset="0"/>
              </a:rPr>
              <a:t>128%</a:t>
            </a:r>
          </a:p>
        </p:txBody>
      </p:sp>
      <p:sp>
        <p:nvSpPr>
          <p:cNvPr id="42" name="TextBox 41">
            <a:extLst>
              <a:ext uri="{FF2B5EF4-FFF2-40B4-BE49-F238E27FC236}">
                <a16:creationId xmlns:a16="http://schemas.microsoft.com/office/drawing/2014/main" id="{E8286D40-0650-BD82-07A3-9BCFE77DF25B}"/>
              </a:ext>
            </a:extLst>
          </p:cNvPr>
          <p:cNvSpPr txBox="1"/>
          <p:nvPr/>
        </p:nvSpPr>
        <p:spPr>
          <a:xfrm>
            <a:off x="609600" y="4305483"/>
            <a:ext cx="1749197"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Demand raised after 20th</a:t>
            </a:r>
          </a:p>
        </p:txBody>
      </p:sp>
      <p:sp>
        <p:nvSpPr>
          <p:cNvPr id="44" name="TextBox 43">
            <a:extLst>
              <a:ext uri="{FF2B5EF4-FFF2-40B4-BE49-F238E27FC236}">
                <a16:creationId xmlns:a16="http://schemas.microsoft.com/office/drawing/2014/main" id="{9ACBC1FB-7597-F9D4-9387-3FE31ADA758E}"/>
              </a:ext>
            </a:extLst>
          </p:cNvPr>
          <p:cNvSpPr txBox="1"/>
          <p:nvPr/>
        </p:nvSpPr>
        <p:spPr>
          <a:xfrm>
            <a:off x="3398520" y="4305483"/>
            <a:ext cx="723275"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₹0.76 Cr</a:t>
            </a:r>
          </a:p>
        </p:txBody>
      </p:sp>
      <p:sp>
        <p:nvSpPr>
          <p:cNvPr id="46" name="TextBox 45">
            <a:extLst>
              <a:ext uri="{FF2B5EF4-FFF2-40B4-BE49-F238E27FC236}">
                <a16:creationId xmlns:a16="http://schemas.microsoft.com/office/drawing/2014/main" id="{945D50E1-2240-A3AC-707F-852B7D9A6F25}"/>
              </a:ext>
            </a:extLst>
          </p:cNvPr>
          <p:cNvSpPr txBox="1"/>
          <p:nvPr/>
        </p:nvSpPr>
        <p:spPr>
          <a:xfrm>
            <a:off x="4587240" y="4305483"/>
            <a:ext cx="723275" cy="276999"/>
          </a:xfrm>
          <a:prstGeom prst="rect">
            <a:avLst/>
          </a:prstGeom>
          <a:noFill/>
        </p:spPr>
        <p:txBody>
          <a:bodyPr wrap="none" anchor="ctr">
            <a:spAutoFit/>
          </a:bodyPr>
          <a:lstStyle/>
          <a:p>
            <a:pPr algn="l"/>
            <a:r>
              <a:rPr lang="en-IN" sz="1200" b="0">
                <a:solidFill>
                  <a:srgbClr val="2B2B2B"/>
                </a:solidFill>
                <a:latin typeface="Times New Roman" panose="02020603050405020304" pitchFamily="18" charset="0"/>
                <a:cs typeface="Times New Roman" panose="02020603050405020304" pitchFamily="18" charset="0"/>
              </a:rPr>
              <a:t>₹1.28 Cr</a:t>
            </a:r>
          </a:p>
        </p:txBody>
      </p:sp>
      <p:sp>
        <p:nvSpPr>
          <p:cNvPr id="48" name="TextBox 47">
            <a:extLst>
              <a:ext uri="{FF2B5EF4-FFF2-40B4-BE49-F238E27FC236}">
                <a16:creationId xmlns:a16="http://schemas.microsoft.com/office/drawing/2014/main" id="{14244724-CC22-FA4E-FFBA-44E7B783B562}"/>
              </a:ext>
            </a:extLst>
          </p:cNvPr>
          <p:cNvSpPr txBox="1"/>
          <p:nvPr/>
        </p:nvSpPr>
        <p:spPr>
          <a:xfrm>
            <a:off x="5748528" y="4305484"/>
            <a:ext cx="569387" cy="276999"/>
          </a:xfrm>
          <a:prstGeom prst="rect">
            <a:avLst/>
          </a:prstGeom>
          <a:noFill/>
        </p:spPr>
        <p:txBody>
          <a:bodyPr wrap="none" anchor="ctr">
            <a:spAutoFit/>
          </a:bodyPr>
          <a:lstStyle/>
          <a:p>
            <a:pPr algn="l"/>
            <a:r>
              <a:rPr lang="en-IN" sz="1200" b="1">
                <a:solidFill>
                  <a:srgbClr val="37872D"/>
                </a:solidFill>
                <a:latin typeface="Times New Roman" panose="02020603050405020304" pitchFamily="18" charset="0"/>
                <a:cs typeface="Times New Roman" panose="02020603050405020304" pitchFamily="18" charset="0"/>
              </a:rPr>
              <a:t>168%</a:t>
            </a:r>
          </a:p>
        </p:txBody>
      </p:sp>
      <p:sp>
        <p:nvSpPr>
          <p:cNvPr id="50" name="Rounded Rectangle 28">
            <a:extLst>
              <a:ext uri="{FF2B5EF4-FFF2-40B4-BE49-F238E27FC236}">
                <a16:creationId xmlns:a16="http://schemas.microsoft.com/office/drawing/2014/main" id="{2421EEC8-7816-B264-AC7B-A69CD90CDD8E}"/>
              </a:ext>
            </a:extLst>
          </p:cNvPr>
          <p:cNvSpPr/>
          <p:nvPr/>
        </p:nvSpPr>
        <p:spPr>
          <a:xfrm>
            <a:off x="609600" y="5071484"/>
            <a:ext cx="6446520" cy="310896"/>
          </a:xfrm>
          <a:prstGeom prst="roundRect">
            <a:avLst/>
          </a:prstGeom>
          <a:solidFill>
            <a:srgbClr val="F5F0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1200">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6CD53B74-7939-9265-53A1-0E7037D243D4}"/>
              </a:ext>
            </a:extLst>
          </p:cNvPr>
          <p:cNvSpPr txBox="1"/>
          <p:nvPr/>
        </p:nvSpPr>
        <p:spPr>
          <a:xfrm>
            <a:off x="755904" y="5079290"/>
            <a:ext cx="5957721" cy="276999"/>
          </a:xfrm>
          <a:prstGeom prst="rect">
            <a:avLst/>
          </a:prstGeom>
          <a:noFill/>
        </p:spPr>
        <p:txBody>
          <a:bodyPr wrap="none" anchor="ctr">
            <a:spAutoFit/>
          </a:bodyPr>
          <a:lstStyle/>
          <a:p>
            <a:pPr algn="l"/>
            <a:r>
              <a:rPr sz="1200" b="1">
                <a:solidFill>
                  <a:srgbClr val="2B2B2B"/>
                </a:solidFill>
                <a:latin typeface="Times New Roman" panose="02020603050405020304" pitchFamily="18" charset="0"/>
                <a:cs typeface="Times New Roman" panose="02020603050405020304" pitchFamily="18" charset="0"/>
              </a:rPr>
              <a:t>₹8.60 Cr of forecast depended on new registrations </a:t>
            </a:r>
            <a:r>
              <a:rPr lang="en-IN" sz="1200" b="1">
                <a:solidFill>
                  <a:srgbClr val="2B2B2B"/>
                </a:solidFill>
                <a:latin typeface="Times New Roman" panose="02020603050405020304" pitchFamily="18" charset="0"/>
                <a:cs typeface="Times New Roman" panose="02020603050405020304" pitchFamily="18" charset="0"/>
              </a:rPr>
              <a:t>-</a:t>
            </a:r>
            <a:r>
              <a:rPr sz="1200" b="1">
                <a:solidFill>
                  <a:srgbClr val="2B2B2B"/>
                </a:solidFill>
                <a:latin typeface="Times New Roman" panose="02020603050405020304" pitchFamily="18" charset="0"/>
                <a:cs typeface="Times New Roman" panose="02020603050405020304" pitchFamily="18" charset="0"/>
              </a:rPr>
              <a:t> the least reliable major component.</a:t>
            </a:r>
          </a:p>
        </p:txBody>
      </p:sp>
      <p:sp>
        <p:nvSpPr>
          <p:cNvPr id="54" name="Rounded Rectangle 30">
            <a:extLst>
              <a:ext uri="{FF2B5EF4-FFF2-40B4-BE49-F238E27FC236}">
                <a16:creationId xmlns:a16="http://schemas.microsoft.com/office/drawing/2014/main" id="{75BD83DF-B3AA-30C6-6171-A2918AE56F0E}"/>
              </a:ext>
            </a:extLst>
          </p:cNvPr>
          <p:cNvSpPr/>
          <p:nvPr/>
        </p:nvSpPr>
        <p:spPr>
          <a:xfrm>
            <a:off x="7696200" y="1348740"/>
            <a:ext cx="3611880" cy="416052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E2E80869-D5F1-9E39-E0D1-4AA99CF72A3B}"/>
              </a:ext>
            </a:extLst>
          </p:cNvPr>
          <p:cNvSpPr txBox="1"/>
          <p:nvPr/>
        </p:nvSpPr>
        <p:spPr>
          <a:xfrm>
            <a:off x="7980352" y="1725711"/>
            <a:ext cx="877163" cy="507831"/>
          </a:xfrm>
          <a:prstGeom prst="rect">
            <a:avLst/>
          </a:prstGeom>
          <a:noFill/>
        </p:spPr>
        <p:txBody>
          <a:bodyPr wrap="none" anchor="ctr">
            <a:spAutoFit/>
          </a:bodyPr>
          <a:lstStyle/>
          <a:p>
            <a:pPr algn="l"/>
            <a:r>
              <a:rPr sz="2700" b="1">
                <a:solidFill>
                  <a:srgbClr val="FFFFFF"/>
                </a:solidFill>
                <a:latin typeface="Times New Roman" panose="02020603050405020304" pitchFamily="18" charset="0"/>
                <a:cs typeface="Times New Roman" panose="02020603050405020304" pitchFamily="18" charset="0"/>
              </a:rPr>
              <a:t>71%</a:t>
            </a:r>
          </a:p>
        </p:txBody>
      </p:sp>
      <p:sp>
        <p:nvSpPr>
          <p:cNvPr id="60" name="TextBox 59">
            <a:extLst>
              <a:ext uri="{FF2B5EF4-FFF2-40B4-BE49-F238E27FC236}">
                <a16:creationId xmlns:a16="http://schemas.microsoft.com/office/drawing/2014/main" id="{19A32C84-A7A6-E6B0-CC6D-78A442FA8549}"/>
              </a:ext>
            </a:extLst>
          </p:cNvPr>
          <p:cNvSpPr txBox="1"/>
          <p:nvPr/>
        </p:nvSpPr>
        <p:spPr>
          <a:xfrm>
            <a:off x="7980351" y="2167078"/>
            <a:ext cx="2789131" cy="457200"/>
          </a:xfrm>
          <a:prstGeom prst="rect">
            <a:avLst/>
          </a:prstGeom>
          <a:noFill/>
        </p:spPr>
        <p:txBody>
          <a:bodyPr wrap="square" anchor="ctr">
            <a:spAutoFit/>
          </a:bodyPr>
          <a:lstStyle/>
          <a:p>
            <a:pPr algn="l"/>
            <a:r>
              <a:rPr sz="1200" b="1">
                <a:solidFill>
                  <a:srgbClr val="FFFFFF"/>
                </a:solidFill>
                <a:latin typeface="Times New Roman" panose="02020603050405020304" pitchFamily="18" charset="0"/>
                <a:cs typeface="Times New Roman" panose="02020603050405020304" pitchFamily="18" charset="0"/>
              </a:rPr>
              <a:t>realization of expected-new-registration forecast</a:t>
            </a:r>
          </a:p>
        </p:txBody>
      </p:sp>
      <p:sp>
        <p:nvSpPr>
          <p:cNvPr id="62" name="Rectangle 61">
            <a:extLst>
              <a:ext uri="{FF2B5EF4-FFF2-40B4-BE49-F238E27FC236}">
                <a16:creationId xmlns:a16="http://schemas.microsoft.com/office/drawing/2014/main" id="{D957DA64-886B-94C4-BCC8-5D0AA2145C83}"/>
              </a:ext>
            </a:extLst>
          </p:cNvPr>
          <p:cNvSpPr/>
          <p:nvPr/>
        </p:nvSpPr>
        <p:spPr>
          <a:xfrm>
            <a:off x="7980352" y="2825446"/>
            <a:ext cx="2880360" cy="10972"/>
          </a:xfrm>
          <a:prstGeom prst="rect">
            <a:avLst/>
          </a:prstGeom>
          <a:solidFill>
            <a:srgbClr val="5F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815D8526-6072-B6B4-C540-A67B122326A8}"/>
              </a:ext>
            </a:extLst>
          </p:cNvPr>
          <p:cNvSpPr txBox="1"/>
          <p:nvPr/>
        </p:nvSpPr>
        <p:spPr>
          <a:xfrm>
            <a:off x="7970520" y="3206532"/>
            <a:ext cx="1510350" cy="307777"/>
          </a:xfrm>
          <a:prstGeom prst="rect">
            <a:avLst/>
          </a:prstGeom>
          <a:noFill/>
        </p:spPr>
        <p:txBody>
          <a:bodyPr wrap="none" anchor="ctr">
            <a:spAutoFit/>
          </a:bodyPr>
          <a:lstStyle/>
          <a:p>
            <a:pPr algn="l"/>
            <a:r>
              <a:rPr sz="1400" b="1">
                <a:solidFill>
                  <a:srgbClr val="CAA323"/>
                </a:solidFill>
                <a:latin typeface="Times New Roman" panose="02020603050405020304" pitchFamily="18" charset="0"/>
                <a:cs typeface="Times New Roman" panose="02020603050405020304" pitchFamily="18" charset="0"/>
              </a:rPr>
              <a:t>Why this matters</a:t>
            </a:r>
          </a:p>
        </p:txBody>
      </p:sp>
      <p:sp>
        <p:nvSpPr>
          <p:cNvPr id="66" name="TextBox 65">
            <a:extLst>
              <a:ext uri="{FF2B5EF4-FFF2-40B4-BE49-F238E27FC236}">
                <a16:creationId xmlns:a16="http://schemas.microsoft.com/office/drawing/2014/main" id="{0F9BFAC1-E286-4F54-8C40-CC432C3E0B40}"/>
              </a:ext>
            </a:extLst>
          </p:cNvPr>
          <p:cNvSpPr txBox="1"/>
          <p:nvPr/>
        </p:nvSpPr>
        <p:spPr>
          <a:xfrm>
            <a:off x="7990515" y="3642219"/>
            <a:ext cx="2549996" cy="646331"/>
          </a:xfrm>
          <a:prstGeom prst="rect">
            <a:avLst/>
          </a:prstGeom>
          <a:noFill/>
        </p:spPr>
        <p:txBody>
          <a:bodyPr wrap="square" anchor="ctr">
            <a:spAutoFit/>
          </a:bodyPr>
          <a:lstStyle/>
          <a:p>
            <a:pPr algn="l"/>
            <a:r>
              <a:rPr lang="en-US" sz="1200" b="0">
                <a:solidFill>
                  <a:srgbClr val="FFFFFF"/>
                </a:solidFill>
                <a:latin typeface="Times New Roman" panose="02020603050405020304" pitchFamily="18" charset="0"/>
                <a:cs typeface="Times New Roman" panose="02020603050405020304" pitchFamily="18" charset="0"/>
              </a:rPr>
              <a:t>This was the largest forecast component and the main source of forecast uncertainty.</a:t>
            </a:r>
          </a:p>
        </p:txBody>
      </p:sp>
      <p:sp>
        <p:nvSpPr>
          <p:cNvPr id="72" name="TextBox 71">
            <a:extLst>
              <a:ext uri="{FF2B5EF4-FFF2-40B4-BE49-F238E27FC236}">
                <a16:creationId xmlns:a16="http://schemas.microsoft.com/office/drawing/2014/main" id="{FC9979D7-3CBF-2F3B-33CF-F4DCEB551DC2}"/>
              </a:ext>
            </a:extLst>
          </p:cNvPr>
          <p:cNvSpPr txBox="1"/>
          <p:nvPr/>
        </p:nvSpPr>
        <p:spPr>
          <a:xfrm>
            <a:off x="1036159" y="4708578"/>
            <a:ext cx="500906" cy="276999"/>
          </a:xfrm>
          <a:prstGeom prst="rect">
            <a:avLst/>
          </a:prstGeom>
          <a:solidFill>
            <a:srgbClr val="5B0C15"/>
          </a:solidFill>
        </p:spPr>
        <p:txBody>
          <a:bodyPr wrap="none" anchor="ctr">
            <a:spAutoFit/>
          </a:bodyPr>
          <a:lstStyle/>
          <a:p>
            <a:pPr algn="l"/>
            <a:r>
              <a:rPr lang="en-IN" sz="1200" b="0">
                <a:solidFill>
                  <a:schemeClr val="bg1"/>
                </a:solidFill>
                <a:latin typeface="Times New Roman" panose="02020603050405020304" pitchFamily="18" charset="0"/>
                <a:cs typeface="Times New Roman" panose="02020603050405020304" pitchFamily="18" charset="0"/>
              </a:rPr>
              <a:t>Total</a:t>
            </a:r>
          </a:p>
        </p:txBody>
      </p:sp>
      <p:sp>
        <p:nvSpPr>
          <p:cNvPr id="74" name="TextBox 73">
            <a:extLst>
              <a:ext uri="{FF2B5EF4-FFF2-40B4-BE49-F238E27FC236}">
                <a16:creationId xmlns:a16="http://schemas.microsoft.com/office/drawing/2014/main" id="{91327FC0-F90E-55F9-837E-EDA15C3AE6D0}"/>
              </a:ext>
            </a:extLst>
          </p:cNvPr>
          <p:cNvSpPr txBox="1"/>
          <p:nvPr/>
        </p:nvSpPr>
        <p:spPr>
          <a:xfrm>
            <a:off x="3398520" y="4708578"/>
            <a:ext cx="800219" cy="276999"/>
          </a:xfrm>
          <a:prstGeom prst="rect">
            <a:avLst/>
          </a:prstGeom>
          <a:solidFill>
            <a:srgbClr val="5B0C15"/>
          </a:solidFill>
        </p:spPr>
        <p:txBody>
          <a:bodyPr wrap="none" anchor="ctr">
            <a:spAutoFit/>
          </a:bodyPr>
          <a:lstStyle/>
          <a:p>
            <a:pPr algn="l"/>
            <a:r>
              <a:rPr lang="en-IN" sz="1200" b="0">
                <a:solidFill>
                  <a:schemeClr val="bg1"/>
                </a:solidFill>
                <a:latin typeface="Times New Roman" panose="02020603050405020304" pitchFamily="18" charset="0"/>
                <a:cs typeface="Times New Roman" panose="02020603050405020304" pitchFamily="18" charset="0"/>
              </a:rPr>
              <a:t>₹1</a:t>
            </a:r>
            <a:r>
              <a:rPr lang="en-IN" sz="1200">
                <a:solidFill>
                  <a:schemeClr val="bg1"/>
                </a:solidFill>
                <a:latin typeface="Times New Roman" panose="02020603050405020304" pitchFamily="18" charset="0"/>
                <a:cs typeface="Times New Roman" panose="02020603050405020304" pitchFamily="18" charset="0"/>
              </a:rPr>
              <a:t>6.90</a:t>
            </a:r>
            <a:r>
              <a:rPr lang="en-IN" sz="1200" b="0">
                <a:solidFill>
                  <a:schemeClr val="bg1"/>
                </a:solidFill>
                <a:latin typeface="Times New Roman" panose="02020603050405020304" pitchFamily="18" charset="0"/>
                <a:cs typeface="Times New Roman" panose="02020603050405020304" pitchFamily="18" charset="0"/>
              </a:rPr>
              <a:t> Cr</a:t>
            </a:r>
          </a:p>
        </p:txBody>
      </p:sp>
      <p:sp>
        <p:nvSpPr>
          <p:cNvPr id="76" name="TextBox 75">
            <a:extLst>
              <a:ext uri="{FF2B5EF4-FFF2-40B4-BE49-F238E27FC236}">
                <a16:creationId xmlns:a16="http://schemas.microsoft.com/office/drawing/2014/main" id="{5467688A-72A1-4F99-0C48-D44FE8388443}"/>
              </a:ext>
            </a:extLst>
          </p:cNvPr>
          <p:cNvSpPr txBox="1"/>
          <p:nvPr/>
        </p:nvSpPr>
        <p:spPr>
          <a:xfrm>
            <a:off x="4587240" y="4708578"/>
            <a:ext cx="800219" cy="276999"/>
          </a:xfrm>
          <a:prstGeom prst="rect">
            <a:avLst/>
          </a:prstGeom>
          <a:solidFill>
            <a:srgbClr val="5B0C15"/>
          </a:solidFill>
        </p:spPr>
        <p:txBody>
          <a:bodyPr wrap="none" anchor="ctr">
            <a:spAutoFit/>
          </a:bodyPr>
          <a:lstStyle/>
          <a:p>
            <a:pPr algn="l"/>
            <a:r>
              <a:rPr lang="en-IN" sz="1200" b="0">
                <a:solidFill>
                  <a:schemeClr val="bg1"/>
                </a:solidFill>
                <a:latin typeface="Times New Roman" panose="02020603050405020304" pitchFamily="18" charset="0"/>
                <a:cs typeface="Times New Roman" panose="02020603050405020304" pitchFamily="18" charset="0"/>
              </a:rPr>
              <a:t>₹15.</a:t>
            </a:r>
            <a:r>
              <a:rPr lang="en-IN" sz="1200">
                <a:solidFill>
                  <a:schemeClr val="bg1"/>
                </a:solidFill>
                <a:latin typeface="Times New Roman" panose="02020603050405020304" pitchFamily="18" charset="0"/>
                <a:cs typeface="Times New Roman" panose="02020603050405020304" pitchFamily="18" charset="0"/>
              </a:rPr>
              <a:t>36</a:t>
            </a:r>
            <a:r>
              <a:rPr lang="en-IN" sz="1200" b="0">
                <a:solidFill>
                  <a:schemeClr val="bg1"/>
                </a:solidFill>
                <a:latin typeface="Times New Roman" panose="02020603050405020304" pitchFamily="18" charset="0"/>
                <a:cs typeface="Times New Roman" panose="02020603050405020304" pitchFamily="18" charset="0"/>
              </a:rPr>
              <a:t> Cr</a:t>
            </a:r>
          </a:p>
        </p:txBody>
      </p:sp>
      <p:sp>
        <p:nvSpPr>
          <p:cNvPr id="78" name="TextBox 77">
            <a:extLst>
              <a:ext uri="{FF2B5EF4-FFF2-40B4-BE49-F238E27FC236}">
                <a16:creationId xmlns:a16="http://schemas.microsoft.com/office/drawing/2014/main" id="{4222499F-7EF0-5B92-B2E2-3B6D146E52A6}"/>
              </a:ext>
            </a:extLst>
          </p:cNvPr>
          <p:cNvSpPr txBox="1"/>
          <p:nvPr/>
        </p:nvSpPr>
        <p:spPr>
          <a:xfrm>
            <a:off x="5748528" y="4708578"/>
            <a:ext cx="492443" cy="276999"/>
          </a:xfrm>
          <a:prstGeom prst="rect">
            <a:avLst/>
          </a:prstGeom>
          <a:solidFill>
            <a:srgbClr val="5B0C15"/>
          </a:solidFill>
        </p:spPr>
        <p:txBody>
          <a:bodyPr wrap="none" anchor="ctr">
            <a:spAutoFit/>
          </a:bodyPr>
          <a:lstStyle/>
          <a:p>
            <a:pPr algn="l"/>
            <a:r>
              <a:rPr lang="en-US" sz="1200" b="1">
                <a:solidFill>
                  <a:schemeClr val="bg1"/>
                </a:solidFill>
                <a:latin typeface="Times New Roman" panose="02020603050405020304" pitchFamily="18" charset="0"/>
                <a:cs typeface="Times New Roman" panose="02020603050405020304" pitchFamily="18" charset="0"/>
              </a:rPr>
              <a:t>91%</a:t>
            </a:r>
          </a:p>
        </p:txBody>
      </p:sp>
      <p:sp>
        <p:nvSpPr>
          <p:cNvPr id="4" name="TextBox 3">
            <a:extLst>
              <a:ext uri="{FF2B5EF4-FFF2-40B4-BE49-F238E27FC236}">
                <a16:creationId xmlns:a16="http://schemas.microsoft.com/office/drawing/2014/main" id="{B88CE9A8-E5EC-70A6-0019-B1A81AE91D3E}"/>
              </a:ext>
            </a:extLst>
          </p:cNvPr>
          <p:cNvSpPr txBox="1"/>
          <p:nvPr/>
        </p:nvSpPr>
        <p:spPr>
          <a:xfrm>
            <a:off x="111227" y="16254"/>
            <a:ext cx="131799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JULY OUTLOOK</a:t>
            </a:r>
            <a:endParaRPr sz="1100" b="0">
              <a:solidFill>
                <a:srgbClr val="2D2D2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2660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4791D-918F-81C4-CA1D-A6CD450609B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8970EE8-A31E-27C8-488F-973DA867D20B}"/>
              </a:ext>
            </a:extLst>
          </p:cNvPr>
          <p:cNvSpPr/>
          <p:nvPr/>
        </p:nvSpPr>
        <p:spPr>
          <a:xfrm>
            <a:off x="192088" y="156529"/>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July recovered materially after June's dip</a:t>
            </a:r>
          </a:p>
        </p:txBody>
      </p:sp>
      <p:sp>
        <p:nvSpPr>
          <p:cNvPr id="8" name="Rounded Rectangle 5">
            <a:extLst>
              <a:ext uri="{FF2B5EF4-FFF2-40B4-BE49-F238E27FC236}">
                <a16:creationId xmlns:a16="http://schemas.microsoft.com/office/drawing/2014/main" id="{08F249D9-B84C-2927-B8A1-B776C5340546}"/>
              </a:ext>
            </a:extLst>
          </p:cNvPr>
          <p:cNvSpPr/>
          <p:nvPr/>
        </p:nvSpPr>
        <p:spPr>
          <a:xfrm>
            <a:off x="502920" y="1627632"/>
            <a:ext cx="6995160" cy="4315968"/>
          </a:xfrm>
          <a:prstGeom prst="round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7D261EF-20DC-4D8A-5B74-9777CCDB8C97}"/>
              </a:ext>
            </a:extLst>
          </p:cNvPr>
          <p:cNvSpPr txBox="1"/>
          <p:nvPr/>
        </p:nvSpPr>
        <p:spPr>
          <a:xfrm>
            <a:off x="749808" y="1795456"/>
            <a:ext cx="4227247" cy="276999"/>
          </a:xfrm>
          <a:prstGeom prst="rect">
            <a:avLst/>
          </a:prstGeom>
          <a:noFill/>
        </p:spPr>
        <p:txBody>
          <a:bodyPr wrap="none" anchor="ctr">
            <a:spAutoFit/>
          </a:bodyPr>
          <a:lstStyle/>
          <a:p>
            <a:pPr algn="l"/>
            <a:r>
              <a:rPr lang="en-US" sz="1200" b="1">
                <a:solidFill>
                  <a:srgbClr val="910D22"/>
                </a:solidFill>
                <a:latin typeface="Times New Roman" panose="02020603050405020304" pitchFamily="18" charset="0"/>
                <a:cs typeface="Times New Roman" panose="02020603050405020304" pitchFamily="18" charset="0"/>
              </a:rPr>
              <a:t>TARGET vs FORECAST vs ACTUAL COLLECTION (₹ Cr)</a:t>
            </a:r>
          </a:p>
        </p:txBody>
      </p:sp>
      <p:sp>
        <p:nvSpPr>
          <p:cNvPr id="22" name="Rectangle 21">
            <a:extLst>
              <a:ext uri="{FF2B5EF4-FFF2-40B4-BE49-F238E27FC236}">
                <a16:creationId xmlns:a16="http://schemas.microsoft.com/office/drawing/2014/main" id="{9B5D23DA-6F7C-6AB8-D912-F1AFE58C0939}"/>
              </a:ext>
            </a:extLst>
          </p:cNvPr>
          <p:cNvSpPr/>
          <p:nvPr/>
        </p:nvSpPr>
        <p:spPr>
          <a:xfrm>
            <a:off x="1133855" y="2669698"/>
            <a:ext cx="310896" cy="2788188"/>
          </a:xfrm>
          <a:prstGeom prst="rect">
            <a:avLst/>
          </a:prstGeom>
          <a:solidFill>
            <a:srgbClr val="CD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6A7A8AED-CE6F-A768-C5FC-3058285BC5EA}"/>
              </a:ext>
            </a:extLst>
          </p:cNvPr>
          <p:cNvSpPr txBox="1"/>
          <p:nvPr/>
        </p:nvSpPr>
        <p:spPr>
          <a:xfrm>
            <a:off x="1023845" y="2426651"/>
            <a:ext cx="530916" cy="276999"/>
          </a:xfrm>
          <a:prstGeom prst="rect">
            <a:avLst/>
          </a:prstGeom>
          <a:noFill/>
        </p:spPr>
        <p:txBody>
          <a:bodyPr wrap="none" anchor="ctr">
            <a:spAutoFit/>
          </a:bodyPr>
          <a:lstStyle/>
          <a:p>
            <a:pPr algn="ctr"/>
            <a:r>
              <a:rPr lang="en-IN" sz="1200" b="1">
                <a:solidFill>
                  <a:srgbClr val="2B2B2B"/>
                </a:solidFill>
                <a:latin typeface="Times New Roman" panose="02020603050405020304" pitchFamily="18" charset="0"/>
                <a:cs typeface="Times New Roman" panose="02020603050405020304" pitchFamily="18" charset="0"/>
              </a:rPr>
              <a:t>38.72</a:t>
            </a:r>
          </a:p>
        </p:txBody>
      </p:sp>
      <p:sp>
        <p:nvSpPr>
          <p:cNvPr id="27" name="Rectangle 26">
            <a:extLst>
              <a:ext uri="{FF2B5EF4-FFF2-40B4-BE49-F238E27FC236}">
                <a16:creationId xmlns:a16="http://schemas.microsoft.com/office/drawing/2014/main" id="{48AC65F7-C3CA-8A5E-12BB-E0F80FAA9D17}"/>
              </a:ext>
            </a:extLst>
          </p:cNvPr>
          <p:cNvSpPr/>
          <p:nvPr/>
        </p:nvSpPr>
        <p:spPr>
          <a:xfrm>
            <a:off x="1508760" y="3116874"/>
            <a:ext cx="310896" cy="2341012"/>
          </a:xfrm>
          <a:prstGeom prst="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8DA24495-BDFA-D806-3F9E-97BAA10BDE81}"/>
              </a:ext>
            </a:extLst>
          </p:cNvPr>
          <p:cNvSpPr txBox="1"/>
          <p:nvPr/>
        </p:nvSpPr>
        <p:spPr>
          <a:xfrm>
            <a:off x="1398749" y="2822927"/>
            <a:ext cx="530916" cy="276999"/>
          </a:xfrm>
          <a:prstGeom prst="rect">
            <a:avLst/>
          </a:prstGeom>
          <a:noFill/>
        </p:spPr>
        <p:txBody>
          <a:bodyPr wrap="none" anchor="ctr">
            <a:spAutoFit/>
          </a:bodyPr>
          <a:lstStyle/>
          <a:p>
            <a:pPr algn="ctr"/>
            <a:r>
              <a:rPr lang="en-IN" sz="1200" b="1">
                <a:solidFill>
                  <a:srgbClr val="2B2B2B"/>
                </a:solidFill>
                <a:latin typeface="Times New Roman" panose="02020603050405020304" pitchFamily="18" charset="0"/>
                <a:cs typeface="Times New Roman" panose="02020603050405020304" pitchFamily="18" charset="0"/>
              </a:rPr>
              <a:t>32.51</a:t>
            </a:r>
          </a:p>
        </p:txBody>
      </p:sp>
      <p:sp>
        <p:nvSpPr>
          <p:cNvPr id="31" name="Rectangle 30">
            <a:extLst>
              <a:ext uri="{FF2B5EF4-FFF2-40B4-BE49-F238E27FC236}">
                <a16:creationId xmlns:a16="http://schemas.microsoft.com/office/drawing/2014/main" id="{F511EE49-5CF0-935C-101E-4FAE2897C3BC}"/>
              </a:ext>
            </a:extLst>
          </p:cNvPr>
          <p:cNvSpPr/>
          <p:nvPr/>
        </p:nvSpPr>
        <p:spPr>
          <a:xfrm>
            <a:off x="1883664" y="3779357"/>
            <a:ext cx="310896" cy="1678529"/>
          </a:xfrm>
          <a:prstGeom prst="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2ACA88B4-C5B6-4457-A118-4FBD193CF173}"/>
              </a:ext>
            </a:extLst>
          </p:cNvPr>
          <p:cNvSpPr txBox="1"/>
          <p:nvPr/>
        </p:nvSpPr>
        <p:spPr>
          <a:xfrm>
            <a:off x="1773654" y="3485410"/>
            <a:ext cx="530916" cy="276999"/>
          </a:xfrm>
          <a:prstGeom prst="rect">
            <a:avLst/>
          </a:prstGeom>
          <a:noFill/>
        </p:spPr>
        <p:txBody>
          <a:bodyPr wrap="none" anchor="ctr">
            <a:spAutoFit/>
          </a:bodyPr>
          <a:lstStyle/>
          <a:p>
            <a:pPr algn="ctr"/>
            <a:r>
              <a:rPr lang="en-IN" sz="1200" b="1">
                <a:solidFill>
                  <a:srgbClr val="2B2B2B"/>
                </a:solidFill>
                <a:latin typeface="Times New Roman" panose="02020603050405020304" pitchFamily="18" charset="0"/>
                <a:cs typeface="Times New Roman" panose="02020603050405020304" pitchFamily="18" charset="0"/>
              </a:rPr>
              <a:t>23.31</a:t>
            </a:r>
          </a:p>
        </p:txBody>
      </p:sp>
      <p:sp>
        <p:nvSpPr>
          <p:cNvPr id="35" name="TextBox 34">
            <a:extLst>
              <a:ext uri="{FF2B5EF4-FFF2-40B4-BE49-F238E27FC236}">
                <a16:creationId xmlns:a16="http://schemas.microsoft.com/office/drawing/2014/main" id="{CE29A7C5-0D99-734A-AECE-529DB6723CE2}"/>
              </a:ext>
            </a:extLst>
          </p:cNvPr>
          <p:cNvSpPr txBox="1"/>
          <p:nvPr/>
        </p:nvSpPr>
        <p:spPr>
          <a:xfrm>
            <a:off x="1167961" y="5557132"/>
            <a:ext cx="681597" cy="276999"/>
          </a:xfrm>
          <a:prstGeom prst="rect">
            <a:avLst/>
          </a:prstGeom>
          <a:noFill/>
        </p:spPr>
        <p:txBody>
          <a:bodyPr wrap="none" anchor="ctr">
            <a:spAutoFit/>
          </a:bodyPr>
          <a:lstStyle/>
          <a:p>
            <a:pPr algn="ctr"/>
            <a:r>
              <a:rPr sz="1200" b="1">
                <a:solidFill>
                  <a:srgbClr val="2B2B2B"/>
                </a:solidFill>
                <a:latin typeface="Times New Roman" panose="02020603050405020304" pitchFamily="18" charset="0"/>
                <a:cs typeface="Times New Roman" panose="02020603050405020304" pitchFamily="18" charset="0"/>
              </a:rPr>
              <a:t>May'26</a:t>
            </a:r>
          </a:p>
        </p:txBody>
      </p:sp>
      <p:sp>
        <p:nvSpPr>
          <p:cNvPr id="37" name="Rectangle 36">
            <a:extLst>
              <a:ext uri="{FF2B5EF4-FFF2-40B4-BE49-F238E27FC236}">
                <a16:creationId xmlns:a16="http://schemas.microsoft.com/office/drawing/2014/main" id="{66656DDF-CECD-4AB3-686B-93800E1DC632}"/>
              </a:ext>
            </a:extLst>
          </p:cNvPr>
          <p:cNvSpPr/>
          <p:nvPr/>
        </p:nvSpPr>
        <p:spPr>
          <a:xfrm>
            <a:off x="3236976" y="2861962"/>
            <a:ext cx="310896" cy="2595924"/>
          </a:xfrm>
          <a:prstGeom prst="rect">
            <a:avLst/>
          </a:prstGeom>
          <a:solidFill>
            <a:srgbClr val="CD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27958A81-1CA6-C96B-5AA6-1FF8EDB52366}"/>
              </a:ext>
            </a:extLst>
          </p:cNvPr>
          <p:cNvSpPr txBox="1"/>
          <p:nvPr/>
        </p:nvSpPr>
        <p:spPr>
          <a:xfrm>
            <a:off x="3126966" y="2568015"/>
            <a:ext cx="530916" cy="276999"/>
          </a:xfrm>
          <a:prstGeom prst="rect">
            <a:avLst/>
          </a:prstGeom>
          <a:noFill/>
        </p:spPr>
        <p:txBody>
          <a:bodyPr wrap="none" anchor="ctr">
            <a:spAutoFit/>
          </a:bodyPr>
          <a:lstStyle/>
          <a:p>
            <a:pPr algn="ctr"/>
            <a:r>
              <a:rPr lang="en-IN" sz="1200" b="1">
                <a:solidFill>
                  <a:srgbClr val="2B2B2B"/>
                </a:solidFill>
                <a:latin typeface="Times New Roman" panose="02020603050405020304" pitchFamily="18" charset="0"/>
                <a:cs typeface="Times New Roman" panose="02020603050405020304" pitchFamily="18" charset="0"/>
              </a:rPr>
              <a:t>36.05</a:t>
            </a:r>
          </a:p>
        </p:txBody>
      </p:sp>
      <p:sp>
        <p:nvSpPr>
          <p:cNvPr id="41" name="Rectangle 40">
            <a:extLst>
              <a:ext uri="{FF2B5EF4-FFF2-40B4-BE49-F238E27FC236}">
                <a16:creationId xmlns:a16="http://schemas.microsoft.com/office/drawing/2014/main" id="{BD5AD5DD-883A-457C-879A-D3000C273154}"/>
              </a:ext>
            </a:extLst>
          </p:cNvPr>
          <p:cNvSpPr/>
          <p:nvPr/>
        </p:nvSpPr>
        <p:spPr>
          <a:xfrm>
            <a:off x="3611880" y="3448115"/>
            <a:ext cx="310896" cy="2009771"/>
          </a:xfrm>
          <a:prstGeom prst="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6D86F106-7597-5942-B9BF-1C1CA6E3DB34}"/>
              </a:ext>
            </a:extLst>
          </p:cNvPr>
          <p:cNvSpPr txBox="1"/>
          <p:nvPr/>
        </p:nvSpPr>
        <p:spPr>
          <a:xfrm>
            <a:off x="3501870" y="3154168"/>
            <a:ext cx="530916" cy="276999"/>
          </a:xfrm>
          <a:prstGeom prst="rect">
            <a:avLst/>
          </a:prstGeom>
          <a:noFill/>
        </p:spPr>
        <p:txBody>
          <a:bodyPr wrap="none" anchor="ctr">
            <a:spAutoFit/>
          </a:bodyPr>
          <a:lstStyle/>
          <a:p>
            <a:pPr algn="ctr"/>
            <a:r>
              <a:rPr lang="en-IN" sz="1200" b="1">
                <a:solidFill>
                  <a:srgbClr val="2B2B2B"/>
                </a:solidFill>
                <a:latin typeface="Times New Roman" panose="02020603050405020304" pitchFamily="18" charset="0"/>
                <a:cs typeface="Times New Roman" panose="02020603050405020304" pitchFamily="18" charset="0"/>
              </a:rPr>
              <a:t>27.91</a:t>
            </a:r>
          </a:p>
        </p:txBody>
      </p:sp>
      <p:sp>
        <p:nvSpPr>
          <p:cNvPr id="45" name="Rectangle 44">
            <a:extLst>
              <a:ext uri="{FF2B5EF4-FFF2-40B4-BE49-F238E27FC236}">
                <a16:creationId xmlns:a16="http://schemas.microsoft.com/office/drawing/2014/main" id="{49C0EE5A-29FE-DE9C-256C-AC09EFAA1D6D}"/>
              </a:ext>
            </a:extLst>
          </p:cNvPr>
          <p:cNvSpPr/>
          <p:nvPr/>
        </p:nvSpPr>
        <p:spPr>
          <a:xfrm>
            <a:off x="3986784" y="4345347"/>
            <a:ext cx="310896" cy="1112539"/>
          </a:xfrm>
          <a:prstGeom prst="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DFB17F2D-DA05-D398-4A06-9FE14F5C7AE2}"/>
              </a:ext>
            </a:extLst>
          </p:cNvPr>
          <p:cNvSpPr txBox="1"/>
          <p:nvPr/>
        </p:nvSpPr>
        <p:spPr>
          <a:xfrm>
            <a:off x="3876774" y="4051400"/>
            <a:ext cx="530916" cy="276999"/>
          </a:xfrm>
          <a:prstGeom prst="rect">
            <a:avLst/>
          </a:prstGeom>
          <a:noFill/>
        </p:spPr>
        <p:txBody>
          <a:bodyPr wrap="none" anchor="ctr">
            <a:spAutoFit/>
          </a:bodyPr>
          <a:lstStyle/>
          <a:p>
            <a:pPr algn="ctr"/>
            <a:r>
              <a:rPr lang="en-IN" sz="1200" b="1">
                <a:solidFill>
                  <a:srgbClr val="2B2B2B"/>
                </a:solidFill>
                <a:latin typeface="Times New Roman" panose="02020603050405020304" pitchFamily="18" charset="0"/>
                <a:cs typeface="Times New Roman" panose="02020603050405020304" pitchFamily="18" charset="0"/>
              </a:rPr>
              <a:t>15.45</a:t>
            </a:r>
          </a:p>
        </p:txBody>
      </p:sp>
      <p:sp>
        <p:nvSpPr>
          <p:cNvPr id="49" name="TextBox 48">
            <a:extLst>
              <a:ext uri="{FF2B5EF4-FFF2-40B4-BE49-F238E27FC236}">
                <a16:creationId xmlns:a16="http://schemas.microsoft.com/office/drawing/2014/main" id="{DBDE51B1-62EE-2AFD-6008-389C295DD89D}"/>
              </a:ext>
            </a:extLst>
          </p:cNvPr>
          <p:cNvSpPr txBox="1"/>
          <p:nvPr/>
        </p:nvSpPr>
        <p:spPr>
          <a:xfrm>
            <a:off x="3297531" y="5557132"/>
            <a:ext cx="628698" cy="276999"/>
          </a:xfrm>
          <a:prstGeom prst="rect">
            <a:avLst/>
          </a:prstGeom>
          <a:noFill/>
        </p:spPr>
        <p:txBody>
          <a:bodyPr wrap="none" anchor="ctr">
            <a:spAutoFit/>
          </a:bodyPr>
          <a:lstStyle/>
          <a:p>
            <a:pPr algn="ctr"/>
            <a:r>
              <a:rPr sz="1200" b="1">
                <a:solidFill>
                  <a:srgbClr val="2B2B2B"/>
                </a:solidFill>
                <a:latin typeface="Times New Roman" panose="02020603050405020304" pitchFamily="18" charset="0"/>
                <a:cs typeface="Times New Roman" panose="02020603050405020304" pitchFamily="18" charset="0"/>
              </a:rPr>
              <a:t>Jun'26</a:t>
            </a:r>
          </a:p>
        </p:txBody>
      </p:sp>
      <p:sp>
        <p:nvSpPr>
          <p:cNvPr id="51" name="Rectangle 50">
            <a:extLst>
              <a:ext uri="{FF2B5EF4-FFF2-40B4-BE49-F238E27FC236}">
                <a16:creationId xmlns:a16="http://schemas.microsoft.com/office/drawing/2014/main" id="{14620457-F12F-EDD0-E1BE-6AECD663B1A0}"/>
              </a:ext>
            </a:extLst>
          </p:cNvPr>
          <p:cNvSpPr/>
          <p:nvPr/>
        </p:nvSpPr>
        <p:spPr>
          <a:xfrm>
            <a:off x="5340096" y="3925535"/>
            <a:ext cx="310896" cy="1532351"/>
          </a:xfrm>
          <a:prstGeom prst="rect">
            <a:avLst/>
          </a:prstGeom>
          <a:solidFill>
            <a:srgbClr val="CD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A625AB25-671E-F88E-C65A-FC27D5F5D2C6}"/>
              </a:ext>
            </a:extLst>
          </p:cNvPr>
          <p:cNvSpPr txBox="1"/>
          <p:nvPr/>
        </p:nvSpPr>
        <p:spPr>
          <a:xfrm>
            <a:off x="5230086" y="3631588"/>
            <a:ext cx="530916" cy="276999"/>
          </a:xfrm>
          <a:prstGeom prst="rect">
            <a:avLst/>
          </a:prstGeom>
          <a:noFill/>
        </p:spPr>
        <p:txBody>
          <a:bodyPr wrap="none" anchor="ctr">
            <a:spAutoFit/>
          </a:bodyPr>
          <a:lstStyle/>
          <a:p>
            <a:pPr algn="ctr"/>
            <a:r>
              <a:rPr lang="en-IN" sz="1200" b="1">
                <a:solidFill>
                  <a:srgbClr val="2B2B2B"/>
                </a:solidFill>
                <a:latin typeface="Times New Roman" panose="02020603050405020304" pitchFamily="18" charset="0"/>
                <a:cs typeface="Times New Roman" panose="02020603050405020304" pitchFamily="18" charset="0"/>
              </a:rPr>
              <a:t>21.28</a:t>
            </a:r>
          </a:p>
        </p:txBody>
      </p:sp>
      <p:sp>
        <p:nvSpPr>
          <p:cNvPr id="55" name="Rectangle 54">
            <a:extLst>
              <a:ext uri="{FF2B5EF4-FFF2-40B4-BE49-F238E27FC236}">
                <a16:creationId xmlns:a16="http://schemas.microsoft.com/office/drawing/2014/main" id="{0D397CE4-0D66-B779-6251-9A41C50E0466}"/>
              </a:ext>
            </a:extLst>
          </p:cNvPr>
          <p:cNvSpPr/>
          <p:nvPr/>
        </p:nvSpPr>
        <p:spPr>
          <a:xfrm>
            <a:off x="5715000" y="4240934"/>
            <a:ext cx="310896" cy="1216952"/>
          </a:xfrm>
          <a:prstGeom prst="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6C8B445A-48FB-0B0C-FF71-DD54CD6B7A33}"/>
              </a:ext>
            </a:extLst>
          </p:cNvPr>
          <p:cNvSpPr txBox="1"/>
          <p:nvPr/>
        </p:nvSpPr>
        <p:spPr>
          <a:xfrm>
            <a:off x="5604990" y="3946987"/>
            <a:ext cx="530916" cy="276999"/>
          </a:xfrm>
          <a:prstGeom prst="rect">
            <a:avLst/>
          </a:prstGeom>
          <a:noFill/>
        </p:spPr>
        <p:txBody>
          <a:bodyPr wrap="none" anchor="ctr">
            <a:spAutoFit/>
          </a:bodyPr>
          <a:lstStyle/>
          <a:p>
            <a:pPr algn="ctr"/>
            <a:r>
              <a:rPr lang="en-IN" sz="1200" b="1">
                <a:solidFill>
                  <a:srgbClr val="2B2B2B"/>
                </a:solidFill>
                <a:latin typeface="Times New Roman" panose="02020603050405020304" pitchFamily="18" charset="0"/>
                <a:cs typeface="Times New Roman" panose="02020603050405020304" pitchFamily="18" charset="0"/>
              </a:rPr>
              <a:t>16.90</a:t>
            </a:r>
          </a:p>
        </p:txBody>
      </p:sp>
      <p:sp>
        <p:nvSpPr>
          <p:cNvPr id="59" name="Rectangle 58">
            <a:extLst>
              <a:ext uri="{FF2B5EF4-FFF2-40B4-BE49-F238E27FC236}">
                <a16:creationId xmlns:a16="http://schemas.microsoft.com/office/drawing/2014/main" id="{2D9521E8-16B4-EBC4-6ED7-DD46FAB1CBCD}"/>
              </a:ext>
            </a:extLst>
          </p:cNvPr>
          <p:cNvSpPr/>
          <p:nvPr/>
        </p:nvSpPr>
        <p:spPr>
          <a:xfrm>
            <a:off x="6089904" y="4351828"/>
            <a:ext cx="310896" cy="1106058"/>
          </a:xfrm>
          <a:prstGeom prst="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92812B4F-0FF6-17F5-C576-8AFFFAE9DD4F}"/>
              </a:ext>
            </a:extLst>
          </p:cNvPr>
          <p:cNvSpPr txBox="1"/>
          <p:nvPr/>
        </p:nvSpPr>
        <p:spPr>
          <a:xfrm>
            <a:off x="5979894" y="4057881"/>
            <a:ext cx="530916" cy="276999"/>
          </a:xfrm>
          <a:prstGeom prst="rect">
            <a:avLst/>
          </a:prstGeom>
          <a:noFill/>
        </p:spPr>
        <p:txBody>
          <a:bodyPr wrap="none" anchor="ctr">
            <a:spAutoFit/>
          </a:bodyPr>
          <a:lstStyle/>
          <a:p>
            <a:pPr algn="ctr"/>
            <a:r>
              <a:rPr lang="en-IN" sz="1200" b="1">
                <a:solidFill>
                  <a:srgbClr val="2B2B2B"/>
                </a:solidFill>
                <a:latin typeface="Times New Roman" panose="02020603050405020304" pitchFamily="18" charset="0"/>
                <a:cs typeface="Times New Roman" panose="02020603050405020304" pitchFamily="18" charset="0"/>
              </a:rPr>
              <a:t>15.36</a:t>
            </a:r>
          </a:p>
        </p:txBody>
      </p:sp>
      <p:sp>
        <p:nvSpPr>
          <p:cNvPr id="63" name="TextBox 62">
            <a:extLst>
              <a:ext uri="{FF2B5EF4-FFF2-40B4-BE49-F238E27FC236}">
                <a16:creationId xmlns:a16="http://schemas.microsoft.com/office/drawing/2014/main" id="{4E802E4B-55B0-921F-517C-9430A7DE9941}"/>
              </a:ext>
            </a:extLst>
          </p:cNvPr>
          <p:cNvSpPr txBox="1"/>
          <p:nvPr/>
        </p:nvSpPr>
        <p:spPr>
          <a:xfrm>
            <a:off x="5421490" y="5557132"/>
            <a:ext cx="587020" cy="276999"/>
          </a:xfrm>
          <a:prstGeom prst="rect">
            <a:avLst/>
          </a:prstGeom>
          <a:noFill/>
        </p:spPr>
        <p:txBody>
          <a:bodyPr wrap="none" anchor="ctr">
            <a:spAutoFit/>
          </a:bodyPr>
          <a:lstStyle/>
          <a:p>
            <a:pPr algn="ctr"/>
            <a:r>
              <a:rPr sz="1200" b="1">
                <a:solidFill>
                  <a:srgbClr val="2B2B2B"/>
                </a:solidFill>
                <a:latin typeface="Times New Roman" panose="02020603050405020304" pitchFamily="18" charset="0"/>
                <a:cs typeface="Times New Roman" panose="02020603050405020304" pitchFamily="18" charset="0"/>
              </a:rPr>
              <a:t>Jul'26</a:t>
            </a:r>
          </a:p>
        </p:txBody>
      </p:sp>
      <p:sp>
        <p:nvSpPr>
          <p:cNvPr id="65" name="Rectangle 64">
            <a:extLst>
              <a:ext uri="{FF2B5EF4-FFF2-40B4-BE49-F238E27FC236}">
                <a16:creationId xmlns:a16="http://schemas.microsoft.com/office/drawing/2014/main" id="{3B34BD70-E970-5079-435B-4A0B9D7D2048}"/>
              </a:ext>
            </a:extLst>
          </p:cNvPr>
          <p:cNvSpPr/>
          <p:nvPr/>
        </p:nvSpPr>
        <p:spPr>
          <a:xfrm>
            <a:off x="1325880" y="2121408"/>
            <a:ext cx="146304" cy="146304"/>
          </a:xfrm>
          <a:prstGeom prst="rect">
            <a:avLst/>
          </a:prstGeom>
          <a:solidFill>
            <a:srgbClr val="CD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DAE64D57-2D7F-402E-BF8C-FBFD03905394}"/>
              </a:ext>
            </a:extLst>
          </p:cNvPr>
          <p:cNvSpPr txBox="1"/>
          <p:nvPr/>
        </p:nvSpPr>
        <p:spPr>
          <a:xfrm>
            <a:off x="1527048" y="2059183"/>
            <a:ext cx="551754" cy="261610"/>
          </a:xfrm>
          <a:prstGeom prst="rect">
            <a:avLst/>
          </a:prstGeom>
          <a:noFill/>
        </p:spPr>
        <p:txBody>
          <a:bodyPr wrap="none" anchor="ctr">
            <a:spAutoFit/>
          </a:bodyPr>
          <a:lstStyle/>
          <a:p>
            <a:pPr algn="l"/>
            <a:r>
              <a:rPr lang="en-IN" sz="1100" b="0">
                <a:solidFill>
                  <a:srgbClr val="696969"/>
                </a:solidFill>
                <a:latin typeface="Times New Roman" panose="02020603050405020304" pitchFamily="18" charset="0"/>
                <a:cs typeface="Times New Roman" panose="02020603050405020304" pitchFamily="18" charset="0"/>
              </a:rPr>
              <a:t>Target</a:t>
            </a:r>
          </a:p>
        </p:txBody>
      </p:sp>
      <p:sp>
        <p:nvSpPr>
          <p:cNvPr id="69" name="Rectangle 68">
            <a:extLst>
              <a:ext uri="{FF2B5EF4-FFF2-40B4-BE49-F238E27FC236}">
                <a16:creationId xmlns:a16="http://schemas.microsoft.com/office/drawing/2014/main" id="{93484D53-F3A6-5527-5C26-BEB7F2B03404}"/>
              </a:ext>
            </a:extLst>
          </p:cNvPr>
          <p:cNvSpPr/>
          <p:nvPr/>
        </p:nvSpPr>
        <p:spPr>
          <a:xfrm>
            <a:off x="2423160" y="2121408"/>
            <a:ext cx="146304" cy="146304"/>
          </a:xfrm>
          <a:prstGeom prst="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1" name="TextBox 70">
            <a:extLst>
              <a:ext uri="{FF2B5EF4-FFF2-40B4-BE49-F238E27FC236}">
                <a16:creationId xmlns:a16="http://schemas.microsoft.com/office/drawing/2014/main" id="{5AFC7D8A-5018-1610-3AAC-08061041E61B}"/>
              </a:ext>
            </a:extLst>
          </p:cNvPr>
          <p:cNvSpPr txBox="1"/>
          <p:nvPr/>
        </p:nvSpPr>
        <p:spPr>
          <a:xfrm>
            <a:off x="2624328" y="2059183"/>
            <a:ext cx="660758" cy="261610"/>
          </a:xfrm>
          <a:prstGeom prst="rect">
            <a:avLst/>
          </a:prstGeom>
          <a:noFill/>
        </p:spPr>
        <p:txBody>
          <a:bodyPr wrap="none" anchor="ctr">
            <a:spAutoFit/>
          </a:bodyPr>
          <a:lstStyle/>
          <a:p>
            <a:pPr algn="l"/>
            <a:r>
              <a:rPr lang="en-IN" sz="1100" b="0">
                <a:solidFill>
                  <a:srgbClr val="696969"/>
                </a:solidFill>
                <a:latin typeface="Times New Roman" panose="02020603050405020304" pitchFamily="18" charset="0"/>
                <a:cs typeface="Times New Roman" panose="02020603050405020304" pitchFamily="18" charset="0"/>
              </a:rPr>
              <a:t>Forecast</a:t>
            </a:r>
          </a:p>
        </p:txBody>
      </p:sp>
      <p:sp>
        <p:nvSpPr>
          <p:cNvPr id="73" name="Rectangle 72">
            <a:extLst>
              <a:ext uri="{FF2B5EF4-FFF2-40B4-BE49-F238E27FC236}">
                <a16:creationId xmlns:a16="http://schemas.microsoft.com/office/drawing/2014/main" id="{4BD186DE-1808-892A-ACD1-4FE057BB74B4}"/>
              </a:ext>
            </a:extLst>
          </p:cNvPr>
          <p:cNvSpPr/>
          <p:nvPr/>
        </p:nvSpPr>
        <p:spPr>
          <a:xfrm>
            <a:off x="3520439" y="2121408"/>
            <a:ext cx="146304" cy="146304"/>
          </a:xfrm>
          <a:prstGeom prst="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1C1F2046-C4C6-4B5B-C508-43DCFFD6837F}"/>
              </a:ext>
            </a:extLst>
          </p:cNvPr>
          <p:cNvSpPr txBox="1"/>
          <p:nvPr/>
        </p:nvSpPr>
        <p:spPr>
          <a:xfrm>
            <a:off x="3721607" y="2059183"/>
            <a:ext cx="559769" cy="261610"/>
          </a:xfrm>
          <a:prstGeom prst="rect">
            <a:avLst/>
          </a:prstGeom>
          <a:noFill/>
        </p:spPr>
        <p:txBody>
          <a:bodyPr wrap="none" anchor="ctr">
            <a:spAutoFit/>
          </a:bodyPr>
          <a:lstStyle/>
          <a:p>
            <a:pPr algn="l"/>
            <a:r>
              <a:rPr lang="en-IN" sz="1100" b="0">
                <a:solidFill>
                  <a:srgbClr val="696969"/>
                </a:solidFill>
                <a:latin typeface="Times New Roman" panose="02020603050405020304" pitchFamily="18" charset="0"/>
                <a:cs typeface="Times New Roman" panose="02020603050405020304" pitchFamily="18" charset="0"/>
              </a:rPr>
              <a:t>Actual</a:t>
            </a:r>
          </a:p>
        </p:txBody>
      </p:sp>
      <p:sp>
        <p:nvSpPr>
          <p:cNvPr id="3" name="Rounded Rectangle 40">
            <a:extLst>
              <a:ext uri="{FF2B5EF4-FFF2-40B4-BE49-F238E27FC236}">
                <a16:creationId xmlns:a16="http://schemas.microsoft.com/office/drawing/2014/main" id="{FF758D01-18E2-50D8-0997-53B720B29391}"/>
              </a:ext>
            </a:extLst>
          </p:cNvPr>
          <p:cNvSpPr/>
          <p:nvPr/>
        </p:nvSpPr>
        <p:spPr>
          <a:xfrm>
            <a:off x="7754112" y="1627632"/>
            <a:ext cx="3858768" cy="4315968"/>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E7755BB-5EE5-5AC0-897D-19C5A5B95244}"/>
              </a:ext>
            </a:extLst>
          </p:cNvPr>
          <p:cNvSpPr txBox="1"/>
          <p:nvPr/>
        </p:nvSpPr>
        <p:spPr>
          <a:xfrm>
            <a:off x="8028431" y="1845972"/>
            <a:ext cx="1226618" cy="230832"/>
          </a:xfrm>
          <a:prstGeom prst="rect">
            <a:avLst/>
          </a:prstGeom>
          <a:noFill/>
        </p:spPr>
        <p:txBody>
          <a:bodyPr wrap="none" anchor="ctr">
            <a:spAutoFit/>
          </a:bodyPr>
          <a:lstStyle/>
          <a:p>
            <a:pPr algn="l"/>
            <a:r>
              <a:rPr sz="900" b="1">
                <a:solidFill>
                  <a:srgbClr val="CAA323"/>
                </a:solidFill>
                <a:latin typeface="Times New Roman" panose="02020603050405020304" pitchFamily="18" charset="0"/>
                <a:cs typeface="Times New Roman" panose="02020603050405020304" pitchFamily="18" charset="0"/>
              </a:rPr>
              <a:t>WHAT CHANGED?</a:t>
            </a:r>
          </a:p>
        </p:txBody>
      </p:sp>
      <p:sp>
        <p:nvSpPr>
          <p:cNvPr id="9" name="TextBox 8">
            <a:extLst>
              <a:ext uri="{FF2B5EF4-FFF2-40B4-BE49-F238E27FC236}">
                <a16:creationId xmlns:a16="http://schemas.microsoft.com/office/drawing/2014/main" id="{FAF910BD-B194-3EE0-6FA7-19A29B531DFE}"/>
              </a:ext>
            </a:extLst>
          </p:cNvPr>
          <p:cNvSpPr txBox="1"/>
          <p:nvPr/>
        </p:nvSpPr>
        <p:spPr>
          <a:xfrm>
            <a:off x="8028431" y="2299458"/>
            <a:ext cx="1377300" cy="210827"/>
          </a:xfrm>
          <a:prstGeom prst="rect">
            <a:avLst/>
          </a:prstGeom>
          <a:noFill/>
        </p:spPr>
        <p:txBody>
          <a:bodyPr wrap="none" anchor="ctr">
            <a:spAutoFit/>
          </a:bodyPr>
          <a:lstStyle/>
          <a:p>
            <a:pPr algn="l"/>
            <a:r>
              <a:rPr sz="770" b="1">
                <a:solidFill>
                  <a:srgbClr val="CDCDCD"/>
                </a:solidFill>
                <a:latin typeface="Times New Roman" panose="02020603050405020304" pitchFamily="18" charset="0"/>
                <a:cs typeface="Times New Roman" panose="02020603050405020304" pitchFamily="18" charset="0"/>
              </a:rPr>
              <a:t>TARGET ACHIEVEMENT</a:t>
            </a:r>
          </a:p>
        </p:txBody>
      </p:sp>
      <p:sp>
        <p:nvSpPr>
          <p:cNvPr id="11" name="TextBox 10">
            <a:extLst>
              <a:ext uri="{FF2B5EF4-FFF2-40B4-BE49-F238E27FC236}">
                <a16:creationId xmlns:a16="http://schemas.microsoft.com/office/drawing/2014/main" id="{C3C20EDA-419E-E113-8F37-5C98EA7BF100}"/>
              </a:ext>
            </a:extLst>
          </p:cNvPr>
          <p:cNvSpPr txBox="1"/>
          <p:nvPr/>
        </p:nvSpPr>
        <p:spPr>
          <a:xfrm>
            <a:off x="8028431" y="2563106"/>
            <a:ext cx="2262158" cy="369332"/>
          </a:xfrm>
          <a:prstGeom prst="rect">
            <a:avLst/>
          </a:prstGeom>
          <a:noFill/>
        </p:spPr>
        <p:txBody>
          <a:bodyPr wrap="none" anchor="ctr">
            <a:spAutoFit/>
          </a:bodyPr>
          <a:lstStyle/>
          <a:p>
            <a:pPr algn="l"/>
            <a:r>
              <a:rPr sz="1800" b="1">
                <a:solidFill>
                  <a:srgbClr val="FFFFFF"/>
                </a:solidFill>
                <a:latin typeface="Times New Roman" panose="02020603050405020304" pitchFamily="18" charset="0"/>
                <a:cs typeface="Times New Roman" panose="02020603050405020304" pitchFamily="18" charset="0"/>
              </a:rPr>
              <a:t>60% → 43% → 72%</a:t>
            </a:r>
          </a:p>
        </p:txBody>
      </p:sp>
      <p:sp>
        <p:nvSpPr>
          <p:cNvPr id="13" name="TextBox 12">
            <a:extLst>
              <a:ext uri="{FF2B5EF4-FFF2-40B4-BE49-F238E27FC236}">
                <a16:creationId xmlns:a16="http://schemas.microsoft.com/office/drawing/2014/main" id="{49F13A6E-EA8F-8F41-38EB-D1C0EC16FDCE}"/>
              </a:ext>
            </a:extLst>
          </p:cNvPr>
          <p:cNvSpPr txBox="1"/>
          <p:nvPr/>
        </p:nvSpPr>
        <p:spPr>
          <a:xfrm>
            <a:off x="8028431" y="2979872"/>
            <a:ext cx="1600118" cy="221599"/>
          </a:xfrm>
          <a:prstGeom prst="rect">
            <a:avLst/>
          </a:prstGeom>
          <a:noFill/>
        </p:spPr>
        <p:txBody>
          <a:bodyPr wrap="none" anchor="ctr">
            <a:spAutoFit/>
          </a:bodyPr>
          <a:lstStyle/>
          <a:p>
            <a:pPr algn="l"/>
            <a:r>
              <a:rPr sz="840" b="1">
                <a:solidFill>
                  <a:srgbClr val="6EBE50"/>
                </a:solidFill>
                <a:latin typeface="Times New Roman" panose="02020603050405020304" pitchFamily="18" charset="0"/>
                <a:cs typeface="Times New Roman" panose="02020603050405020304" pitchFamily="18" charset="0"/>
              </a:rPr>
              <a:t>July recovered +29 pts vs June</a:t>
            </a:r>
          </a:p>
        </p:txBody>
      </p:sp>
      <p:sp>
        <p:nvSpPr>
          <p:cNvPr id="15" name="Rectangle 14">
            <a:extLst>
              <a:ext uri="{FF2B5EF4-FFF2-40B4-BE49-F238E27FC236}">
                <a16:creationId xmlns:a16="http://schemas.microsoft.com/office/drawing/2014/main" id="{7E4794D3-6ABC-3C37-1E04-F4DF42DA9481}"/>
              </a:ext>
            </a:extLst>
          </p:cNvPr>
          <p:cNvSpPr/>
          <p:nvPr/>
        </p:nvSpPr>
        <p:spPr>
          <a:xfrm>
            <a:off x="8028431" y="3383280"/>
            <a:ext cx="3063240" cy="1097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D80B889F-DE5C-02CE-7E9A-5FEEEB19106E}"/>
              </a:ext>
            </a:extLst>
          </p:cNvPr>
          <p:cNvSpPr txBox="1"/>
          <p:nvPr/>
        </p:nvSpPr>
        <p:spPr>
          <a:xfrm>
            <a:off x="8028431" y="4565234"/>
            <a:ext cx="1443024" cy="210827"/>
          </a:xfrm>
          <a:prstGeom prst="rect">
            <a:avLst/>
          </a:prstGeom>
          <a:noFill/>
        </p:spPr>
        <p:txBody>
          <a:bodyPr wrap="none" anchor="ctr">
            <a:spAutoFit/>
          </a:bodyPr>
          <a:lstStyle/>
          <a:p>
            <a:pPr algn="l"/>
            <a:r>
              <a:rPr sz="770" b="1">
                <a:solidFill>
                  <a:srgbClr val="CDCDCD"/>
                </a:solidFill>
                <a:latin typeface="Times New Roman" panose="02020603050405020304" pitchFamily="18" charset="0"/>
                <a:cs typeface="Times New Roman" panose="02020603050405020304" pitchFamily="18" charset="0"/>
              </a:rPr>
              <a:t>FORECAST REALIZATION</a:t>
            </a:r>
          </a:p>
        </p:txBody>
      </p:sp>
      <p:sp>
        <p:nvSpPr>
          <p:cNvPr id="20" name="TextBox 19">
            <a:extLst>
              <a:ext uri="{FF2B5EF4-FFF2-40B4-BE49-F238E27FC236}">
                <a16:creationId xmlns:a16="http://schemas.microsoft.com/office/drawing/2014/main" id="{B79649F9-D69A-BDC0-E541-ADB719743733}"/>
              </a:ext>
            </a:extLst>
          </p:cNvPr>
          <p:cNvSpPr txBox="1"/>
          <p:nvPr/>
        </p:nvSpPr>
        <p:spPr>
          <a:xfrm>
            <a:off x="8028431" y="4828882"/>
            <a:ext cx="2262158" cy="369332"/>
          </a:xfrm>
          <a:prstGeom prst="rect">
            <a:avLst/>
          </a:prstGeom>
          <a:noFill/>
        </p:spPr>
        <p:txBody>
          <a:bodyPr wrap="none" anchor="ctr">
            <a:spAutoFit/>
          </a:bodyPr>
          <a:lstStyle/>
          <a:p>
            <a:pPr algn="l"/>
            <a:r>
              <a:rPr sz="1800" b="1">
                <a:solidFill>
                  <a:srgbClr val="FFFFFF"/>
                </a:solidFill>
                <a:latin typeface="Times New Roman" panose="02020603050405020304" pitchFamily="18" charset="0"/>
                <a:cs typeface="Times New Roman" panose="02020603050405020304" pitchFamily="18" charset="0"/>
              </a:rPr>
              <a:t>63% → 48% → 76%</a:t>
            </a:r>
          </a:p>
        </p:txBody>
      </p:sp>
      <p:sp>
        <p:nvSpPr>
          <p:cNvPr id="23" name="TextBox 22">
            <a:extLst>
              <a:ext uri="{FF2B5EF4-FFF2-40B4-BE49-F238E27FC236}">
                <a16:creationId xmlns:a16="http://schemas.microsoft.com/office/drawing/2014/main" id="{CFBA812C-6BD9-B063-FFEA-A57906D0D1D8}"/>
              </a:ext>
            </a:extLst>
          </p:cNvPr>
          <p:cNvSpPr txBox="1"/>
          <p:nvPr/>
        </p:nvSpPr>
        <p:spPr>
          <a:xfrm>
            <a:off x="8028431" y="5245648"/>
            <a:ext cx="1600118" cy="221599"/>
          </a:xfrm>
          <a:prstGeom prst="rect">
            <a:avLst/>
          </a:prstGeom>
          <a:noFill/>
        </p:spPr>
        <p:txBody>
          <a:bodyPr wrap="none" anchor="ctr">
            <a:spAutoFit/>
          </a:bodyPr>
          <a:lstStyle/>
          <a:p>
            <a:pPr algn="l"/>
            <a:r>
              <a:rPr sz="840" b="1">
                <a:solidFill>
                  <a:srgbClr val="6EBE50"/>
                </a:solidFill>
                <a:latin typeface="Times New Roman" panose="02020603050405020304" pitchFamily="18" charset="0"/>
                <a:cs typeface="Times New Roman" panose="02020603050405020304" pitchFamily="18" charset="0"/>
              </a:rPr>
              <a:t>July recovered +28 pts vs June</a:t>
            </a:r>
          </a:p>
        </p:txBody>
      </p:sp>
      <p:sp>
        <p:nvSpPr>
          <p:cNvPr id="26" name="Rectangle 25">
            <a:extLst>
              <a:ext uri="{FF2B5EF4-FFF2-40B4-BE49-F238E27FC236}">
                <a16:creationId xmlns:a16="http://schemas.microsoft.com/office/drawing/2014/main" id="{B89D84F5-82C3-B9E6-09E3-AC15D95D3188}"/>
              </a:ext>
            </a:extLst>
          </p:cNvPr>
          <p:cNvSpPr/>
          <p:nvPr/>
        </p:nvSpPr>
        <p:spPr>
          <a:xfrm>
            <a:off x="8028431" y="5630768"/>
            <a:ext cx="3063240" cy="1097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669DF21C-A7F9-78BB-B57E-B4575125ABC3}"/>
              </a:ext>
            </a:extLst>
          </p:cNvPr>
          <p:cNvSpPr txBox="1"/>
          <p:nvPr/>
        </p:nvSpPr>
        <p:spPr>
          <a:xfrm>
            <a:off x="8028431" y="3398324"/>
            <a:ext cx="1569660" cy="210827"/>
          </a:xfrm>
          <a:prstGeom prst="rect">
            <a:avLst/>
          </a:prstGeom>
          <a:noFill/>
        </p:spPr>
        <p:txBody>
          <a:bodyPr wrap="none" anchor="ctr">
            <a:spAutoFit/>
          </a:bodyPr>
          <a:lstStyle/>
          <a:p>
            <a:pPr algn="l"/>
            <a:r>
              <a:rPr lang="en-IN" sz="770" b="1">
                <a:solidFill>
                  <a:srgbClr val="CDCDCD"/>
                </a:solidFill>
                <a:latin typeface="Times New Roman" panose="02020603050405020304" pitchFamily="18" charset="0"/>
                <a:cs typeface="Times New Roman" panose="02020603050405020304" pitchFamily="18" charset="0"/>
              </a:rPr>
              <a:t>COLLECTABLE EFFICIENCY</a:t>
            </a:r>
            <a:endParaRPr sz="770" b="1">
              <a:solidFill>
                <a:srgbClr val="CDCDCD"/>
              </a:solidFill>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3DEA0C7C-DE8C-7F80-8DC3-3BBF1D78CECB}"/>
              </a:ext>
            </a:extLst>
          </p:cNvPr>
          <p:cNvSpPr txBox="1"/>
          <p:nvPr/>
        </p:nvSpPr>
        <p:spPr>
          <a:xfrm>
            <a:off x="8062595" y="3683246"/>
            <a:ext cx="2262158" cy="369332"/>
          </a:xfrm>
          <a:prstGeom prst="rect">
            <a:avLst/>
          </a:prstGeom>
          <a:noFill/>
        </p:spPr>
        <p:txBody>
          <a:bodyPr wrap="none" anchor="ctr">
            <a:spAutoFit/>
          </a:bodyPr>
          <a:lstStyle/>
          <a:p>
            <a:pPr algn="l"/>
            <a:r>
              <a:rPr lang="en-IN" b="1">
                <a:solidFill>
                  <a:srgbClr val="FFFFFF"/>
                </a:solidFill>
                <a:latin typeface="Times New Roman" panose="02020603050405020304" pitchFamily="18" charset="0"/>
                <a:cs typeface="Times New Roman" panose="02020603050405020304" pitchFamily="18" charset="0"/>
              </a:rPr>
              <a:t>71</a:t>
            </a:r>
            <a:r>
              <a:rPr sz="1800" b="1">
                <a:solidFill>
                  <a:srgbClr val="FFFFFF"/>
                </a:solidFill>
                <a:latin typeface="Times New Roman" panose="02020603050405020304" pitchFamily="18" charset="0"/>
                <a:cs typeface="Times New Roman" panose="02020603050405020304" pitchFamily="18" charset="0"/>
              </a:rPr>
              <a:t>% → </a:t>
            </a:r>
            <a:r>
              <a:rPr lang="en-IN" b="1">
                <a:solidFill>
                  <a:srgbClr val="FFFFFF"/>
                </a:solidFill>
                <a:latin typeface="Times New Roman" panose="02020603050405020304" pitchFamily="18" charset="0"/>
                <a:cs typeface="Times New Roman" panose="02020603050405020304" pitchFamily="18" charset="0"/>
              </a:rPr>
              <a:t>55</a:t>
            </a:r>
            <a:r>
              <a:rPr sz="1800" b="1">
                <a:solidFill>
                  <a:srgbClr val="FFFFFF"/>
                </a:solidFill>
                <a:latin typeface="Times New Roman" panose="02020603050405020304" pitchFamily="18" charset="0"/>
                <a:cs typeface="Times New Roman" panose="02020603050405020304" pitchFamily="18" charset="0"/>
              </a:rPr>
              <a:t>% → </a:t>
            </a:r>
            <a:r>
              <a:rPr lang="en-IN" b="1">
                <a:solidFill>
                  <a:srgbClr val="FFFFFF"/>
                </a:solidFill>
                <a:latin typeface="Times New Roman" panose="02020603050405020304" pitchFamily="18" charset="0"/>
                <a:cs typeface="Times New Roman" panose="02020603050405020304" pitchFamily="18" charset="0"/>
              </a:rPr>
              <a:t>90</a:t>
            </a:r>
            <a:r>
              <a:rPr sz="1800" b="1">
                <a:solidFill>
                  <a:srgbClr val="FFFFFF"/>
                </a:solidFill>
                <a:latin typeface="Times New Roman" panose="02020603050405020304" pitchFamily="18" charset="0"/>
                <a:cs typeface="Times New Roman" panose="02020603050405020304" pitchFamily="18" charset="0"/>
              </a:rPr>
              <a:t>%</a:t>
            </a:r>
          </a:p>
        </p:txBody>
      </p:sp>
      <p:sp>
        <p:nvSpPr>
          <p:cNvPr id="38" name="Rectangle 37">
            <a:extLst>
              <a:ext uri="{FF2B5EF4-FFF2-40B4-BE49-F238E27FC236}">
                <a16:creationId xmlns:a16="http://schemas.microsoft.com/office/drawing/2014/main" id="{CB124349-67F1-65EB-5691-76D9743BA9C2}"/>
              </a:ext>
            </a:extLst>
          </p:cNvPr>
          <p:cNvSpPr/>
          <p:nvPr/>
        </p:nvSpPr>
        <p:spPr>
          <a:xfrm>
            <a:off x="8141503" y="4485307"/>
            <a:ext cx="3063240" cy="10972"/>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AD73F3D2-F9A9-1348-6010-73C51261D8A7}"/>
              </a:ext>
            </a:extLst>
          </p:cNvPr>
          <p:cNvSpPr txBox="1"/>
          <p:nvPr/>
        </p:nvSpPr>
        <p:spPr>
          <a:xfrm>
            <a:off x="8035558" y="4231401"/>
            <a:ext cx="1627369" cy="221599"/>
          </a:xfrm>
          <a:prstGeom prst="rect">
            <a:avLst/>
          </a:prstGeom>
          <a:noFill/>
        </p:spPr>
        <p:txBody>
          <a:bodyPr wrap="none" anchor="ctr">
            <a:spAutoFit/>
          </a:bodyPr>
          <a:lstStyle/>
          <a:p>
            <a:pPr algn="l"/>
            <a:r>
              <a:rPr sz="840" b="1">
                <a:solidFill>
                  <a:srgbClr val="6EBE50"/>
                </a:solidFill>
                <a:latin typeface="Times New Roman" panose="02020603050405020304" pitchFamily="18" charset="0"/>
                <a:cs typeface="Times New Roman" panose="02020603050405020304" pitchFamily="18" charset="0"/>
              </a:rPr>
              <a:t>July recovered +</a:t>
            </a:r>
            <a:r>
              <a:rPr lang="en-US" sz="840" b="1">
                <a:solidFill>
                  <a:srgbClr val="6EBE50"/>
                </a:solidFill>
                <a:latin typeface="Times New Roman" panose="02020603050405020304" pitchFamily="18" charset="0"/>
                <a:cs typeface="Times New Roman" panose="02020603050405020304" pitchFamily="18" charset="0"/>
              </a:rPr>
              <a:t>35 </a:t>
            </a:r>
            <a:r>
              <a:rPr sz="840" b="1">
                <a:solidFill>
                  <a:srgbClr val="6EBE50"/>
                </a:solidFill>
                <a:latin typeface="Times New Roman" panose="02020603050405020304" pitchFamily="18" charset="0"/>
                <a:cs typeface="Times New Roman" panose="02020603050405020304" pitchFamily="18" charset="0"/>
              </a:rPr>
              <a:t>pts vs June</a:t>
            </a:r>
          </a:p>
        </p:txBody>
      </p:sp>
      <p:sp>
        <p:nvSpPr>
          <p:cNvPr id="4" name="TextBox 3">
            <a:extLst>
              <a:ext uri="{FF2B5EF4-FFF2-40B4-BE49-F238E27FC236}">
                <a16:creationId xmlns:a16="http://schemas.microsoft.com/office/drawing/2014/main" id="{C78383F8-A51C-7B35-865D-B70DE6087A59}"/>
              </a:ext>
            </a:extLst>
          </p:cNvPr>
          <p:cNvSpPr txBox="1"/>
          <p:nvPr/>
        </p:nvSpPr>
        <p:spPr>
          <a:xfrm>
            <a:off x="111227" y="16254"/>
            <a:ext cx="131799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JULY OUTLOOK</a:t>
            </a:r>
            <a:endParaRPr sz="1100" b="0">
              <a:solidFill>
                <a:srgbClr val="2D2D2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1144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3BDAC-D0D0-173A-9F76-9222EFD32C7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18AEBF9-147F-86FE-47F2-36D067DB4198}"/>
              </a:ext>
            </a:extLst>
          </p:cNvPr>
          <p:cNvSpPr/>
          <p:nvPr/>
        </p:nvSpPr>
        <p:spPr>
          <a:xfrm>
            <a:off x="209550" y="15132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b="1">
                <a:solidFill>
                  <a:schemeClr val="tx1"/>
                </a:solidFill>
                <a:latin typeface="Times New Roman" panose="02020603050405020304" pitchFamily="18" charset="0"/>
                <a:cs typeface="Times New Roman" panose="02020603050405020304" pitchFamily="18" charset="0"/>
              </a:rPr>
              <a:t>Collection performance is broadly healthy, but Parijat is a clear outlier</a:t>
            </a:r>
          </a:p>
        </p:txBody>
      </p:sp>
      <p:sp>
        <p:nvSpPr>
          <p:cNvPr id="6" name="Rounded Rectangle 5">
            <a:extLst>
              <a:ext uri="{FF2B5EF4-FFF2-40B4-BE49-F238E27FC236}">
                <a16:creationId xmlns:a16="http://schemas.microsoft.com/office/drawing/2014/main" id="{A6226935-F172-8BC1-D476-D64E4D01B899}"/>
              </a:ext>
            </a:extLst>
          </p:cNvPr>
          <p:cNvSpPr/>
          <p:nvPr/>
        </p:nvSpPr>
        <p:spPr>
          <a:xfrm>
            <a:off x="427212" y="1186556"/>
            <a:ext cx="6903720" cy="4160520"/>
          </a:xfrm>
          <a:prstGeom prst="roundRect">
            <a:avLst/>
          </a:prstGeom>
          <a:solidFill>
            <a:srgbClr val="FFFFFF"/>
          </a:solidFill>
          <a:ln>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F379B16-1150-D29E-EADC-E084939F9E3A}"/>
              </a:ext>
            </a:extLst>
          </p:cNvPr>
          <p:cNvSpPr txBox="1"/>
          <p:nvPr/>
        </p:nvSpPr>
        <p:spPr>
          <a:xfrm>
            <a:off x="674100" y="1363525"/>
            <a:ext cx="3444404" cy="276999"/>
          </a:xfrm>
          <a:prstGeom prst="rect">
            <a:avLst/>
          </a:prstGeom>
          <a:noFill/>
        </p:spPr>
        <p:txBody>
          <a:bodyPr wrap="none" anchor="ctr">
            <a:spAutoFit/>
          </a:bodyPr>
          <a:lstStyle/>
          <a:p>
            <a:pPr algn="l"/>
            <a:r>
              <a:rPr lang="en-US" sz="1200" b="1">
                <a:solidFill>
                  <a:srgbClr val="910D22"/>
                </a:solidFill>
                <a:latin typeface="Times New Roman" panose="02020603050405020304" pitchFamily="18" charset="0"/>
                <a:cs typeface="Times New Roman" panose="02020603050405020304" pitchFamily="18" charset="0"/>
              </a:rPr>
              <a:t>JULY TARGET ACHIEVEMENT BY PROJECT</a:t>
            </a:r>
          </a:p>
        </p:txBody>
      </p:sp>
      <p:sp>
        <p:nvSpPr>
          <p:cNvPr id="14" name="TextBox 13">
            <a:extLst>
              <a:ext uri="{FF2B5EF4-FFF2-40B4-BE49-F238E27FC236}">
                <a16:creationId xmlns:a16="http://schemas.microsoft.com/office/drawing/2014/main" id="{83A0BD96-93FB-B38F-0268-A96BA06897CF}"/>
              </a:ext>
            </a:extLst>
          </p:cNvPr>
          <p:cNvSpPr txBox="1"/>
          <p:nvPr/>
        </p:nvSpPr>
        <p:spPr>
          <a:xfrm>
            <a:off x="701532" y="1877261"/>
            <a:ext cx="599844" cy="246221"/>
          </a:xfrm>
          <a:prstGeom prst="rect">
            <a:avLst/>
          </a:prstGeom>
          <a:noFill/>
        </p:spPr>
        <p:txBody>
          <a:bodyPr wrap="none" anchor="ctr">
            <a:spAutoFit/>
          </a:bodyPr>
          <a:lstStyle/>
          <a:p>
            <a:pPr algn="l"/>
            <a:r>
              <a:rPr sz="1000" b="0">
                <a:solidFill>
                  <a:srgbClr val="2B2B2B"/>
                </a:solidFill>
                <a:latin typeface="Times New Roman" panose="02020603050405020304" pitchFamily="18" charset="0"/>
                <a:cs typeface="Times New Roman" panose="02020603050405020304" pitchFamily="18" charset="0"/>
              </a:rPr>
              <a:t>Enclave</a:t>
            </a:r>
          </a:p>
        </p:txBody>
      </p:sp>
      <p:sp>
        <p:nvSpPr>
          <p:cNvPr id="18" name="Rounded Rectangle 8">
            <a:extLst>
              <a:ext uri="{FF2B5EF4-FFF2-40B4-BE49-F238E27FC236}">
                <a16:creationId xmlns:a16="http://schemas.microsoft.com/office/drawing/2014/main" id="{34D1EE03-5688-01A7-D40D-ADD154A5548D}"/>
              </a:ext>
            </a:extLst>
          </p:cNvPr>
          <p:cNvSpPr/>
          <p:nvPr/>
        </p:nvSpPr>
        <p:spPr>
          <a:xfrm>
            <a:off x="2164572" y="1908932"/>
            <a:ext cx="3977639" cy="201168"/>
          </a:xfrm>
          <a:prstGeom prst="roundRect">
            <a:avLst/>
          </a:prstGeom>
          <a:solidFill>
            <a:srgbClr val="E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2" name="Rounded Rectangle 9">
            <a:extLst>
              <a:ext uri="{FF2B5EF4-FFF2-40B4-BE49-F238E27FC236}">
                <a16:creationId xmlns:a16="http://schemas.microsoft.com/office/drawing/2014/main" id="{ED50FB12-5097-D594-D02D-E38BD7DA9B04}"/>
              </a:ext>
            </a:extLst>
          </p:cNvPr>
          <p:cNvSpPr/>
          <p:nvPr/>
        </p:nvSpPr>
        <p:spPr>
          <a:xfrm>
            <a:off x="2164572" y="1908932"/>
            <a:ext cx="3699205" cy="201168"/>
          </a:xfrm>
          <a:prstGeom prst="round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2963695E-C18F-0EA0-54FD-895B27C4BEB0}"/>
              </a:ext>
            </a:extLst>
          </p:cNvPr>
          <p:cNvSpPr txBox="1"/>
          <p:nvPr/>
        </p:nvSpPr>
        <p:spPr>
          <a:xfrm>
            <a:off x="6251940" y="1868117"/>
            <a:ext cx="998991" cy="246221"/>
          </a:xfrm>
          <a:prstGeom prst="rect">
            <a:avLst/>
          </a:prstGeom>
          <a:noFill/>
        </p:spPr>
        <p:txBody>
          <a:bodyPr wrap="none" anchor="ctr">
            <a:spAutoFit/>
          </a:bodyPr>
          <a:lstStyle/>
          <a:p>
            <a:pPr algn="l"/>
            <a:r>
              <a:rPr sz="1000" b="1">
                <a:solidFill>
                  <a:srgbClr val="2B2B2B"/>
                </a:solidFill>
                <a:latin typeface="Times New Roman" panose="02020603050405020304" pitchFamily="18" charset="0"/>
                <a:cs typeface="Times New Roman" panose="02020603050405020304" pitchFamily="18" charset="0"/>
              </a:rPr>
              <a:t>93%</a:t>
            </a:r>
            <a:r>
              <a:rPr lang="en-IN" sz="1000" b="1">
                <a:solidFill>
                  <a:srgbClr val="2B2B2B"/>
                </a:solidFill>
                <a:latin typeface="Times New Roman" panose="02020603050405020304" pitchFamily="18" charset="0"/>
                <a:cs typeface="Times New Roman" panose="02020603050405020304" pitchFamily="18" charset="0"/>
              </a:rPr>
              <a:t>  (3.98 Cr)</a:t>
            </a:r>
            <a:endParaRPr sz="1000" b="1">
              <a:solidFill>
                <a:srgbClr val="2B2B2B"/>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FB43AD2B-65E9-176E-23A9-4487231792BF}"/>
              </a:ext>
            </a:extLst>
          </p:cNvPr>
          <p:cNvSpPr txBox="1"/>
          <p:nvPr/>
        </p:nvSpPr>
        <p:spPr>
          <a:xfrm>
            <a:off x="701532" y="2316173"/>
            <a:ext cx="620683" cy="246221"/>
          </a:xfrm>
          <a:prstGeom prst="rect">
            <a:avLst/>
          </a:prstGeom>
          <a:noFill/>
        </p:spPr>
        <p:txBody>
          <a:bodyPr wrap="none" anchor="ctr">
            <a:spAutoFit/>
          </a:bodyPr>
          <a:lstStyle/>
          <a:p>
            <a:pPr algn="l"/>
            <a:r>
              <a:rPr sz="1000" b="0">
                <a:solidFill>
                  <a:srgbClr val="2B2B2B"/>
                </a:solidFill>
                <a:latin typeface="Times New Roman" panose="02020603050405020304" pitchFamily="18" charset="0"/>
                <a:cs typeface="Times New Roman" panose="02020603050405020304" pitchFamily="18" charset="0"/>
              </a:rPr>
              <a:t>Paradise</a:t>
            </a:r>
          </a:p>
        </p:txBody>
      </p:sp>
      <p:sp>
        <p:nvSpPr>
          <p:cNvPr id="29" name="Rounded Rectangle 12">
            <a:extLst>
              <a:ext uri="{FF2B5EF4-FFF2-40B4-BE49-F238E27FC236}">
                <a16:creationId xmlns:a16="http://schemas.microsoft.com/office/drawing/2014/main" id="{CE9BC7E3-071B-6984-6AF8-911C362EC02A}"/>
              </a:ext>
            </a:extLst>
          </p:cNvPr>
          <p:cNvSpPr/>
          <p:nvPr/>
        </p:nvSpPr>
        <p:spPr>
          <a:xfrm>
            <a:off x="2164572" y="2347844"/>
            <a:ext cx="3977639" cy="201168"/>
          </a:xfrm>
          <a:prstGeom prst="roundRect">
            <a:avLst/>
          </a:prstGeom>
          <a:solidFill>
            <a:srgbClr val="E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1" name="Rounded Rectangle 13">
            <a:extLst>
              <a:ext uri="{FF2B5EF4-FFF2-40B4-BE49-F238E27FC236}">
                <a16:creationId xmlns:a16="http://schemas.microsoft.com/office/drawing/2014/main" id="{C94B0C37-D2B0-C975-E895-2C55DAF0629E}"/>
              </a:ext>
            </a:extLst>
          </p:cNvPr>
          <p:cNvSpPr/>
          <p:nvPr/>
        </p:nvSpPr>
        <p:spPr>
          <a:xfrm>
            <a:off x="2164572" y="2347844"/>
            <a:ext cx="3619652" cy="201168"/>
          </a:xfrm>
          <a:prstGeom prst="round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44109D67-2207-6ECB-A95A-2D76DF57AA0D}"/>
              </a:ext>
            </a:extLst>
          </p:cNvPr>
          <p:cNvSpPr txBox="1"/>
          <p:nvPr/>
        </p:nvSpPr>
        <p:spPr>
          <a:xfrm>
            <a:off x="6251940" y="2307029"/>
            <a:ext cx="998991" cy="246221"/>
          </a:xfrm>
          <a:prstGeom prst="rect">
            <a:avLst/>
          </a:prstGeom>
          <a:noFill/>
        </p:spPr>
        <p:txBody>
          <a:bodyPr wrap="none" anchor="ctr">
            <a:spAutoFit/>
          </a:bodyPr>
          <a:lstStyle/>
          <a:p>
            <a:pPr algn="l"/>
            <a:r>
              <a:rPr sz="1000" b="1">
                <a:solidFill>
                  <a:srgbClr val="2B2B2B"/>
                </a:solidFill>
                <a:latin typeface="Times New Roman" panose="02020603050405020304" pitchFamily="18" charset="0"/>
                <a:cs typeface="Times New Roman" panose="02020603050405020304" pitchFamily="18" charset="0"/>
              </a:rPr>
              <a:t>91%</a:t>
            </a:r>
            <a:r>
              <a:rPr lang="en-IN" sz="1000" b="1">
                <a:solidFill>
                  <a:srgbClr val="2B2B2B"/>
                </a:solidFill>
                <a:latin typeface="Times New Roman" panose="02020603050405020304" pitchFamily="18" charset="0"/>
                <a:cs typeface="Times New Roman" panose="02020603050405020304" pitchFamily="18" charset="0"/>
              </a:rPr>
              <a:t>  (1.90 Cr)</a:t>
            </a:r>
            <a:endParaRPr sz="1000" b="1">
              <a:solidFill>
                <a:srgbClr val="2B2B2B"/>
              </a:solidFill>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B5C6A7E4-608D-FDDB-D060-7F58FB99EB38}"/>
              </a:ext>
            </a:extLst>
          </p:cNvPr>
          <p:cNvSpPr txBox="1"/>
          <p:nvPr/>
        </p:nvSpPr>
        <p:spPr>
          <a:xfrm>
            <a:off x="701532" y="2755085"/>
            <a:ext cx="534121" cy="246221"/>
          </a:xfrm>
          <a:prstGeom prst="rect">
            <a:avLst/>
          </a:prstGeom>
          <a:noFill/>
        </p:spPr>
        <p:txBody>
          <a:bodyPr wrap="none" anchor="ctr">
            <a:spAutoFit/>
          </a:bodyPr>
          <a:lstStyle/>
          <a:p>
            <a:pPr algn="l"/>
            <a:r>
              <a:rPr sz="1000" b="0">
                <a:solidFill>
                  <a:srgbClr val="2B2B2B"/>
                </a:solidFill>
                <a:latin typeface="Times New Roman" panose="02020603050405020304" pitchFamily="18" charset="0"/>
                <a:cs typeface="Times New Roman" panose="02020603050405020304" pitchFamily="18" charset="0"/>
              </a:rPr>
              <a:t>Utopia</a:t>
            </a:r>
          </a:p>
        </p:txBody>
      </p:sp>
      <p:sp>
        <p:nvSpPr>
          <p:cNvPr id="37" name="Rounded Rectangle 16">
            <a:extLst>
              <a:ext uri="{FF2B5EF4-FFF2-40B4-BE49-F238E27FC236}">
                <a16:creationId xmlns:a16="http://schemas.microsoft.com/office/drawing/2014/main" id="{B9D632C7-CF66-0BF0-7137-02AA2CFDD880}"/>
              </a:ext>
            </a:extLst>
          </p:cNvPr>
          <p:cNvSpPr/>
          <p:nvPr/>
        </p:nvSpPr>
        <p:spPr>
          <a:xfrm>
            <a:off x="2164572" y="2786756"/>
            <a:ext cx="3977639" cy="201168"/>
          </a:xfrm>
          <a:prstGeom prst="roundRect">
            <a:avLst/>
          </a:prstGeom>
          <a:solidFill>
            <a:srgbClr val="E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39" name="Rounded Rectangle 17">
            <a:extLst>
              <a:ext uri="{FF2B5EF4-FFF2-40B4-BE49-F238E27FC236}">
                <a16:creationId xmlns:a16="http://schemas.microsoft.com/office/drawing/2014/main" id="{B307DD08-A9BF-4FD6-01BC-F7B818AD292E}"/>
              </a:ext>
            </a:extLst>
          </p:cNvPr>
          <p:cNvSpPr/>
          <p:nvPr/>
        </p:nvSpPr>
        <p:spPr>
          <a:xfrm>
            <a:off x="2164572" y="2786756"/>
            <a:ext cx="3579875" cy="201168"/>
          </a:xfrm>
          <a:prstGeom prst="round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62660A23-0A03-A2C1-D457-9431A5978AB4}"/>
              </a:ext>
            </a:extLst>
          </p:cNvPr>
          <p:cNvSpPr txBox="1"/>
          <p:nvPr/>
        </p:nvSpPr>
        <p:spPr>
          <a:xfrm>
            <a:off x="6251940" y="2755085"/>
            <a:ext cx="998991" cy="246221"/>
          </a:xfrm>
          <a:prstGeom prst="rect">
            <a:avLst/>
          </a:prstGeom>
          <a:noFill/>
        </p:spPr>
        <p:txBody>
          <a:bodyPr wrap="none" anchor="ctr">
            <a:spAutoFit/>
          </a:bodyPr>
          <a:lstStyle/>
          <a:p>
            <a:pPr algn="l"/>
            <a:r>
              <a:rPr sz="1000" b="1">
                <a:solidFill>
                  <a:srgbClr val="2B2B2B"/>
                </a:solidFill>
                <a:latin typeface="Times New Roman" panose="02020603050405020304" pitchFamily="18" charset="0"/>
                <a:cs typeface="Times New Roman" panose="02020603050405020304" pitchFamily="18" charset="0"/>
              </a:rPr>
              <a:t>90%</a:t>
            </a:r>
            <a:r>
              <a:rPr lang="en-IN" sz="1000" b="1">
                <a:solidFill>
                  <a:srgbClr val="2B2B2B"/>
                </a:solidFill>
                <a:latin typeface="Times New Roman" panose="02020603050405020304" pitchFamily="18" charset="0"/>
                <a:cs typeface="Times New Roman" panose="02020603050405020304" pitchFamily="18" charset="0"/>
              </a:rPr>
              <a:t>  (1.12 Cr)</a:t>
            </a:r>
            <a:endParaRPr sz="1000" b="1">
              <a:solidFill>
                <a:srgbClr val="2B2B2B"/>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BD77B938-B5EC-FA38-1644-02C1BC45E1B3}"/>
              </a:ext>
            </a:extLst>
          </p:cNvPr>
          <p:cNvSpPr txBox="1"/>
          <p:nvPr/>
        </p:nvSpPr>
        <p:spPr>
          <a:xfrm>
            <a:off x="701532" y="3193996"/>
            <a:ext cx="585417" cy="246221"/>
          </a:xfrm>
          <a:prstGeom prst="rect">
            <a:avLst/>
          </a:prstGeom>
          <a:noFill/>
        </p:spPr>
        <p:txBody>
          <a:bodyPr wrap="none" anchor="ctr">
            <a:spAutoFit/>
          </a:bodyPr>
          <a:lstStyle/>
          <a:p>
            <a:pPr algn="l"/>
            <a:r>
              <a:rPr sz="1000" b="0">
                <a:solidFill>
                  <a:srgbClr val="2B2B2B"/>
                </a:solidFill>
                <a:latin typeface="Times New Roman" panose="02020603050405020304" pitchFamily="18" charset="0"/>
                <a:cs typeface="Times New Roman" panose="02020603050405020304" pitchFamily="18" charset="0"/>
              </a:rPr>
              <a:t>Avenue</a:t>
            </a:r>
          </a:p>
        </p:txBody>
      </p:sp>
      <p:sp>
        <p:nvSpPr>
          <p:cNvPr id="45" name="Rounded Rectangle 20">
            <a:extLst>
              <a:ext uri="{FF2B5EF4-FFF2-40B4-BE49-F238E27FC236}">
                <a16:creationId xmlns:a16="http://schemas.microsoft.com/office/drawing/2014/main" id="{354495C2-1495-95F3-1685-E7FEC9E09136}"/>
              </a:ext>
            </a:extLst>
          </p:cNvPr>
          <p:cNvSpPr/>
          <p:nvPr/>
        </p:nvSpPr>
        <p:spPr>
          <a:xfrm>
            <a:off x="2164572" y="3225668"/>
            <a:ext cx="3977639" cy="201168"/>
          </a:xfrm>
          <a:prstGeom prst="roundRect">
            <a:avLst/>
          </a:prstGeom>
          <a:solidFill>
            <a:srgbClr val="E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7" name="Rounded Rectangle 21">
            <a:extLst>
              <a:ext uri="{FF2B5EF4-FFF2-40B4-BE49-F238E27FC236}">
                <a16:creationId xmlns:a16="http://schemas.microsoft.com/office/drawing/2014/main" id="{E631084B-BD8E-F3EC-908F-FA2667CCBDFC}"/>
              </a:ext>
            </a:extLst>
          </p:cNvPr>
          <p:cNvSpPr/>
          <p:nvPr/>
        </p:nvSpPr>
        <p:spPr>
          <a:xfrm>
            <a:off x="2164572" y="3225668"/>
            <a:ext cx="2784348" cy="201168"/>
          </a:xfrm>
          <a:prstGeom prst="round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9" name="TextBox 48">
            <a:extLst>
              <a:ext uri="{FF2B5EF4-FFF2-40B4-BE49-F238E27FC236}">
                <a16:creationId xmlns:a16="http://schemas.microsoft.com/office/drawing/2014/main" id="{C28FFA1F-A704-A591-5CA5-EFBDC6FB638A}"/>
              </a:ext>
            </a:extLst>
          </p:cNvPr>
          <p:cNvSpPr txBox="1"/>
          <p:nvPr/>
        </p:nvSpPr>
        <p:spPr>
          <a:xfrm>
            <a:off x="6251940" y="3184852"/>
            <a:ext cx="998991" cy="246221"/>
          </a:xfrm>
          <a:prstGeom prst="rect">
            <a:avLst/>
          </a:prstGeom>
          <a:noFill/>
        </p:spPr>
        <p:txBody>
          <a:bodyPr wrap="none" anchor="ctr">
            <a:spAutoFit/>
          </a:bodyPr>
          <a:lstStyle/>
          <a:p>
            <a:pPr algn="l"/>
            <a:r>
              <a:rPr sz="1000" b="1">
                <a:solidFill>
                  <a:srgbClr val="2B2B2B"/>
                </a:solidFill>
                <a:latin typeface="Times New Roman" panose="02020603050405020304" pitchFamily="18" charset="0"/>
                <a:cs typeface="Times New Roman" panose="02020603050405020304" pitchFamily="18" charset="0"/>
              </a:rPr>
              <a:t>70%</a:t>
            </a:r>
            <a:r>
              <a:rPr lang="en-IN" sz="1000" b="1">
                <a:solidFill>
                  <a:srgbClr val="2B2B2B"/>
                </a:solidFill>
                <a:latin typeface="Times New Roman" panose="02020603050405020304" pitchFamily="18" charset="0"/>
                <a:cs typeface="Times New Roman" panose="02020603050405020304" pitchFamily="18" charset="0"/>
              </a:rPr>
              <a:t>  (2.89 Cr)</a:t>
            </a:r>
            <a:endParaRPr sz="1000" b="1">
              <a:solidFill>
                <a:srgbClr val="2B2B2B"/>
              </a:solidFill>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E88037C9-BEFA-413E-6AE4-DFBC16A0B086}"/>
              </a:ext>
            </a:extLst>
          </p:cNvPr>
          <p:cNvSpPr txBox="1"/>
          <p:nvPr/>
        </p:nvSpPr>
        <p:spPr>
          <a:xfrm>
            <a:off x="701532" y="3632908"/>
            <a:ext cx="556563" cy="246221"/>
          </a:xfrm>
          <a:prstGeom prst="rect">
            <a:avLst/>
          </a:prstGeom>
          <a:noFill/>
        </p:spPr>
        <p:txBody>
          <a:bodyPr wrap="none" anchor="ctr">
            <a:spAutoFit/>
          </a:bodyPr>
          <a:lstStyle/>
          <a:p>
            <a:pPr algn="l"/>
            <a:r>
              <a:rPr sz="1000" b="0">
                <a:solidFill>
                  <a:srgbClr val="2B2B2B"/>
                </a:solidFill>
                <a:latin typeface="Times New Roman" panose="02020603050405020304" pitchFamily="18" charset="0"/>
                <a:cs typeface="Times New Roman" panose="02020603050405020304" pitchFamily="18" charset="0"/>
              </a:rPr>
              <a:t>Ananta</a:t>
            </a:r>
          </a:p>
        </p:txBody>
      </p:sp>
      <p:sp>
        <p:nvSpPr>
          <p:cNvPr id="53" name="Rounded Rectangle 24">
            <a:extLst>
              <a:ext uri="{FF2B5EF4-FFF2-40B4-BE49-F238E27FC236}">
                <a16:creationId xmlns:a16="http://schemas.microsoft.com/office/drawing/2014/main" id="{8EE88A06-2894-C76D-BB1D-36C9DA185B4B}"/>
              </a:ext>
            </a:extLst>
          </p:cNvPr>
          <p:cNvSpPr/>
          <p:nvPr/>
        </p:nvSpPr>
        <p:spPr>
          <a:xfrm>
            <a:off x="2164572" y="3664580"/>
            <a:ext cx="3977639" cy="201168"/>
          </a:xfrm>
          <a:prstGeom prst="roundRect">
            <a:avLst/>
          </a:prstGeom>
          <a:solidFill>
            <a:srgbClr val="E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5" name="Rounded Rectangle 25">
            <a:extLst>
              <a:ext uri="{FF2B5EF4-FFF2-40B4-BE49-F238E27FC236}">
                <a16:creationId xmlns:a16="http://schemas.microsoft.com/office/drawing/2014/main" id="{071A70BD-73C4-7837-CBDF-CC248960C725}"/>
              </a:ext>
            </a:extLst>
          </p:cNvPr>
          <p:cNvSpPr/>
          <p:nvPr/>
        </p:nvSpPr>
        <p:spPr>
          <a:xfrm>
            <a:off x="2164572" y="3664580"/>
            <a:ext cx="2585466" cy="201168"/>
          </a:xfrm>
          <a:prstGeom prst="round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7" name="TextBox 56">
            <a:extLst>
              <a:ext uri="{FF2B5EF4-FFF2-40B4-BE49-F238E27FC236}">
                <a16:creationId xmlns:a16="http://schemas.microsoft.com/office/drawing/2014/main" id="{E3BCBB80-FA6D-B576-A773-6334DCE6FAB9}"/>
              </a:ext>
            </a:extLst>
          </p:cNvPr>
          <p:cNvSpPr txBox="1"/>
          <p:nvPr/>
        </p:nvSpPr>
        <p:spPr>
          <a:xfrm>
            <a:off x="6251940" y="3623765"/>
            <a:ext cx="998991" cy="246221"/>
          </a:xfrm>
          <a:prstGeom prst="rect">
            <a:avLst/>
          </a:prstGeom>
          <a:noFill/>
        </p:spPr>
        <p:txBody>
          <a:bodyPr wrap="none" anchor="ctr">
            <a:spAutoFit/>
          </a:bodyPr>
          <a:lstStyle/>
          <a:p>
            <a:pPr algn="l"/>
            <a:r>
              <a:rPr sz="1000" b="1">
                <a:solidFill>
                  <a:srgbClr val="2B2B2B"/>
                </a:solidFill>
                <a:latin typeface="Times New Roman" panose="02020603050405020304" pitchFamily="18" charset="0"/>
                <a:cs typeface="Times New Roman" panose="02020603050405020304" pitchFamily="18" charset="0"/>
              </a:rPr>
              <a:t>65%</a:t>
            </a:r>
            <a:r>
              <a:rPr lang="en-IN" sz="1000" b="1">
                <a:solidFill>
                  <a:srgbClr val="2B2B2B"/>
                </a:solidFill>
                <a:latin typeface="Times New Roman" panose="02020603050405020304" pitchFamily="18" charset="0"/>
                <a:cs typeface="Times New Roman" panose="02020603050405020304" pitchFamily="18" charset="0"/>
              </a:rPr>
              <a:t>  (2.61 Cr)</a:t>
            </a:r>
            <a:endParaRPr sz="1000" b="1">
              <a:solidFill>
                <a:srgbClr val="2B2B2B"/>
              </a:solidFill>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F0482FB1-2242-E327-03FE-BED642C5A98A}"/>
              </a:ext>
            </a:extLst>
          </p:cNvPr>
          <p:cNvSpPr txBox="1"/>
          <p:nvPr/>
        </p:nvSpPr>
        <p:spPr>
          <a:xfrm>
            <a:off x="701532" y="4071820"/>
            <a:ext cx="455574" cy="246221"/>
          </a:xfrm>
          <a:prstGeom prst="rect">
            <a:avLst/>
          </a:prstGeom>
          <a:noFill/>
        </p:spPr>
        <p:txBody>
          <a:bodyPr wrap="none" anchor="ctr">
            <a:spAutoFit/>
          </a:bodyPr>
          <a:lstStyle/>
          <a:p>
            <a:pPr algn="l"/>
            <a:r>
              <a:rPr sz="1000" b="0">
                <a:solidFill>
                  <a:srgbClr val="2B2B2B"/>
                </a:solidFill>
                <a:latin typeface="Times New Roman" panose="02020603050405020304" pitchFamily="18" charset="0"/>
                <a:cs typeface="Times New Roman" panose="02020603050405020304" pitchFamily="18" charset="0"/>
              </a:rPr>
              <a:t>Vista</a:t>
            </a:r>
          </a:p>
        </p:txBody>
      </p:sp>
      <p:sp>
        <p:nvSpPr>
          <p:cNvPr id="61" name="Rounded Rectangle 28">
            <a:extLst>
              <a:ext uri="{FF2B5EF4-FFF2-40B4-BE49-F238E27FC236}">
                <a16:creationId xmlns:a16="http://schemas.microsoft.com/office/drawing/2014/main" id="{C951F82C-085D-5EAD-6762-3F8CD7B5902C}"/>
              </a:ext>
            </a:extLst>
          </p:cNvPr>
          <p:cNvSpPr/>
          <p:nvPr/>
        </p:nvSpPr>
        <p:spPr>
          <a:xfrm>
            <a:off x="2164572" y="4103491"/>
            <a:ext cx="3977639" cy="201168"/>
          </a:xfrm>
          <a:prstGeom prst="roundRect">
            <a:avLst/>
          </a:prstGeom>
          <a:solidFill>
            <a:srgbClr val="E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3" name="Rounded Rectangle 29">
            <a:extLst>
              <a:ext uri="{FF2B5EF4-FFF2-40B4-BE49-F238E27FC236}">
                <a16:creationId xmlns:a16="http://schemas.microsoft.com/office/drawing/2014/main" id="{4CDDAA6D-462D-57C0-C23E-74EEE78D2A4C}"/>
              </a:ext>
            </a:extLst>
          </p:cNvPr>
          <p:cNvSpPr/>
          <p:nvPr/>
        </p:nvSpPr>
        <p:spPr>
          <a:xfrm>
            <a:off x="2164572" y="4103491"/>
            <a:ext cx="2585466" cy="201168"/>
          </a:xfrm>
          <a:prstGeom prst="round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2852506F-F97B-CB8C-D074-89E5ED5D9A0C}"/>
              </a:ext>
            </a:extLst>
          </p:cNvPr>
          <p:cNvSpPr txBox="1"/>
          <p:nvPr/>
        </p:nvSpPr>
        <p:spPr>
          <a:xfrm>
            <a:off x="6251940" y="4062677"/>
            <a:ext cx="998991" cy="246221"/>
          </a:xfrm>
          <a:prstGeom prst="rect">
            <a:avLst/>
          </a:prstGeom>
          <a:noFill/>
        </p:spPr>
        <p:txBody>
          <a:bodyPr wrap="none" anchor="ctr">
            <a:spAutoFit/>
          </a:bodyPr>
          <a:lstStyle/>
          <a:p>
            <a:pPr algn="l"/>
            <a:r>
              <a:rPr sz="1000" b="1">
                <a:solidFill>
                  <a:srgbClr val="2B2B2B"/>
                </a:solidFill>
                <a:latin typeface="Times New Roman" panose="02020603050405020304" pitchFamily="18" charset="0"/>
                <a:cs typeface="Times New Roman" panose="02020603050405020304" pitchFamily="18" charset="0"/>
              </a:rPr>
              <a:t>65%</a:t>
            </a:r>
            <a:r>
              <a:rPr lang="en-IN" sz="1000" b="1">
                <a:solidFill>
                  <a:srgbClr val="2B2B2B"/>
                </a:solidFill>
                <a:latin typeface="Times New Roman" panose="02020603050405020304" pitchFamily="18" charset="0"/>
                <a:cs typeface="Times New Roman" panose="02020603050405020304" pitchFamily="18" charset="0"/>
              </a:rPr>
              <a:t>  (1.75 Cr)</a:t>
            </a:r>
            <a:endParaRPr sz="1000" b="1">
              <a:solidFill>
                <a:srgbClr val="2B2B2B"/>
              </a:solidFill>
              <a:latin typeface="Times New Roman" panose="02020603050405020304" pitchFamily="18" charset="0"/>
              <a:cs typeface="Times New Roman" panose="02020603050405020304" pitchFamily="18" charset="0"/>
            </a:endParaRPr>
          </a:p>
        </p:txBody>
      </p:sp>
      <p:sp>
        <p:nvSpPr>
          <p:cNvPr id="67" name="TextBox 66">
            <a:extLst>
              <a:ext uri="{FF2B5EF4-FFF2-40B4-BE49-F238E27FC236}">
                <a16:creationId xmlns:a16="http://schemas.microsoft.com/office/drawing/2014/main" id="{AAEA37E8-F307-FF53-7BD1-BAE5295400BC}"/>
              </a:ext>
            </a:extLst>
          </p:cNvPr>
          <p:cNvSpPr txBox="1"/>
          <p:nvPr/>
        </p:nvSpPr>
        <p:spPr>
          <a:xfrm>
            <a:off x="701532" y="4510733"/>
            <a:ext cx="570990" cy="246221"/>
          </a:xfrm>
          <a:prstGeom prst="rect">
            <a:avLst/>
          </a:prstGeom>
          <a:noFill/>
        </p:spPr>
        <p:txBody>
          <a:bodyPr wrap="none" anchor="ctr">
            <a:spAutoFit/>
          </a:bodyPr>
          <a:lstStyle/>
          <a:p>
            <a:pPr algn="l"/>
            <a:r>
              <a:rPr sz="1000" b="1">
                <a:solidFill>
                  <a:srgbClr val="910D22"/>
                </a:solidFill>
                <a:latin typeface="Times New Roman" panose="02020603050405020304" pitchFamily="18" charset="0"/>
                <a:cs typeface="Times New Roman" panose="02020603050405020304" pitchFamily="18" charset="0"/>
              </a:rPr>
              <a:t>Parijat</a:t>
            </a:r>
          </a:p>
        </p:txBody>
      </p:sp>
      <p:sp>
        <p:nvSpPr>
          <p:cNvPr id="69" name="Rounded Rectangle 32">
            <a:extLst>
              <a:ext uri="{FF2B5EF4-FFF2-40B4-BE49-F238E27FC236}">
                <a16:creationId xmlns:a16="http://schemas.microsoft.com/office/drawing/2014/main" id="{34C2255C-FF93-206F-1B2D-008F008ACD66}"/>
              </a:ext>
            </a:extLst>
          </p:cNvPr>
          <p:cNvSpPr/>
          <p:nvPr/>
        </p:nvSpPr>
        <p:spPr>
          <a:xfrm>
            <a:off x="2164572" y="4542404"/>
            <a:ext cx="3977639" cy="201168"/>
          </a:xfrm>
          <a:prstGeom prst="roundRect">
            <a:avLst/>
          </a:prstGeom>
          <a:solidFill>
            <a:srgbClr val="EB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1" name="Rounded Rectangle 33">
            <a:extLst>
              <a:ext uri="{FF2B5EF4-FFF2-40B4-BE49-F238E27FC236}">
                <a16:creationId xmlns:a16="http://schemas.microsoft.com/office/drawing/2014/main" id="{36DEE9A2-EF60-2767-A124-670B000E6FCE}"/>
              </a:ext>
            </a:extLst>
          </p:cNvPr>
          <p:cNvSpPr/>
          <p:nvPr/>
        </p:nvSpPr>
        <p:spPr>
          <a:xfrm>
            <a:off x="2164572" y="4542404"/>
            <a:ext cx="1312621" cy="201168"/>
          </a:xfrm>
          <a:prstGeom prst="round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3" name="TextBox 72">
            <a:extLst>
              <a:ext uri="{FF2B5EF4-FFF2-40B4-BE49-F238E27FC236}">
                <a16:creationId xmlns:a16="http://schemas.microsoft.com/office/drawing/2014/main" id="{7E723FD3-3851-3F73-9F49-635BC7A04B17}"/>
              </a:ext>
            </a:extLst>
          </p:cNvPr>
          <p:cNvSpPr txBox="1"/>
          <p:nvPr/>
        </p:nvSpPr>
        <p:spPr>
          <a:xfrm>
            <a:off x="6251940" y="4501589"/>
            <a:ext cx="998991" cy="246221"/>
          </a:xfrm>
          <a:prstGeom prst="rect">
            <a:avLst/>
          </a:prstGeom>
          <a:noFill/>
        </p:spPr>
        <p:txBody>
          <a:bodyPr wrap="none" anchor="ctr">
            <a:spAutoFit/>
          </a:bodyPr>
          <a:lstStyle/>
          <a:p>
            <a:pPr algn="l"/>
            <a:r>
              <a:rPr sz="1000" b="1">
                <a:solidFill>
                  <a:srgbClr val="910D22"/>
                </a:solidFill>
                <a:latin typeface="Times New Roman" panose="02020603050405020304" pitchFamily="18" charset="0"/>
                <a:cs typeface="Times New Roman" panose="02020603050405020304" pitchFamily="18" charset="0"/>
              </a:rPr>
              <a:t>33%</a:t>
            </a:r>
            <a:r>
              <a:rPr lang="en-IN" sz="1000" b="1">
                <a:solidFill>
                  <a:srgbClr val="910D22"/>
                </a:solidFill>
                <a:latin typeface="Times New Roman" panose="02020603050405020304" pitchFamily="18" charset="0"/>
                <a:cs typeface="Times New Roman" panose="02020603050405020304" pitchFamily="18" charset="0"/>
              </a:rPr>
              <a:t>  (0.93 Cr)</a:t>
            </a:r>
            <a:endParaRPr sz="1000" b="1">
              <a:solidFill>
                <a:srgbClr val="910D22"/>
              </a:solidFill>
              <a:latin typeface="Times New Roman" panose="02020603050405020304" pitchFamily="18" charset="0"/>
              <a:cs typeface="Times New Roman" panose="02020603050405020304" pitchFamily="18" charset="0"/>
            </a:endParaRPr>
          </a:p>
        </p:txBody>
      </p:sp>
      <p:sp>
        <p:nvSpPr>
          <p:cNvPr id="75" name="Rounded Rectangle 35">
            <a:extLst>
              <a:ext uri="{FF2B5EF4-FFF2-40B4-BE49-F238E27FC236}">
                <a16:creationId xmlns:a16="http://schemas.microsoft.com/office/drawing/2014/main" id="{26A763C2-175D-06BC-7DBA-5229760EA9EB}"/>
              </a:ext>
            </a:extLst>
          </p:cNvPr>
          <p:cNvSpPr/>
          <p:nvPr/>
        </p:nvSpPr>
        <p:spPr>
          <a:xfrm>
            <a:off x="7559531" y="1204844"/>
            <a:ext cx="3931920" cy="416052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9" name="TextBox 78">
            <a:extLst>
              <a:ext uri="{FF2B5EF4-FFF2-40B4-BE49-F238E27FC236}">
                <a16:creationId xmlns:a16="http://schemas.microsoft.com/office/drawing/2014/main" id="{A16FE0FA-73B4-37DF-01D9-9DE84C8903C7}"/>
              </a:ext>
            </a:extLst>
          </p:cNvPr>
          <p:cNvSpPr txBox="1"/>
          <p:nvPr/>
        </p:nvSpPr>
        <p:spPr>
          <a:xfrm>
            <a:off x="7838425" y="2700027"/>
            <a:ext cx="3483077" cy="830997"/>
          </a:xfrm>
          <a:prstGeom prst="rect">
            <a:avLst/>
          </a:prstGeom>
          <a:noFill/>
        </p:spPr>
        <p:txBody>
          <a:bodyPr wrap="square" anchor="ctr">
            <a:spAutoFit/>
          </a:bodyPr>
          <a:lstStyle/>
          <a:p>
            <a:pPr algn="l"/>
            <a:r>
              <a:rPr sz="2400" b="1">
                <a:solidFill>
                  <a:srgbClr val="FFFFFF"/>
                </a:solidFill>
                <a:latin typeface="Times New Roman" panose="02020603050405020304" pitchFamily="18" charset="0"/>
                <a:cs typeface="Times New Roman" panose="02020603050405020304" pitchFamily="18" charset="0"/>
              </a:rPr>
              <a:t>Parijat is the clear collection outlier.</a:t>
            </a:r>
          </a:p>
        </p:txBody>
      </p:sp>
      <p:sp>
        <p:nvSpPr>
          <p:cNvPr id="81" name="TextBox 80">
            <a:extLst>
              <a:ext uri="{FF2B5EF4-FFF2-40B4-BE49-F238E27FC236}">
                <a16:creationId xmlns:a16="http://schemas.microsoft.com/office/drawing/2014/main" id="{8904C95B-642E-17F0-ABC4-DD394D1CB233}"/>
              </a:ext>
            </a:extLst>
          </p:cNvPr>
          <p:cNvSpPr txBox="1"/>
          <p:nvPr/>
        </p:nvSpPr>
        <p:spPr>
          <a:xfrm>
            <a:off x="8135487" y="3675286"/>
            <a:ext cx="800219" cy="461665"/>
          </a:xfrm>
          <a:prstGeom prst="rect">
            <a:avLst/>
          </a:prstGeom>
          <a:noFill/>
        </p:spPr>
        <p:txBody>
          <a:bodyPr wrap="none" anchor="ctr">
            <a:spAutoFit/>
          </a:bodyPr>
          <a:lstStyle/>
          <a:p>
            <a:pPr algn="l"/>
            <a:r>
              <a:rPr sz="2400" b="1">
                <a:solidFill>
                  <a:srgbClr val="910D22"/>
                </a:solidFill>
                <a:latin typeface="Times New Roman" panose="02020603050405020304" pitchFamily="18" charset="0"/>
                <a:cs typeface="Times New Roman" panose="02020603050405020304" pitchFamily="18" charset="0"/>
              </a:rPr>
              <a:t>33%</a:t>
            </a:r>
          </a:p>
        </p:txBody>
      </p:sp>
      <p:sp>
        <p:nvSpPr>
          <p:cNvPr id="83" name="TextBox 82">
            <a:extLst>
              <a:ext uri="{FF2B5EF4-FFF2-40B4-BE49-F238E27FC236}">
                <a16:creationId xmlns:a16="http://schemas.microsoft.com/office/drawing/2014/main" id="{EEB8125A-00AD-0693-8DC9-75D244854C95}"/>
              </a:ext>
            </a:extLst>
          </p:cNvPr>
          <p:cNvSpPr txBox="1"/>
          <p:nvPr/>
        </p:nvSpPr>
        <p:spPr>
          <a:xfrm>
            <a:off x="8935706" y="3637790"/>
            <a:ext cx="1486304" cy="253916"/>
          </a:xfrm>
          <a:prstGeom prst="rect">
            <a:avLst/>
          </a:prstGeom>
          <a:noFill/>
        </p:spPr>
        <p:txBody>
          <a:bodyPr wrap="none" anchor="ctr">
            <a:spAutoFit/>
          </a:bodyPr>
          <a:lstStyle/>
          <a:p>
            <a:pPr algn="l"/>
            <a:r>
              <a:rPr sz="1050" b="1">
                <a:solidFill>
                  <a:srgbClr val="FFFFFF"/>
                </a:solidFill>
                <a:latin typeface="Times New Roman" panose="02020603050405020304" pitchFamily="18" charset="0"/>
                <a:cs typeface="Times New Roman" panose="02020603050405020304" pitchFamily="18" charset="0"/>
              </a:rPr>
              <a:t>of July target collected</a:t>
            </a:r>
          </a:p>
        </p:txBody>
      </p:sp>
      <p:sp>
        <p:nvSpPr>
          <p:cNvPr id="85" name="TextBox 84">
            <a:extLst>
              <a:ext uri="{FF2B5EF4-FFF2-40B4-BE49-F238E27FC236}">
                <a16:creationId xmlns:a16="http://schemas.microsoft.com/office/drawing/2014/main" id="{EEDB8991-EE05-0034-8FFE-59D2D46A0F1B}"/>
              </a:ext>
            </a:extLst>
          </p:cNvPr>
          <p:cNvSpPr txBox="1"/>
          <p:nvPr/>
        </p:nvSpPr>
        <p:spPr>
          <a:xfrm>
            <a:off x="8935706" y="3905142"/>
            <a:ext cx="1260281" cy="276999"/>
          </a:xfrm>
          <a:prstGeom prst="rect">
            <a:avLst/>
          </a:prstGeom>
          <a:noFill/>
        </p:spPr>
        <p:txBody>
          <a:bodyPr wrap="none" anchor="ctr">
            <a:spAutoFit/>
          </a:bodyPr>
          <a:lstStyle/>
          <a:p>
            <a:pPr algn="l"/>
            <a:r>
              <a:rPr lang="en-IN" sz="1200" b="0">
                <a:solidFill>
                  <a:srgbClr val="C8C8C8"/>
                </a:solidFill>
                <a:latin typeface="Times New Roman" panose="02020603050405020304" pitchFamily="18" charset="0"/>
                <a:cs typeface="Times New Roman" panose="02020603050405020304" pitchFamily="18" charset="0"/>
              </a:rPr>
              <a:t>July performance</a:t>
            </a:r>
          </a:p>
        </p:txBody>
      </p:sp>
      <p:sp>
        <p:nvSpPr>
          <p:cNvPr id="99" name="Rectangle: Rounded Corners 98">
            <a:extLst>
              <a:ext uri="{FF2B5EF4-FFF2-40B4-BE49-F238E27FC236}">
                <a16:creationId xmlns:a16="http://schemas.microsoft.com/office/drawing/2014/main" id="{0D6DD3AF-55A4-1DA5-E050-BF5AF3387794}"/>
              </a:ext>
            </a:extLst>
          </p:cNvPr>
          <p:cNvSpPr/>
          <p:nvPr/>
        </p:nvSpPr>
        <p:spPr>
          <a:xfrm>
            <a:off x="465328" y="5761703"/>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Times New Roman" panose="02020603050405020304" pitchFamily="18" charset="0"/>
                <a:cs typeface="Times New Roman" panose="02020603050405020304" pitchFamily="18" charset="0"/>
              </a:rPr>
              <a:t>  Collection problem is not portfolio-wide; Parijat is the key project requiring focused recovery attention.</a:t>
            </a:r>
          </a:p>
        </p:txBody>
      </p:sp>
      <p:sp>
        <p:nvSpPr>
          <p:cNvPr id="3" name="TextBox 2">
            <a:extLst>
              <a:ext uri="{FF2B5EF4-FFF2-40B4-BE49-F238E27FC236}">
                <a16:creationId xmlns:a16="http://schemas.microsoft.com/office/drawing/2014/main" id="{43D6BD93-78DE-DBAC-585C-016A2921E296}"/>
              </a:ext>
            </a:extLst>
          </p:cNvPr>
          <p:cNvSpPr txBox="1"/>
          <p:nvPr/>
        </p:nvSpPr>
        <p:spPr>
          <a:xfrm>
            <a:off x="111227" y="16254"/>
            <a:ext cx="131799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JULY OUTLOOK</a:t>
            </a:r>
            <a:endParaRPr sz="1100" b="0">
              <a:solidFill>
                <a:srgbClr val="2D2D2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39793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A58BC-50F5-5550-2CAB-C80C539573A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1E6B462-EE8A-5372-57FE-BBD03880C28F}"/>
              </a:ext>
            </a:extLst>
          </p:cNvPr>
          <p:cNvSpPr/>
          <p:nvPr/>
        </p:nvSpPr>
        <p:spPr>
          <a:xfrm>
            <a:off x="209550" y="167682"/>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Most of the aged receivables are concentrated in Parijat</a:t>
            </a:r>
          </a:p>
        </p:txBody>
      </p:sp>
      <p:sp>
        <p:nvSpPr>
          <p:cNvPr id="3" name="Rounded Rectangle 5">
            <a:extLst>
              <a:ext uri="{FF2B5EF4-FFF2-40B4-BE49-F238E27FC236}">
                <a16:creationId xmlns:a16="http://schemas.microsoft.com/office/drawing/2014/main" id="{08B80890-D38F-0C15-36C9-617C36F2AB0F}"/>
              </a:ext>
            </a:extLst>
          </p:cNvPr>
          <p:cNvSpPr/>
          <p:nvPr/>
        </p:nvSpPr>
        <p:spPr>
          <a:xfrm>
            <a:off x="378050" y="1440819"/>
            <a:ext cx="6903720" cy="4160520"/>
          </a:xfrm>
          <a:prstGeom prst="roundRect">
            <a:avLst/>
          </a:prstGeom>
          <a:solidFill>
            <a:srgbClr val="FFFFFF"/>
          </a:solidFill>
          <a:ln w="9525" cap="flat" cmpd="sng" algn="ctr">
            <a:solidFill>
              <a:srgbClr val="E8E8E8"/>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68F6DBC-6064-7DD8-7C2B-DD2053A4EED6}"/>
              </a:ext>
            </a:extLst>
          </p:cNvPr>
          <p:cNvSpPr txBox="1"/>
          <p:nvPr/>
        </p:nvSpPr>
        <p:spPr>
          <a:xfrm>
            <a:off x="624938" y="1614889"/>
            <a:ext cx="2937022"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910D22"/>
                </a:solidFill>
                <a:effectLst/>
                <a:uLnTx/>
                <a:uFillTx/>
                <a:latin typeface="Times New Roman" panose="02020603050405020304" pitchFamily="18" charset="0"/>
                <a:cs typeface="Times New Roman" panose="02020603050405020304" pitchFamily="18" charset="0"/>
              </a:rPr>
              <a:t>OVERDUE RECEIVABLES BY AGEING (₹ CR)</a:t>
            </a:r>
          </a:p>
        </p:txBody>
      </p:sp>
      <p:sp>
        <p:nvSpPr>
          <p:cNvPr id="7" name="Rectangle 6">
            <a:extLst>
              <a:ext uri="{FF2B5EF4-FFF2-40B4-BE49-F238E27FC236}">
                <a16:creationId xmlns:a16="http://schemas.microsoft.com/office/drawing/2014/main" id="{7959741E-AA50-6001-0296-9BB8E0893CEA}"/>
              </a:ext>
            </a:extLst>
          </p:cNvPr>
          <p:cNvSpPr/>
          <p:nvPr/>
        </p:nvSpPr>
        <p:spPr>
          <a:xfrm>
            <a:off x="862682" y="2864854"/>
            <a:ext cx="685800" cy="2023252"/>
          </a:xfrm>
          <a:prstGeom prst="rect">
            <a:avLst/>
          </a:prstGeom>
          <a:solidFill>
            <a:srgbClr val="CDCDC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77367A3-1B90-0EAA-F828-FBAF20F18BC1}"/>
              </a:ext>
            </a:extLst>
          </p:cNvPr>
          <p:cNvSpPr txBox="1"/>
          <p:nvPr/>
        </p:nvSpPr>
        <p:spPr>
          <a:xfrm>
            <a:off x="990618" y="2593265"/>
            <a:ext cx="429925" cy="223138"/>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85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₹2.89</a:t>
            </a:r>
          </a:p>
        </p:txBody>
      </p:sp>
      <p:sp>
        <p:nvSpPr>
          <p:cNvPr id="9" name="TextBox 8">
            <a:extLst>
              <a:ext uri="{FF2B5EF4-FFF2-40B4-BE49-F238E27FC236}">
                <a16:creationId xmlns:a16="http://schemas.microsoft.com/office/drawing/2014/main" id="{025BD24C-5294-2FAA-7C7E-3E6F7459B26D}"/>
              </a:ext>
            </a:extLst>
          </p:cNvPr>
          <p:cNvSpPr txBox="1"/>
          <p:nvPr/>
        </p:nvSpPr>
        <p:spPr>
          <a:xfrm>
            <a:off x="851158" y="5016456"/>
            <a:ext cx="708848" cy="246221"/>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0–30 days</a:t>
            </a:r>
          </a:p>
        </p:txBody>
      </p:sp>
      <p:sp>
        <p:nvSpPr>
          <p:cNvPr id="11" name="Rectangle 10">
            <a:extLst>
              <a:ext uri="{FF2B5EF4-FFF2-40B4-BE49-F238E27FC236}">
                <a16:creationId xmlns:a16="http://schemas.microsoft.com/office/drawing/2014/main" id="{E4F4A85F-E01D-EB07-B359-4706700F3ACE}"/>
              </a:ext>
            </a:extLst>
          </p:cNvPr>
          <p:cNvSpPr/>
          <p:nvPr/>
        </p:nvSpPr>
        <p:spPr>
          <a:xfrm>
            <a:off x="2115410" y="4118010"/>
            <a:ext cx="685800" cy="770096"/>
          </a:xfrm>
          <a:prstGeom prst="rect">
            <a:avLst/>
          </a:prstGeom>
          <a:solidFill>
            <a:srgbClr val="CDCDC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0202227-0306-9163-5DEF-E3BF486FAB55}"/>
              </a:ext>
            </a:extLst>
          </p:cNvPr>
          <p:cNvSpPr txBox="1"/>
          <p:nvPr/>
        </p:nvSpPr>
        <p:spPr>
          <a:xfrm>
            <a:off x="2243346" y="3846421"/>
            <a:ext cx="429925" cy="223138"/>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85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₹1.10</a:t>
            </a:r>
          </a:p>
        </p:txBody>
      </p:sp>
      <p:sp>
        <p:nvSpPr>
          <p:cNvPr id="13" name="TextBox 12">
            <a:extLst>
              <a:ext uri="{FF2B5EF4-FFF2-40B4-BE49-F238E27FC236}">
                <a16:creationId xmlns:a16="http://schemas.microsoft.com/office/drawing/2014/main" id="{ED835853-0860-0DA2-9207-ACF729B19DA9}"/>
              </a:ext>
            </a:extLst>
          </p:cNvPr>
          <p:cNvSpPr txBox="1"/>
          <p:nvPr/>
        </p:nvSpPr>
        <p:spPr>
          <a:xfrm>
            <a:off x="2071824" y="5016456"/>
            <a:ext cx="772969" cy="246221"/>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31–60 days</a:t>
            </a:r>
          </a:p>
        </p:txBody>
      </p:sp>
      <p:sp>
        <p:nvSpPr>
          <p:cNvPr id="15" name="Rectangle 14">
            <a:extLst>
              <a:ext uri="{FF2B5EF4-FFF2-40B4-BE49-F238E27FC236}">
                <a16:creationId xmlns:a16="http://schemas.microsoft.com/office/drawing/2014/main" id="{C79B08A7-BCD8-A142-88B6-1346380BB06F}"/>
              </a:ext>
            </a:extLst>
          </p:cNvPr>
          <p:cNvSpPr/>
          <p:nvPr/>
        </p:nvSpPr>
        <p:spPr>
          <a:xfrm>
            <a:off x="3368138" y="4734087"/>
            <a:ext cx="685800" cy="154019"/>
          </a:xfrm>
          <a:prstGeom prst="rect">
            <a:avLst/>
          </a:prstGeom>
          <a:solidFill>
            <a:srgbClr val="CDCDCD"/>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CAFB5F38-15D4-2E2F-92BE-F6A0678AB61C}"/>
              </a:ext>
            </a:extLst>
          </p:cNvPr>
          <p:cNvSpPr txBox="1"/>
          <p:nvPr/>
        </p:nvSpPr>
        <p:spPr>
          <a:xfrm>
            <a:off x="3496075" y="4462498"/>
            <a:ext cx="429925" cy="223138"/>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85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₹0.22</a:t>
            </a:r>
          </a:p>
        </p:txBody>
      </p:sp>
      <p:sp>
        <p:nvSpPr>
          <p:cNvPr id="17" name="TextBox 16">
            <a:extLst>
              <a:ext uri="{FF2B5EF4-FFF2-40B4-BE49-F238E27FC236}">
                <a16:creationId xmlns:a16="http://schemas.microsoft.com/office/drawing/2014/main" id="{50ED5B8F-BB9A-0939-CAA4-4830746E88DB}"/>
              </a:ext>
            </a:extLst>
          </p:cNvPr>
          <p:cNvSpPr txBox="1"/>
          <p:nvPr/>
        </p:nvSpPr>
        <p:spPr>
          <a:xfrm>
            <a:off x="3324553" y="5016456"/>
            <a:ext cx="772969" cy="246221"/>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61–90 days</a:t>
            </a:r>
          </a:p>
        </p:txBody>
      </p:sp>
      <p:sp>
        <p:nvSpPr>
          <p:cNvPr id="19" name="Rectangle 18">
            <a:extLst>
              <a:ext uri="{FF2B5EF4-FFF2-40B4-BE49-F238E27FC236}">
                <a16:creationId xmlns:a16="http://schemas.microsoft.com/office/drawing/2014/main" id="{0B240EF9-13FE-CBEA-6E74-94655CD36D29}"/>
              </a:ext>
            </a:extLst>
          </p:cNvPr>
          <p:cNvSpPr/>
          <p:nvPr/>
        </p:nvSpPr>
        <p:spPr>
          <a:xfrm>
            <a:off x="4620866" y="4041001"/>
            <a:ext cx="685800" cy="847105"/>
          </a:xfrm>
          <a:prstGeom prst="rect">
            <a:avLst/>
          </a:prstGeom>
          <a:solidFill>
            <a:srgbClr val="910D22"/>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E27C9F84-435E-DD19-05EC-26710829288F}"/>
              </a:ext>
            </a:extLst>
          </p:cNvPr>
          <p:cNvSpPr txBox="1"/>
          <p:nvPr/>
        </p:nvSpPr>
        <p:spPr>
          <a:xfrm>
            <a:off x="4748803" y="3769412"/>
            <a:ext cx="429925" cy="223138"/>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85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₹1.21</a:t>
            </a:r>
          </a:p>
        </p:txBody>
      </p:sp>
      <p:sp>
        <p:nvSpPr>
          <p:cNvPr id="21" name="TextBox 20">
            <a:extLst>
              <a:ext uri="{FF2B5EF4-FFF2-40B4-BE49-F238E27FC236}">
                <a16:creationId xmlns:a16="http://schemas.microsoft.com/office/drawing/2014/main" id="{39AAE71E-399B-157B-57C6-E6733E9EF2E3}"/>
              </a:ext>
            </a:extLst>
          </p:cNvPr>
          <p:cNvSpPr txBox="1"/>
          <p:nvPr/>
        </p:nvSpPr>
        <p:spPr>
          <a:xfrm>
            <a:off x="4545221" y="5016456"/>
            <a:ext cx="837089" cy="246221"/>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91–120 days</a:t>
            </a:r>
          </a:p>
        </p:txBody>
      </p:sp>
      <p:sp>
        <p:nvSpPr>
          <p:cNvPr id="23" name="Rectangle 22">
            <a:extLst>
              <a:ext uri="{FF2B5EF4-FFF2-40B4-BE49-F238E27FC236}">
                <a16:creationId xmlns:a16="http://schemas.microsoft.com/office/drawing/2014/main" id="{FE56F6F5-3680-DB1D-9485-2A3287F9CED6}"/>
              </a:ext>
            </a:extLst>
          </p:cNvPr>
          <p:cNvSpPr/>
          <p:nvPr/>
        </p:nvSpPr>
        <p:spPr>
          <a:xfrm>
            <a:off x="5873594" y="3984994"/>
            <a:ext cx="685800" cy="903112"/>
          </a:xfrm>
          <a:prstGeom prst="rect">
            <a:avLst/>
          </a:prstGeom>
          <a:solidFill>
            <a:srgbClr val="910D22"/>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4" name="TextBox 23">
            <a:extLst>
              <a:ext uri="{FF2B5EF4-FFF2-40B4-BE49-F238E27FC236}">
                <a16:creationId xmlns:a16="http://schemas.microsoft.com/office/drawing/2014/main" id="{B2B7B275-FE94-657F-941F-D3227EC440AD}"/>
              </a:ext>
            </a:extLst>
          </p:cNvPr>
          <p:cNvSpPr txBox="1"/>
          <p:nvPr/>
        </p:nvSpPr>
        <p:spPr>
          <a:xfrm>
            <a:off x="6001531" y="3713405"/>
            <a:ext cx="429925" cy="223138"/>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85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₹1.29</a:t>
            </a:r>
          </a:p>
        </p:txBody>
      </p:sp>
      <p:sp>
        <p:nvSpPr>
          <p:cNvPr id="26" name="TextBox 25">
            <a:extLst>
              <a:ext uri="{FF2B5EF4-FFF2-40B4-BE49-F238E27FC236}">
                <a16:creationId xmlns:a16="http://schemas.microsoft.com/office/drawing/2014/main" id="{3C4579B3-FBC5-C9A8-DA21-598976908F87}"/>
              </a:ext>
            </a:extLst>
          </p:cNvPr>
          <p:cNvSpPr txBox="1"/>
          <p:nvPr/>
        </p:nvSpPr>
        <p:spPr>
          <a:xfrm>
            <a:off x="5858062" y="5016456"/>
            <a:ext cx="716863" cy="246221"/>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121+ days</a:t>
            </a:r>
          </a:p>
        </p:txBody>
      </p:sp>
      <p:sp>
        <p:nvSpPr>
          <p:cNvPr id="28" name="Rectangle 27">
            <a:extLst>
              <a:ext uri="{FF2B5EF4-FFF2-40B4-BE49-F238E27FC236}">
                <a16:creationId xmlns:a16="http://schemas.microsoft.com/office/drawing/2014/main" id="{F98CB3F6-FFBA-12AA-7B28-6D32127DD59A}"/>
              </a:ext>
            </a:extLst>
          </p:cNvPr>
          <p:cNvSpPr/>
          <p:nvPr/>
        </p:nvSpPr>
        <p:spPr>
          <a:xfrm>
            <a:off x="711615" y="4888106"/>
            <a:ext cx="5349240" cy="13716"/>
          </a:xfrm>
          <a:prstGeom prst="rect">
            <a:avLst/>
          </a:prstGeom>
          <a:solidFill>
            <a:srgbClr val="B4B4B4"/>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80F6792F-4D26-9AD0-CA3D-B44EA40D9F5D}"/>
              </a:ext>
            </a:extLst>
          </p:cNvPr>
          <p:cNvSpPr txBox="1"/>
          <p:nvPr/>
        </p:nvSpPr>
        <p:spPr>
          <a:xfrm>
            <a:off x="1077173" y="5313774"/>
            <a:ext cx="5146492" cy="246221"/>
          </a:xfrm>
          <a:prstGeom prst="rect">
            <a:avLst/>
          </a:prstGeom>
          <a:no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910D22"/>
                </a:solidFill>
                <a:effectLst/>
                <a:uLnTx/>
                <a:uFillTx/>
                <a:latin typeface="Times New Roman" panose="02020603050405020304" pitchFamily="18" charset="0"/>
                <a:cs typeface="Times New Roman" panose="02020603050405020304" pitchFamily="18" charset="0"/>
              </a:rPr>
              <a:t>90+ days = ₹2.50 Cr  |  37% of total overdue receivables</a:t>
            </a:r>
          </a:p>
        </p:txBody>
      </p:sp>
      <p:sp>
        <p:nvSpPr>
          <p:cNvPr id="32" name="Rounded Rectangle 24">
            <a:extLst>
              <a:ext uri="{FF2B5EF4-FFF2-40B4-BE49-F238E27FC236}">
                <a16:creationId xmlns:a16="http://schemas.microsoft.com/office/drawing/2014/main" id="{ED9061BD-94EC-2FC3-AA03-DB3D7AE8ECA0}"/>
              </a:ext>
            </a:extLst>
          </p:cNvPr>
          <p:cNvSpPr/>
          <p:nvPr/>
        </p:nvSpPr>
        <p:spPr>
          <a:xfrm>
            <a:off x="7510368" y="1440819"/>
            <a:ext cx="4303581" cy="416052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solidFill>
                <a:schemeClr val="lt1"/>
              </a:solidFill>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BF7DFFF5-EC89-B073-FA79-D304C69C3B0C}"/>
              </a:ext>
            </a:extLst>
          </p:cNvPr>
          <p:cNvSpPr txBox="1"/>
          <p:nvPr/>
        </p:nvSpPr>
        <p:spPr>
          <a:xfrm>
            <a:off x="7784690" y="1770616"/>
            <a:ext cx="1005403" cy="584775"/>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3200" b="1"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76%</a:t>
            </a:r>
          </a:p>
        </p:txBody>
      </p:sp>
      <p:sp>
        <p:nvSpPr>
          <p:cNvPr id="38" name="TextBox 37">
            <a:extLst>
              <a:ext uri="{FF2B5EF4-FFF2-40B4-BE49-F238E27FC236}">
                <a16:creationId xmlns:a16="http://schemas.microsoft.com/office/drawing/2014/main" id="{20877342-77F7-FB2D-3308-670B3BAEE6E4}"/>
              </a:ext>
            </a:extLst>
          </p:cNvPr>
          <p:cNvSpPr txBox="1"/>
          <p:nvPr/>
        </p:nvSpPr>
        <p:spPr>
          <a:xfrm>
            <a:off x="7784689" y="2369994"/>
            <a:ext cx="3063239" cy="492443"/>
          </a:xfrm>
          <a:prstGeom prst="rect">
            <a:avLst/>
          </a:prstGeom>
          <a:noFill/>
        </p:spPr>
        <p:txBody>
          <a:bodyPr wrap="squar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300" b="1"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of the entire 90+ day overdue bucket sits in Parijat.</a:t>
            </a:r>
          </a:p>
        </p:txBody>
      </p:sp>
      <p:sp>
        <p:nvSpPr>
          <p:cNvPr id="40" name="TextBox 39">
            <a:extLst>
              <a:ext uri="{FF2B5EF4-FFF2-40B4-BE49-F238E27FC236}">
                <a16:creationId xmlns:a16="http://schemas.microsoft.com/office/drawing/2014/main" id="{8CDCC4B4-FC1F-1BF6-905C-9CC21EB7A807}"/>
              </a:ext>
            </a:extLst>
          </p:cNvPr>
          <p:cNvSpPr txBox="1"/>
          <p:nvPr/>
        </p:nvSpPr>
        <p:spPr>
          <a:xfrm>
            <a:off x="7784690" y="2971268"/>
            <a:ext cx="1863011" cy="353607"/>
          </a:xfrm>
          <a:prstGeom prst="rect">
            <a:avLst/>
          </a:prstGeom>
          <a:noFill/>
        </p:spPr>
        <p:txBody>
          <a:bodyPr wrap="none" anchor="ctr">
            <a:normAutofit/>
          </a:bodyPr>
          <a:lstStyle/>
          <a:p>
            <a:pPr marL="0" marR="0" lvl="0" indent="0" defTabSz="457200" eaLnBrk="1" fontAlgn="auto" latinLnBrk="0" hangingPunct="1">
              <a:lnSpc>
                <a:spcPct val="100000"/>
              </a:lnSpc>
              <a:spcBef>
                <a:spcPts val="0"/>
              </a:spcBef>
              <a:spcAft>
                <a:spcPts val="0"/>
              </a:spcAft>
              <a:buClrTx/>
              <a:buSzTx/>
              <a:buFontTx/>
              <a:buNone/>
              <a:tabLst/>
              <a:defRPr/>
            </a:pPr>
            <a:r>
              <a:rPr lang="en-US" sz="1500" b="1" kern="0">
                <a:solidFill>
                  <a:srgbClr val="CAA323"/>
                </a:solidFill>
                <a:latin typeface="Times New Roman" panose="02020603050405020304" pitchFamily="18" charset="0"/>
                <a:cs typeface="Times New Roman" panose="02020603050405020304" pitchFamily="18" charset="0"/>
              </a:rPr>
              <a:t>₹</a:t>
            </a:r>
            <a:r>
              <a:rPr kumimoji="0" lang="en-US" sz="15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rPr>
              <a:t>1.89 Cr of ₹2.50 Cr</a:t>
            </a:r>
          </a:p>
        </p:txBody>
      </p:sp>
      <p:sp>
        <p:nvSpPr>
          <p:cNvPr id="42" name="TextBox 41">
            <a:extLst>
              <a:ext uri="{FF2B5EF4-FFF2-40B4-BE49-F238E27FC236}">
                <a16:creationId xmlns:a16="http://schemas.microsoft.com/office/drawing/2014/main" id="{EF8AC402-54AB-CD43-39FA-D19051139145}"/>
              </a:ext>
            </a:extLst>
          </p:cNvPr>
          <p:cNvSpPr txBox="1"/>
          <p:nvPr/>
        </p:nvSpPr>
        <p:spPr>
          <a:xfrm>
            <a:off x="7784690" y="3328108"/>
            <a:ext cx="1955985" cy="276999"/>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200" b="0"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90+ day overdue receivables</a:t>
            </a:r>
          </a:p>
        </p:txBody>
      </p:sp>
      <p:sp>
        <p:nvSpPr>
          <p:cNvPr id="44" name="TextBox 43">
            <a:extLst>
              <a:ext uri="{FF2B5EF4-FFF2-40B4-BE49-F238E27FC236}">
                <a16:creationId xmlns:a16="http://schemas.microsoft.com/office/drawing/2014/main" id="{8BFEA7D2-E4A4-937B-16F0-BA815433FC07}"/>
              </a:ext>
            </a:extLst>
          </p:cNvPr>
          <p:cNvSpPr txBox="1"/>
          <p:nvPr/>
        </p:nvSpPr>
        <p:spPr>
          <a:xfrm>
            <a:off x="7784690" y="3857566"/>
            <a:ext cx="3956206" cy="461665"/>
          </a:xfrm>
          <a:prstGeom prst="rect">
            <a:avLst/>
          </a:prstGeom>
          <a:noFill/>
        </p:spPr>
        <p:txBody>
          <a:bodyPr wrap="squar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Parijat represents 100% of the 91–120 day bucket and 52% of the 121+ day bucket.</a:t>
            </a:r>
          </a:p>
        </p:txBody>
      </p:sp>
      <p:sp>
        <p:nvSpPr>
          <p:cNvPr id="46" name="Rounded Rectangle 31">
            <a:extLst>
              <a:ext uri="{FF2B5EF4-FFF2-40B4-BE49-F238E27FC236}">
                <a16:creationId xmlns:a16="http://schemas.microsoft.com/office/drawing/2014/main" id="{E4F3BCEB-846E-8DAC-7A45-3EC3D3367BB1}"/>
              </a:ext>
            </a:extLst>
          </p:cNvPr>
          <p:cNvSpPr/>
          <p:nvPr/>
        </p:nvSpPr>
        <p:spPr>
          <a:xfrm>
            <a:off x="7784690" y="4495307"/>
            <a:ext cx="3154680" cy="530352"/>
          </a:xfrm>
          <a:prstGeom prst="roundRect">
            <a:avLst/>
          </a:prstGeom>
          <a:solidFill>
            <a:srgbClr val="FFFFFF"/>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376A0121-8C01-3F33-97F0-0485DBCCCA78}"/>
              </a:ext>
            </a:extLst>
          </p:cNvPr>
          <p:cNvSpPr txBox="1"/>
          <p:nvPr/>
        </p:nvSpPr>
        <p:spPr>
          <a:xfrm>
            <a:off x="7967569" y="4580835"/>
            <a:ext cx="2860078" cy="276999"/>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Priority: focused Parijat recovery track</a:t>
            </a:r>
          </a:p>
        </p:txBody>
      </p:sp>
      <p:sp>
        <p:nvSpPr>
          <p:cNvPr id="2" name="TextBox 1">
            <a:extLst>
              <a:ext uri="{FF2B5EF4-FFF2-40B4-BE49-F238E27FC236}">
                <a16:creationId xmlns:a16="http://schemas.microsoft.com/office/drawing/2014/main" id="{D030A056-C277-4AE9-034F-CD17D1F9D931}"/>
              </a:ext>
            </a:extLst>
          </p:cNvPr>
          <p:cNvSpPr txBox="1"/>
          <p:nvPr/>
        </p:nvSpPr>
        <p:spPr>
          <a:xfrm>
            <a:off x="8470489" y="5776632"/>
            <a:ext cx="4349399" cy="276999"/>
          </a:xfrm>
          <a:prstGeom prst="rect">
            <a:avLst/>
          </a:prstGeom>
          <a:noFill/>
        </p:spPr>
        <p:txBody>
          <a:bodyPr wrap="square" rtlCol="0">
            <a:spAutoFit/>
          </a:bodyPr>
          <a:lstStyle/>
          <a:p>
            <a:r>
              <a:rPr lang="en-US" sz="1200">
                <a:latin typeface="Times New Roman" panose="02020603050405020304" pitchFamily="18" charset="0"/>
                <a:cs typeface="Times New Roman" panose="02020603050405020304" pitchFamily="18" charset="0"/>
                <a:hlinkClick r:id="" action="ppaction://customshow?id=3&amp;return=true"/>
              </a:rPr>
              <a:t>Ageing summary : Overall Project wise</a:t>
            </a:r>
            <a:endParaRPr lang="en-IN" sz="120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328A1C0-AA20-0F6B-F070-41265F1B531B}"/>
              </a:ext>
            </a:extLst>
          </p:cNvPr>
          <p:cNvSpPr txBox="1"/>
          <p:nvPr/>
        </p:nvSpPr>
        <p:spPr>
          <a:xfrm>
            <a:off x="111227" y="16254"/>
            <a:ext cx="131799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JULY OUTLOOK</a:t>
            </a:r>
            <a:endParaRPr sz="1100" b="0">
              <a:solidFill>
                <a:srgbClr val="2D2D2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3274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6C16E-6D03-DF37-018A-C7F15C44B29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89C7B19-B28B-5A87-6E23-E40A7252C2AC}"/>
              </a:ext>
            </a:extLst>
          </p:cNvPr>
          <p:cNvSpPr/>
          <p:nvPr/>
        </p:nvSpPr>
        <p:spPr>
          <a:xfrm>
            <a:off x="223279" y="185310"/>
            <a:ext cx="12142891"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b="1">
                <a:solidFill>
                  <a:schemeClr val="tx1"/>
                </a:solidFill>
                <a:latin typeface="Times New Roman" panose="02020603050405020304" pitchFamily="18" charset="0"/>
                <a:cs typeface="Times New Roman" panose="02020603050405020304" pitchFamily="18" charset="0"/>
              </a:rPr>
              <a:t>Registration pipeline leaks before CRM ever gets the customer – July </a:t>
            </a:r>
            <a:r>
              <a:rPr lang="en-US" sz="2000" b="1">
                <a:solidFill>
                  <a:schemeClr val="tx1"/>
                </a:solidFill>
                <a:latin typeface="Times New Roman" panose="02020603050405020304" pitchFamily="18" charset="0"/>
                <a:cs typeface="Times New Roman" panose="02020603050405020304" pitchFamily="18" charset="0"/>
              </a:rPr>
              <a:t>(8.62 Cr)</a:t>
            </a:r>
            <a:endParaRPr lang="en-US" sz="2800" b="1">
              <a:solidFill>
                <a:schemeClr val="tx1"/>
              </a:solidFill>
              <a:latin typeface="Times New Roman" panose="02020603050405020304" pitchFamily="18" charset="0"/>
              <a:cs typeface="Times New Roman" panose="02020603050405020304" pitchFamily="18" charset="0"/>
            </a:endParaRPr>
          </a:p>
        </p:txBody>
      </p:sp>
      <p:sp>
        <p:nvSpPr>
          <p:cNvPr id="6" name="Rectangle: Rounded Corners 5">
            <a:extLst>
              <a:ext uri="{FF2B5EF4-FFF2-40B4-BE49-F238E27FC236}">
                <a16:creationId xmlns:a16="http://schemas.microsoft.com/office/drawing/2014/main" id="{20C6A394-1672-6733-47BA-5ADB9AACE258}"/>
              </a:ext>
            </a:extLst>
          </p:cNvPr>
          <p:cNvSpPr/>
          <p:nvPr/>
        </p:nvSpPr>
        <p:spPr>
          <a:xfrm>
            <a:off x="416560" y="1219200"/>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6B33A374-0B53-A1D7-D6BA-8D459A3C89AD}"/>
              </a:ext>
            </a:extLst>
          </p:cNvPr>
          <p:cNvSpPr txBox="1"/>
          <p:nvPr/>
        </p:nvSpPr>
        <p:spPr>
          <a:xfrm>
            <a:off x="465327" y="1219200"/>
            <a:ext cx="1618257"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Expected Registration</a:t>
            </a:r>
          </a:p>
        </p:txBody>
      </p:sp>
      <p:sp>
        <p:nvSpPr>
          <p:cNvPr id="22" name="TextBox 21">
            <a:extLst>
              <a:ext uri="{FF2B5EF4-FFF2-40B4-BE49-F238E27FC236}">
                <a16:creationId xmlns:a16="http://schemas.microsoft.com/office/drawing/2014/main" id="{38445BD4-1C36-F2B9-7CF9-1FB014E35406}"/>
              </a:ext>
            </a:extLst>
          </p:cNvPr>
          <p:cNvSpPr txBox="1"/>
          <p:nvPr/>
        </p:nvSpPr>
        <p:spPr>
          <a:xfrm>
            <a:off x="615696" y="1542288"/>
            <a:ext cx="768096"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20</a:t>
            </a:r>
          </a:p>
        </p:txBody>
      </p:sp>
      <p:sp>
        <p:nvSpPr>
          <p:cNvPr id="31" name="Rectangle: Rounded Corners 30">
            <a:extLst>
              <a:ext uri="{FF2B5EF4-FFF2-40B4-BE49-F238E27FC236}">
                <a16:creationId xmlns:a16="http://schemas.microsoft.com/office/drawing/2014/main" id="{E7095BE1-B2CB-F1AF-9FA8-04B4D900EC11}"/>
              </a:ext>
            </a:extLst>
          </p:cNvPr>
          <p:cNvSpPr/>
          <p:nvPr/>
        </p:nvSpPr>
        <p:spPr>
          <a:xfrm>
            <a:off x="2721633" y="1219200"/>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8D550D5E-F4CE-49F1-6B1E-7DE776FCD0F8}"/>
              </a:ext>
            </a:extLst>
          </p:cNvPr>
          <p:cNvSpPr txBox="1"/>
          <p:nvPr/>
        </p:nvSpPr>
        <p:spPr>
          <a:xfrm>
            <a:off x="2770401" y="1219200"/>
            <a:ext cx="1314704"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Registration Done </a:t>
            </a:r>
          </a:p>
        </p:txBody>
      </p:sp>
      <p:sp>
        <p:nvSpPr>
          <p:cNvPr id="37" name="TextBox 36">
            <a:extLst>
              <a:ext uri="{FF2B5EF4-FFF2-40B4-BE49-F238E27FC236}">
                <a16:creationId xmlns:a16="http://schemas.microsoft.com/office/drawing/2014/main" id="{E12161E5-B140-679F-2EDF-191059928D44}"/>
              </a:ext>
            </a:extLst>
          </p:cNvPr>
          <p:cNvSpPr txBox="1"/>
          <p:nvPr/>
        </p:nvSpPr>
        <p:spPr>
          <a:xfrm>
            <a:off x="2920769" y="1542288"/>
            <a:ext cx="768096"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15</a:t>
            </a:r>
          </a:p>
        </p:txBody>
      </p:sp>
      <p:sp>
        <p:nvSpPr>
          <p:cNvPr id="41" name="TextBox 40">
            <a:extLst>
              <a:ext uri="{FF2B5EF4-FFF2-40B4-BE49-F238E27FC236}">
                <a16:creationId xmlns:a16="http://schemas.microsoft.com/office/drawing/2014/main" id="{4AF1BE1F-C585-CE1A-A3D0-10B97D8EF0B9}"/>
              </a:ext>
            </a:extLst>
          </p:cNvPr>
          <p:cNvSpPr txBox="1"/>
          <p:nvPr/>
        </p:nvSpPr>
        <p:spPr>
          <a:xfrm>
            <a:off x="2721633" y="1975848"/>
            <a:ext cx="1810904" cy="246221"/>
          </a:xfrm>
          <a:prstGeom prst="rect">
            <a:avLst/>
          </a:prstGeom>
          <a:noFill/>
        </p:spPr>
        <p:txBody>
          <a:bodyPr wrap="square" rtlCol="0">
            <a:spAutoFit/>
          </a:bodyPr>
          <a:lstStyle/>
          <a:p>
            <a:r>
              <a:rPr lang="en-IN" sz="1000" b="1">
                <a:solidFill>
                  <a:schemeClr val="accent6"/>
                </a:solidFill>
                <a:latin typeface="Times New Roman" panose="02020603050405020304" pitchFamily="18" charset="0"/>
                <a:cs typeface="Times New Roman" panose="02020603050405020304" pitchFamily="18" charset="0"/>
              </a:rPr>
              <a:t>75%</a:t>
            </a:r>
          </a:p>
        </p:txBody>
      </p:sp>
      <p:sp>
        <p:nvSpPr>
          <p:cNvPr id="3" name="Rectangle: Rounded Corners 2">
            <a:extLst>
              <a:ext uri="{FF2B5EF4-FFF2-40B4-BE49-F238E27FC236}">
                <a16:creationId xmlns:a16="http://schemas.microsoft.com/office/drawing/2014/main" id="{7263E54B-F2C9-545D-B6D0-907A18B0D99F}"/>
              </a:ext>
            </a:extLst>
          </p:cNvPr>
          <p:cNvSpPr/>
          <p:nvPr/>
        </p:nvSpPr>
        <p:spPr>
          <a:xfrm>
            <a:off x="5204278" y="1219200"/>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AB810690-3B0F-AFD8-CACF-C96ED22F7D27}"/>
              </a:ext>
            </a:extLst>
          </p:cNvPr>
          <p:cNvSpPr txBox="1"/>
          <p:nvPr/>
        </p:nvSpPr>
        <p:spPr>
          <a:xfrm>
            <a:off x="5253046" y="1219200"/>
            <a:ext cx="1314704"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Done Against target</a:t>
            </a:r>
          </a:p>
        </p:txBody>
      </p:sp>
      <p:sp>
        <p:nvSpPr>
          <p:cNvPr id="9" name="TextBox 8">
            <a:extLst>
              <a:ext uri="{FF2B5EF4-FFF2-40B4-BE49-F238E27FC236}">
                <a16:creationId xmlns:a16="http://schemas.microsoft.com/office/drawing/2014/main" id="{58A744F6-3672-8A0C-7C9C-F62752A09A16}"/>
              </a:ext>
            </a:extLst>
          </p:cNvPr>
          <p:cNvSpPr txBox="1"/>
          <p:nvPr/>
        </p:nvSpPr>
        <p:spPr>
          <a:xfrm>
            <a:off x="5403414" y="1542288"/>
            <a:ext cx="768096"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12</a:t>
            </a:r>
          </a:p>
        </p:txBody>
      </p:sp>
      <p:sp>
        <p:nvSpPr>
          <p:cNvPr id="11" name="TextBox 10">
            <a:extLst>
              <a:ext uri="{FF2B5EF4-FFF2-40B4-BE49-F238E27FC236}">
                <a16:creationId xmlns:a16="http://schemas.microsoft.com/office/drawing/2014/main" id="{AA0F0CCA-6983-2738-91F7-0CDB5BEA059A}"/>
              </a:ext>
            </a:extLst>
          </p:cNvPr>
          <p:cNvSpPr txBox="1"/>
          <p:nvPr/>
        </p:nvSpPr>
        <p:spPr>
          <a:xfrm>
            <a:off x="5204278" y="1975848"/>
            <a:ext cx="1810904" cy="246221"/>
          </a:xfrm>
          <a:prstGeom prst="rect">
            <a:avLst/>
          </a:prstGeom>
          <a:noFill/>
        </p:spPr>
        <p:txBody>
          <a:bodyPr wrap="square" rtlCol="0">
            <a:spAutoFit/>
          </a:bodyPr>
          <a:lstStyle/>
          <a:p>
            <a:r>
              <a:rPr lang="en-IN" sz="1000" b="1">
                <a:solidFill>
                  <a:schemeClr val="accent6"/>
                </a:solidFill>
                <a:latin typeface="Times New Roman" panose="02020603050405020304" pitchFamily="18" charset="0"/>
                <a:cs typeface="Times New Roman" panose="02020603050405020304" pitchFamily="18" charset="0"/>
              </a:rPr>
              <a:t>60%</a:t>
            </a:r>
          </a:p>
        </p:txBody>
      </p:sp>
      <p:sp>
        <p:nvSpPr>
          <p:cNvPr id="13" name="Rounded Rectangle 24">
            <a:extLst>
              <a:ext uri="{FF2B5EF4-FFF2-40B4-BE49-F238E27FC236}">
                <a16:creationId xmlns:a16="http://schemas.microsoft.com/office/drawing/2014/main" id="{36B7F883-D27F-D9DA-0723-1E2970B7FC61}"/>
              </a:ext>
            </a:extLst>
          </p:cNvPr>
          <p:cNvSpPr/>
          <p:nvPr/>
        </p:nvSpPr>
        <p:spPr>
          <a:xfrm>
            <a:off x="7843520" y="1219200"/>
            <a:ext cx="3931920" cy="416052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lt1"/>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A9DF537-D241-2D23-5C1E-3B67C3919AC5}"/>
              </a:ext>
            </a:extLst>
          </p:cNvPr>
          <p:cNvSpPr txBox="1"/>
          <p:nvPr/>
        </p:nvSpPr>
        <p:spPr>
          <a:xfrm>
            <a:off x="8117841" y="1548997"/>
            <a:ext cx="2130711" cy="584775"/>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3200" b="1"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Rs 2.30 Cr </a:t>
            </a:r>
            <a:endParaRPr kumimoji="0" sz="3200" b="1"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3EC4C54C-ED29-0619-C569-945872B339AC}"/>
              </a:ext>
            </a:extLst>
          </p:cNvPr>
          <p:cNvSpPr txBox="1"/>
          <p:nvPr/>
        </p:nvSpPr>
        <p:spPr>
          <a:xfrm>
            <a:off x="8117839" y="2198468"/>
            <a:ext cx="3063239" cy="738664"/>
          </a:xfrm>
          <a:prstGeom prst="rect">
            <a:avLst/>
          </a:prstGeom>
          <a:noFill/>
        </p:spPr>
        <p:txBody>
          <a:bodyPr wrap="squar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Is stuck before registration even happens – Ananta (</a:t>
            </a:r>
            <a:r>
              <a:rPr lang="en-IN" sz="1400" b="1" kern="0">
                <a:solidFill>
                  <a:srgbClr val="FFFFFF"/>
                </a:solidFill>
                <a:latin typeface="Times New Roman" panose="02020603050405020304" pitchFamily="18" charset="0"/>
                <a:cs typeface="Times New Roman" panose="02020603050405020304" pitchFamily="18" charset="0"/>
              </a:rPr>
              <a:t>R</a:t>
            </a:r>
            <a:r>
              <a:rPr kumimoji="0" lang="en-IN" sz="1400" b="1"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s 1.87 Cr) and Avenue (Rs 0.42 Cr)</a:t>
            </a:r>
            <a:endParaRPr kumimoji="0" sz="1400" b="1"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4FF97D3D-A86B-79F2-37FE-C3D130FC5659}"/>
              </a:ext>
            </a:extLst>
          </p:cNvPr>
          <p:cNvSpPr txBox="1"/>
          <p:nvPr/>
        </p:nvSpPr>
        <p:spPr>
          <a:xfrm>
            <a:off x="8117839" y="3186111"/>
            <a:ext cx="2942304" cy="738664"/>
          </a:xfrm>
          <a:prstGeom prst="rect">
            <a:avLst/>
          </a:prstGeom>
          <a:noFill/>
        </p:spPr>
        <p:txBody>
          <a:bodyPr wrap="squar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400" b="0"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rPr>
              <a:t>Customer details still pending from the sales team . This is hand off SOP problem</a:t>
            </a:r>
            <a:endParaRPr kumimoji="0" sz="1400" b="0" i="0" u="none" strike="noStrike" kern="0" cap="none" spc="0" normalizeH="0" baseline="0" noProof="0">
              <a:ln>
                <a:noFill/>
              </a:ln>
              <a:solidFill>
                <a:srgbClr val="FFFFFF"/>
              </a:solidFill>
              <a:effectLst/>
              <a:uLnTx/>
              <a:uFillTx/>
              <a:latin typeface="Times New Roman" panose="02020603050405020304" pitchFamily="18" charset="0"/>
              <a:cs typeface="Times New Roman" panose="02020603050405020304" pitchFamily="18" charset="0"/>
            </a:endParaRPr>
          </a:p>
        </p:txBody>
      </p:sp>
      <p:sp>
        <p:nvSpPr>
          <p:cNvPr id="33" name="Rectangle: Rounded Corners 32">
            <a:extLst>
              <a:ext uri="{FF2B5EF4-FFF2-40B4-BE49-F238E27FC236}">
                <a16:creationId xmlns:a16="http://schemas.microsoft.com/office/drawing/2014/main" id="{45B47DF3-B2CA-2ADD-3183-BC0AA09AF98D}"/>
              </a:ext>
            </a:extLst>
          </p:cNvPr>
          <p:cNvSpPr/>
          <p:nvPr/>
        </p:nvSpPr>
        <p:spPr>
          <a:xfrm>
            <a:off x="383032" y="3453974"/>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FB467FAF-CF51-B346-FA7C-4E6A17275B29}"/>
              </a:ext>
            </a:extLst>
          </p:cNvPr>
          <p:cNvSpPr txBox="1"/>
          <p:nvPr/>
        </p:nvSpPr>
        <p:spPr>
          <a:xfrm>
            <a:off x="431799" y="3453974"/>
            <a:ext cx="1618257" cy="400110"/>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Expected Collection</a:t>
            </a:r>
          </a:p>
          <a:p>
            <a:endParaRPr lang="en-IN" sz="1000" b="1">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E157F949-1289-FAAB-2440-9BC7F4137AAA}"/>
              </a:ext>
            </a:extLst>
          </p:cNvPr>
          <p:cNvSpPr txBox="1"/>
          <p:nvPr/>
        </p:nvSpPr>
        <p:spPr>
          <a:xfrm>
            <a:off x="508868" y="3748957"/>
            <a:ext cx="1767839"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Rs 6.32 Cr</a:t>
            </a:r>
          </a:p>
        </p:txBody>
      </p:sp>
      <p:sp>
        <p:nvSpPr>
          <p:cNvPr id="42" name="Rectangle: Rounded Corners 41">
            <a:extLst>
              <a:ext uri="{FF2B5EF4-FFF2-40B4-BE49-F238E27FC236}">
                <a16:creationId xmlns:a16="http://schemas.microsoft.com/office/drawing/2014/main" id="{6AE0E4C1-7D24-641A-F27E-FC6B539C7C5B}"/>
              </a:ext>
            </a:extLst>
          </p:cNvPr>
          <p:cNvSpPr/>
          <p:nvPr/>
        </p:nvSpPr>
        <p:spPr>
          <a:xfrm>
            <a:off x="2688105" y="3453974"/>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497D2ACA-483F-7252-C7E2-D292286F216F}"/>
              </a:ext>
            </a:extLst>
          </p:cNvPr>
          <p:cNvSpPr txBox="1"/>
          <p:nvPr/>
        </p:nvSpPr>
        <p:spPr>
          <a:xfrm>
            <a:off x="2736873" y="3453974"/>
            <a:ext cx="1314704"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Actually Collected</a:t>
            </a:r>
          </a:p>
        </p:txBody>
      </p:sp>
      <p:sp>
        <p:nvSpPr>
          <p:cNvPr id="46" name="TextBox 45">
            <a:extLst>
              <a:ext uri="{FF2B5EF4-FFF2-40B4-BE49-F238E27FC236}">
                <a16:creationId xmlns:a16="http://schemas.microsoft.com/office/drawing/2014/main" id="{10E4265E-42CD-246B-5B65-226F4C23A9EC}"/>
              </a:ext>
            </a:extLst>
          </p:cNvPr>
          <p:cNvSpPr txBox="1"/>
          <p:nvPr/>
        </p:nvSpPr>
        <p:spPr>
          <a:xfrm>
            <a:off x="2887241" y="3777062"/>
            <a:ext cx="1835912"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Rs 5.33 Cr</a:t>
            </a:r>
          </a:p>
        </p:txBody>
      </p:sp>
      <p:sp>
        <p:nvSpPr>
          <p:cNvPr id="48" name="TextBox 47">
            <a:extLst>
              <a:ext uri="{FF2B5EF4-FFF2-40B4-BE49-F238E27FC236}">
                <a16:creationId xmlns:a16="http://schemas.microsoft.com/office/drawing/2014/main" id="{781CFA1A-5BE4-DB9D-4BD7-2D45D0B0D263}"/>
              </a:ext>
            </a:extLst>
          </p:cNvPr>
          <p:cNvSpPr txBox="1"/>
          <p:nvPr/>
        </p:nvSpPr>
        <p:spPr>
          <a:xfrm>
            <a:off x="2688105" y="4210622"/>
            <a:ext cx="1810904" cy="246221"/>
          </a:xfrm>
          <a:prstGeom prst="rect">
            <a:avLst/>
          </a:prstGeom>
          <a:noFill/>
        </p:spPr>
        <p:txBody>
          <a:bodyPr wrap="square" rtlCol="0">
            <a:spAutoFit/>
          </a:bodyPr>
          <a:lstStyle/>
          <a:p>
            <a:r>
              <a:rPr lang="en-IN" sz="1000" b="1">
                <a:solidFill>
                  <a:schemeClr val="accent6"/>
                </a:solidFill>
                <a:latin typeface="Times New Roman" panose="02020603050405020304" pitchFamily="18" charset="0"/>
                <a:cs typeface="Times New Roman" panose="02020603050405020304" pitchFamily="18" charset="0"/>
              </a:rPr>
              <a:t>84%</a:t>
            </a:r>
          </a:p>
        </p:txBody>
      </p:sp>
      <p:sp>
        <p:nvSpPr>
          <p:cNvPr id="50" name="Rectangle: Rounded Corners 49">
            <a:extLst>
              <a:ext uri="{FF2B5EF4-FFF2-40B4-BE49-F238E27FC236}">
                <a16:creationId xmlns:a16="http://schemas.microsoft.com/office/drawing/2014/main" id="{0D2A1E2C-B9FE-09BE-A9E8-A241BD86F196}"/>
              </a:ext>
            </a:extLst>
          </p:cNvPr>
          <p:cNvSpPr/>
          <p:nvPr/>
        </p:nvSpPr>
        <p:spPr>
          <a:xfrm>
            <a:off x="5170750" y="3453974"/>
            <a:ext cx="2001520"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F624D7AE-9B37-848D-E29C-834B407887DD}"/>
              </a:ext>
            </a:extLst>
          </p:cNvPr>
          <p:cNvSpPr txBox="1"/>
          <p:nvPr/>
        </p:nvSpPr>
        <p:spPr>
          <a:xfrm>
            <a:off x="5219518" y="3453974"/>
            <a:ext cx="1314704" cy="246221"/>
          </a:xfrm>
          <a:prstGeom prst="rect">
            <a:avLst/>
          </a:prstGeom>
          <a:noFill/>
        </p:spPr>
        <p:txBody>
          <a:bodyPr wrap="square" rtlCol="0">
            <a:spAutoFit/>
          </a:bodyPr>
          <a:lstStyle/>
          <a:p>
            <a:r>
              <a:rPr lang="en-IN" sz="1000" b="1">
                <a:latin typeface="Times New Roman" panose="02020603050405020304" pitchFamily="18" charset="0"/>
                <a:cs typeface="Times New Roman" panose="02020603050405020304" pitchFamily="18" charset="0"/>
              </a:rPr>
              <a:t>Pending</a:t>
            </a:r>
          </a:p>
        </p:txBody>
      </p:sp>
      <p:sp>
        <p:nvSpPr>
          <p:cNvPr id="54" name="TextBox 53">
            <a:extLst>
              <a:ext uri="{FF2B5EF4-FFF2-40B4-BE49-F238E27FC236}">
                <a16:creationId xmlns:a16="http://schemas.microsoft.com/office/drawing/2014/main" id="{FC32F675-FF3B-5246-936B-FFDA18563B30}"/>
              </a:ext>
            </a:extLst>
          </p:cNvPr>
          <p:cNvSpPr txBox="1"/>
          <p:nvPr/>
        </p:nvSpPr>
        <p:spPr>
          <a:xfrm>
            <a:off x="5369885" y="3777062"/>
            <a:ext cx="1772459" cy="461665"/>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Rs 1.08 Cr</a:t>
            </a:r>
          </a:p>
        </p:txBody>
      </p:sp>
      <p:sp>
        <p:nvSpPr>
          <p:cNvPr id="4" name="Rectangle: Rounded Corners 3">
            <a:extLst>
              <a:ext uri="{FF2B5EF4-FFF2-40B4-BE49-F238E27FC236}">
                <a16:creationId xmlns:a16="http://schemas.microsoft.com/office/drawing/2014/main" id="{621E1E3F-4485-89D8-3348-812BBB781F79}"/>
              </a:ext>
            </a:extLst>
          </p:cNvPr>
          <p:cNvSpPr/>
          <p:nvPr/>
        </p:nvSpPr>
        <p:spPr>
          <a:xfrm>
            <a:off x="4193450" y="4864622"/>
            <a:ext cx="1508022"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b="1">
                <a:solidFill>
                  <a:schemeClr val="tx1"/>
                </a:solidFill>
                <a:latin typeface="Times New Roman" panose="02020603050405020304" pitchFamily="18" charset="0"/>
                <a:cs typeface="Times New Roman" panose="02020603050405020304" pitchFamily="18" charset="0"/>
              </a:rPr>
              <a:t>Rs 0.72 Cr</a:t>
            </a:r>
          </a:p>
          <a:p>
            <a:pPr algn="ctr"/>
            <a:r>
              <a:rPr lang="en-IN" b="1">
                <a:solidFill>
                  <a:schemeClr val="tx1"/>
                </a:solidFill>
                <a:latin typeface="Times New Roman" panose="02020603050405020304" pitchFamily="18" charset="0"/>
                <a:cs typeface="Times New Roman" panose="02020603050405020304" pitchFamily="18" charset="0"/>
              </a:rPr>
              <a:t>(Reg post 20 July)</a:t>
            </a:r>
          </a:p>
        </p:txBody>
      </p:sp>
      <p:sp>
        <p:nvSpPr>
          <p:cNvPr id="10" name="Rectangle: Rounded Corners 9">
            <a:extLst>
              <a:ext uri="{FF2B5EF4-FFF2-40B4-BE49-F238E27FC236}">
                <a16:creationId xmlns:a16="http://schemas.microsoft.com/office/drawing/2014/main" id="{AB6DE3CE-088E-D74E-DB6A-078AE1CE0A2F}"/>
              </a:ext>
            </a:extLst>
          </p:cNvPr>
          <p:cNvSpPr/>
          <p:nvPr/>
        </p:nvSpPr>
        <p:spPr>
          <a:xfrm>
            <a:off x="6256114" y="4864622"/>
            <a:ext cx="1508022" cy="1036320"/>
          </a:xfrm>
          <a:prstGeom prst="roundRect">
            <a:avLst/>
          </a:prstGeom>
          <a:solidFill>
            <a:srgbClr val="EBEBEB"/>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solidFill>
                <a:schemeClr val="tx1"/>
              </a:solidFill>
              <a:latin typeface="Times New Roman" panose="02020603050405020304" pitchFamily="18" charset="0"/>
              <a:cs typeface="Times New Roman" panose="02020603050405020304" pitchFamily="18" charset="0"/>
            </a:endParaRPr>
          </a:p>
          <a:p>
            <a:pPr algn="ctr"/>
            <a:r>
              <a:rPr lang="en-IN" b="1">
                <a:solidFill>
                  <a:schemeClr val="tx1"/>
                </a:solidFill>
                <a:latin typeface="Times New Roman" panose="02020603050405020304" pitchFamily="18" charset="0"/>
                <a:cs typeface="Times New Roman" panose="02020603050405020304" pitchFamily="18" charset="0"/>
              </a:rPr>
              <a:t>Rs 0.36 Cr</a:t>
            </a:r>
          </a:p>
          <a:p>
            <a:pPr algn="ctr"/>
            <a:r>
              <a:rPr lang="en-IN" b="1">
                <a:solidFill>
                  <a:schemeClr val="tx1"/>
                </a:solidFill>
                <a:latin typeface="Times New Roman" panose="02020603050405020304" pitchFamily="18" charset="0"/>
                <a:cs typeface="Times New Roman" panose="02020603050405020304" pitchFamily="18" charset="0"/>
              </a:rPr>
              <a:t>(Part </a:t>
            </a:r>
            <a:r>
              <a:rPr lang="en-IN" b="1" err="1">
                <a:solidFill>
                  <a:schemeClr val="tx1"/>
                </a:solidFill>
                <a:latin typeface="Times New Roman" panose="02020603050405020304" pitchFamily="18" charset="0"/>
                <a:cs typeface="Times New Roman" panose="02020603050405020304" pitchFamily="18" charset="0"/>
              </a:rPr>
              <a:t>Disb</a:t>
            </a:r>
            <a:r>
              <a:rPr lang="en-IN" b="1">
                <a:solidFill>
                  <a:schemeClr val="tx1"/>
                </a:solidFill>
                <a:latin typeface="Times New Roman" panose="02020603050405020304" pitchFamily="18" charset="0"/>
                <a:cs typeface="Times New Roman" panose="02020603050405020304" pitchFamily="18" charset="0"/>
              </a:rPr>
              <a:t>)</a:t>
            </a:r>
          </a:p>
          <a:p>
            <a:pPr algn="ctr"/>
            <a:endParaRPr lang="en-IN">
              <a:latin typeface="Times New Roman" panose="02020603050405020304" pitchFamily="18" charset="0"/>
              <a:cs typeface="Times New Roman" panose="02020603050405020304" pitchFamily="18" charset="0"/>
            </a:endParaRPr>
          </a:p>
        </p:txBody>
      </p:sp>
      <p:cxnSp>
        <p:nvCxnSpPr>
          <p:cNvPr id="15" name="Straight Arrow Connector 14">
            <a:extLst>
              <a:ext uri="{FF2B5EF4-FFF2-40B4-BE49-F238E27FC236}">
                <a16:creationId xmlns:a16="http://schemas.microsoft.com/office/drawing/2014/main" id="{1E5BF515-F6EC-198A-8B7A-8AACA89B3FC1}"/>
              </a:ext>
            </a:extLst>
          </p:cNvPr>
          <p:cNvCxnSpPr>
            <a:cxnSpLocks/>
            <a:stCxn id="50" idx="2"/>
          </p:cNvCxnSpPr>
          <p:nvPr/>
        </p:nvCxnSpPr>
        <p:spPr>
          <a:xfrm flipH="1">
            <a:off x="5463289" y="4490294"/>
            <a:ext cx="708221" cy="32308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5744A4BE-CCD6-71D6-2B6D-078BDC7A894B}"/>
              </a:ext>
            </a:extLst>
          </p:cNvPr>
          <p:cNvCxnSpPr>
            <a:cxnSpLocks/>
            <a:stCxn id="50" idx="2"/>
          </p:cNvCxnSpPr>
          <p:nvPr/>
        </p:nvCxnSpPr>
        <p:spPr>
          <a:xfrm>
            <a:off x="6171510" y="4490294"/>
            <a:ext cx="554642" cy="4083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68BA906-0879-64C7-D4CE-1FEFC1691384}"/>
              </a:ext>
            </a:extLst>
          </p:cNvPr>
          <p:cNvSpPr txBox="1"/>
          <p:nvPr/>
        </p:nvSpPr>
        <p:spPr>
          <a:xfrm>
            <a:off x="111227" y="16254"/>
            <a:ext cx="131799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JULY OUTLOOK</a:t>
            </a:r>
            <a:endParaRPr sz="1100" b="0">
              <a:solidFill>
                <a:srgbClr val="2D2D2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59577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9051A-C6B6-880A-79EA-F99DEE60209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F1236D7-5F7E-592B-4EDC-6D2A9A9F6D1F}"/>
              </a:ext>
            </a:extLst>
          </p:cNvPr>
          <p:cNvSpPr/>
          <p:nvPr/>
        </p:nvSpPr>
        <p:spPr>
          <a:xfrm>
            <a:off x="111227" y="474133"/>
            <a:ext cx="11772900" cy="8859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400" b="1">
                <a:solidFill>
                  <a:schemeClr val="tx1"/>
                </a:solidFill>
                <a:latin typeface="Times New Roman" panose="02020603050405020304" pitchFamily="18" charset="0"/>
                <a:cs typeface="Times New Roman" panose="02020603050405020304" pitchFamily="18" charset="0"/>
                <a:hlinkClick r:id="" action="ppaction://customshow?id=7&amp;return=true"/>
              </a:rPr>
              <a:t>One approval could unlock 56% of August's currently non-collectable amount</a:t>
            </a:r>
            <a:r>
              <a:rPr lang="en-US" sz="2400" b="1">
                <a:solidFill>
                  <a:schemeClr val="tx1"/>
                </a:solidFill>
                <a:latin typeface="Times New Roman" panose="02020603050405020304" pitchFamily="18" charset="0"/>
                <a:cs typeface="Times New Roman" panose="02020603050405020304" pitchFamily="18" charset="0"/>
              </a:rPr>
              <a:t> (9.06 Cr)</a:t>
            </a:r>
          </a:p>
        </p:txBody>
      </p:sp>
      <p:sp>
        <p:nvSpPr>
          <p:cNvPr id="6" name="Rounded Rectangle 24">
            <a:extLst>
              <a:ext uri="{FF2B5EF4-FFF2-40B4-BE49-F238E27FC236}">
                <a16:creationId xmlns:a16="http://schemas.microsoft.com/office/drawing/2014/main" id="{0B0AEDAF-E488-A38B-7516-B9BE947BF780}"/>
              </a:ext>
            </a:extLst>
          </p:cNvPr>
          <p:cNvSpPr/>
          <p:nvPr/>
        </p:nvSpPr>
        <p:spPr>
          <a:xfrm>
            <a:off x="7510369" y="1440819"/>
            <a:ext cx="3931920" cy="4160520"/>
          </a:xfrm>
          <a:prstGeom prst="roundRect">
            <a:avLst/>
          </a:prstGeom>
          <a:solidFill>
            <a:srgbClr val="2B2B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lt1"/>
              </a:solidFill>
            </a:endParaRPr>
          </a:p>
        </p:txBody>
      </p:sp>
      <p:sp>
        <p:nvSpPr>
          <p:cNvPr id="8" name="TextBox 7">
            <a:extLst>
              <a:ext uri="{FF2B5EF4-FFF2-40B4-BE49-F238E27FC236}">
                <a16:creationId xmlns:a16="http://schemas.microsoft.com/office/drawing/2014/main" id="{0EC1080C-1E33-5380-2794-CC6A418FDD94}"/>
              </a:ext>
            </a:extLst>
          </p:cNvPr>
          <p:cNvSpPr txBox="1"/>
          <p:nvPr/>
        </p:nvSpPr>
        <p:spPr>
          <a:xfrm>
            <a:off x="7824019" y="2626022"/>
            <a:ext cx="3155031" cy="660650"/>
          </a:xfrm>
          <a:prstGeom prst="rect">
            <a:avLst/>
          </a:prstGeom>
          <a:noFill/>
        </p:spPr>
        <p:txBody>
          <a:bodyPr wrap="none" anchor="ctr">
            <a:norm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3200" b="1" i="0" u="none" strike="noStrike" kern="0" cap="none" spc="0" normalizeH="0" baseline="0" noProof="0">
                <a:ln>
                  <a:noFill/>
                </a:ln>
                <a:solidFill>
                  <a:srgbClr val="FFFFFF"/>
                </a:solidFill>
                <a:effectLst/>
                <a:uLnTx/>
                <a:uFillTx/>
              </a:rPr>
              <a:t>Rs 4.95 </a:t>
            </a:r>
            <a:r>
              <a:rPr lang="en-IN" sz="3200" b="1" kern="0">
                <a:solidFill>
                  <a:srgbClr val="FFFFFF"/>
                </a:solidFill>
              </a:rPr>
              <a:t>C</a:t>
            </a:r>
            <a:r>
              <a:rPr kumimoji="0" lang="en-IN" sz="3200" b="1" i="0" u="none" strike="noStrike" kern="0" cap="none" spc="0" normalizeH="0" baseline="0" noProof="0">
                <a:ln>
                  <a:noFill/>
                </a:ln>
                <a:solidFill>
                  <a:srgbClr val="FFFFFF"/>
                </a:solidFill>
                <a:effectLst/>
                <a:uLnTx/>
                <a:uFillTx/>
              </a:rPr>
              <a:t>r (56%)</a:t>
            </a:r>
            <a:endParaRPr kumimoji="0" sz="3200" b="1" i="0" u="none" strike="noStrike" kern="0" cap="none" spc="0" normalizeH="0" baseline="0" noProof="0">
              <a:ln>
                <a:noFill/>
              </a:ln>
              <a:solidFill>
                <a:srgbClr val="FFFFFF"/>
              </a:solidFill>
              <a:effectLst/>
              <a:uLnTx/>
              <a:uFillTx/>
            </a:endParaRPr>
          </a:p>
        </p:txBody>
      </p:sp>
      <p:sp>
        <p:nvSpPr>
          <p:cNvPr id="10" name="TextBox 9">
            <a:extLst>
              <a:ext uri="{FF2B5EF4-FFF2-40B4-BE49-F238E27FC236}">
                <a16:creationId xmlns:a16="http://schemas.microsoft.com/office/drawing/2014/main" id="{EF4728CB-BB6F-050A-C77A-9577E9BD8CF4}"/>
              </a:ext>
            </a:extLst>
          </p:cNvPr>
          <p:cNvSpPr txBox="1"/>
          <p:nvPr/>
        </p:nvSpPr>
        <p:spPr>
          <a:xfrm>
            <a:off x="7915811" y="3314104"/>
            <a:ext cx="3063239" cy="892552"/>
          </a:xfrm>
          <a:prstGeom prst="rect">
            <a:avLst/>
          </a:prstGeom>
          <a:noFill/>
        </p:spPr>
        <p:txBody>
          <a:bodyPr wrap="squar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300" b="1" i="0" u="none" strike="noStrike" kern="0" cap="none" spc="0" normalizeH="0" baseline="0" noProof="0">
                <a:ln>
                  <a:noFill/>
                </a:ln>
                <a:solidFill>
                  <a:srgbClr val="FFFFFF"/>
                </a:solidFill>
                <a:effectLst/>
                <a:uLnTx/>
                <a:uFillTx/>
              </a:rPr>
              <a:t>Utopia + Orchid , both are blocked by same issue:</a:t>
            </a:r>
            <a:br>
              <a:rPr kumimoji="0" lang="en-IN" sz="1300" b="1" i="0" u="none" strike="noStrike" kern="0" cap="none" spc="0" normalizeH="0" baseline="0" noProof="0">
                <a:ln>
                  <a:noFill/>
                </a:ln>
                <a:solidFill>
                  <a:srgbClr val="FFFFFF"/>
                </a:solidFill>
                <a:effectLst/>
                <a:uLnTx/>
                <a:uFillTx/>
              </a:rPr>
            </a:br>
            <a:endParaRPr kumimoji="0" lang="en-IN" sz="1300" b="1" i="0" u="none" strike="noStrike" kern="0" cap="none" spc="0" normalizeH="0" baseline="0" noProof="0">
              <a:ln>
                <a:noFill/>
              </a:ln>
              <a:solidFill>
                <a:srgbClr val="FFFFFF"/>
              </a:solidFill>
              <a:effectLst/>
              <a:uLnTx/>
              <a:uFillTx/>
            </a:endParaRPr>
          </a:p>
          <a:p>
            <a:pPr marL="285750" marR="0" lvl="0" indent="-285750" defTabSz="45720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300" b="1" kern="0">
                <a:solidFill>
                  <a:srgbClr val="FFFFFF"/>
                </a:solidFill>
              </a:rPr>
              <a:t>Amendment plan awaited.</a:t>
            </a:r>
            <a:endParaRPr kumimoji="0" sz="1300" b="1" i="0" u="none" strike="noStrike" kern="0" cap="none" spc="0" normalizeH="0" baseline="0" noProof="0">
              <a:ln>
                <a:noFill/>
              </a:ln>
              <a:solidFill>
                <a:srgbClr val="FFFFFF"/>
              </a:solidFill>
              <a:effectLst/>
              <a:uLnTx/>
              <a:uFillTx/>
            </a:endParaRPr>
          </a:p>
        </p:txBody>
      </p:sp>
      <p:graphicFrame>
        <p:nvGraphicFramePr>
          <p:cNvPr id="2" name="Chart 1">
            <a:extLst>
              <a:ext uri="{FF2B5EF4-FFF2-40B4-BE49-F238E27FC236}">
                <a16:creationId xmlns:a16="http://schemas.microsoft.com/office/drawing/2014/main" id="{F8495CDF-C0A1-ADD2-86F0-B6839929A704}"/>
              </a:ext>
            </a:extLst>
          </p:cNvPr>
          <p:cNvGraphicFramePr>
            <a:graphicFrameLocks/>
          </p:cNvGraphicFramePr>
          <p:nvPr>
            <p:extLst>
              <p:ext uri="{D42A27DB-BD31-4B8C-83A1-F6EECF244321}">
                <p14:modId xmlns:p14="http://schemas.microsoft.com/office/powerpoint/2010/main" val="2202644847"/>
              </p:ext>
            </p:extLst>
          </p:nvPr>
        </p:nvGraphicFramePr>
        <p:xfrm>
          <a:off x="130893" y="1346201"/>
          <a:ext cx="7006508" cy="4326466"/>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187D409F-9E9C-EA2A-CF91-11C5B8848B8B}"/>
              </a:ext>
            </a:extLst>
          </p:cNvPr>
          <p:cNvSpPr txBox="1"/>
          <p:nvPr/>
        </p:nvSpPr>
        <p:spPr>
          <a:xfrm>
            <a:off x="111227" y="224096"/>
            <a:ext cx="2146229" cy="338554"/>
          </a:xfrm>
          <a:prstGeom prst="rect">
            <a:avLst/>
          </a:prstGeom>
          <a:noFill/>
        </p:spPr>
        <p:txBody>
          <a:bodyPr wrap="none" anchor="ctr">
            <a:spAutoFit/>
          </a:bodyPr>
          <a:lstStyle/>
          <a:p>
            <a:r>
              <a:rPr lang="en-IN" sz="1600" b="1">
                <a:solidFill>
                  <a:srgbClr val="820A1C"/>
                </a:solidFill>
                <a:latin typeface="Times New Roman" panose="02020603050405020304" pitchFamily="18" charset="0"/>
                <a:cs typeface="Times New Roman" panose="02020603050405020304" pitchFamily="18" charset="0"/>
              </a:rPr>
              <a:t>AUGUST OUTLOOK</a:t>
            </a:r>
            <a:endParaRPr lang="en-IN" sz="1600" b="0">
              <a:solidFill>
                <a:srgbClr val="2D2D2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7235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6E578-6B47-27E5-043D-0AB05D6377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539FCF-BC69-F580-4F69-2AE6D78A95B7}"/>
              </a:ext>
            </a:extLst>
          </p:cNvPr>
          <p:cNvSpPr txBox="1"/>
          <p:nvPr/>
        </p:nvSpPr>
        <p:spPr>
          <a:xfrm>
            <a:off x="111227" y="16254"/>
            <a:ext cx="153760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AUGUST OUTLOOK</a:t>
            </a:r>
            <a:endParaRPr sz="1100" b="0">
              <a:solidFill>
                <a:srgbClr val="2D2D2D"/>
              </a:solidFill>
              <a:latin typeface="Times New Roman" panose="02020603050405020304" pitchFamily="18" charset="0"/>
              <a:cs typeface="Times New Roman" panose="02020603050405020304" pitchFamily="18" charset="0"/>
            </a:endParaRPr>
          </a:p>
        </p:txBody>
      </p:sp>
      <p:sp>
        <p:nvSpPr>
          <p:cNvPr id="4" name="Rounded Rectangle 5">
            <a:extLst>
              <a:ext uri="{FF2B5EF4-FFF2-40B4-BE49-F238E27FC236}">
                <a16:creationId xmlns:a16="http://schemas.microsoft.com/office/drawing/2014/main" id="{84CDE6CA-7732-927E-C589-97BF37DFE2C6}"/>
              </a:ext>
            </a:extLst>
          </p:cNvPr>
          <p:cNvSpPr/>
          <p:nvPr/>
        </p:nvSpPr>
        <p:spPr>
          <a:xfrm>
            <a:off x="394765" y="1263839"/>
            <a:ext cx="7452360" cy="45262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9D61E76-A8E7-4981-65F1-3B9616737DAF}"/>
              </a:ext>
            </a:extLst>
          </p:cNvPr>
          <p:cNvSpPr txBox="1"/>
          <p:nvPr/>
        </p:nvSpPr>
        <p:spPr>
          <a:xfrm>
            <a:off x="641653" y="1454524"/>
            <a:ext cx="2845202" cy="276999"/>
          </a:xfrm>
          <a:prstGeom prst="rect">
            <a:avLst/>
          </a:prstGeom>
          <a:noFill/>
        </p:spPr>
        <p:txBody>
          <a:bodyPr wrap="none" anchor="ctr">
            <a:spAutoFit/>
          </a:bodyPr>
          <a:lstStyle/>
          <a:p>
            <a:pPr algn="l"/>
            <a:r>
              <a:rPr sz="1200" b="1">
                <a:solidFill>
                  <a:srgbClr val="820A1C"/>
                </a:solidFill>
                <a:latin typeface="Times New Roman" panose="02020603050405020304" pitchFamily="18" charset="0"/>
                <a:cs typeface="Times New Roman" panose="02020603050405020304" pitchFamily="18" charset="0"/>
              </a:rPr>
              <a:t>WHERE THE ₹39.11 Cr TARGET SITS</a:t>
            </a:r>
          </a:p>
        </p:txBody>
      </p:sp>
      <p:sp>
        <p:nvSpPr>
          <p:cNvPr id="9" name="TextBox 8">
            <a:extLst>
              <a:ext uri="{FF2B5EF4-FFF2-40B4-BE49-F238E27FC236}">
                <a16:creationId xmlns:a16="http://schemas.microsoft.com/office/drawing/2014/main" id="{092FDEC1-54DC-2164-EC0F-ADFC5D846F02}"/>
              </a:ext>
            </a:extLst>
          </p:cNvPr>
          <p:cNvSpPr txBox="1"/>
          <p:nvPr/>
        </p:nvSpPr>
        <p:spPr>
          <a:xfrm>
            <a:off x="669085" y="1982702"/>
            <a:ext cx="484428" cy="253916"/>
          </a:xfrm>
          <a:prstGeom prst="rect">
            <a:avLst/>
          </a:prstGeom>
          <a:noFill/>
        </p:spPr>
        <p:txBody>
          <a:bodyPr wrap="none" anchor="ctr">
            <a:spAutoFit/>
          </a:bodyPr>
          <a:lstStyle/>
          <a:p>
            <a:pPr algn="l"/>
            <a:r>
              <a:rPr sz="1050" b="1">
                <a:solidFill>
                  <a:srgbClr val="2D2D2D"/>
                </a:solidFill>
                <a:latin typeface="Times New Roman" panose="02020603050405020304" pitchFamily="18" charset="0"/>
                <a:cs typeface="Times New Roman" panose="02020603050405020304" pitchFamily="18" charset="0"/>
              </a:rPr>
              <a:t>Vista</a:t>
            </a:r>
          </a:p>
        </p:txBody>
      </p:sp>
      <p:sp>
        <p:nvSpPr>
          <p:cNvPr id="11" name="Rectangle 10">
            <a:extLst>
              <a:ext uri="{FF2B5EF4-FFF2-40B4-BE49-F238E27FC236}">
                <a16:creationId xmlns:a16="http://schemas.microsoft.com/office/drawing/2014/main" id="{950F9848-C551-FA37-8047-FF1DA1C266B1}"/>
              </a:ext>
            </a:extLst>
          </p:cNvPr>
          <p:cNvSpPr/>
          <p:nvPr/>
        </p:nvSpPr>
        <p:spPr>
          <a:xfrm>
            <a:off x="1766364" y="2018219"/>
            <a:ext cx="4526280" cy="246888"/>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DFF790D2-33A6-379E-4933-B0E242C72C48}"/>
              </a:ext>
            </a:extLst>
          </p:cNvPr>
          <p:cNvSpPr/>
          <p:nvPr/>
        </p:nvSpPr>
        <p:spPr>
          <a:xfrm>
            <a:off x="1766364" y="2018219"/>
            <a:ext cx="4526280" cy="246888"/>
          </a:xfrm>
          <a:prstGeom prst="rect">
            <a:avLst/>
          </a:prstGeom>
          <a:solidFill>
            <a:srgbClr val="820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589D59A7-AB9F-82DC-0787-6A080E89D209}"/>
              </a:ext>
            </a:extLst>
          </p:cNvPr>
          <p:cNvSpPr txBox="1"/>
          <p:nvPr/>
        </p:nvSpPr>
        <p:spPr>
          <a:xfrm>
            <a:off x="6532557" y="1986549"/>
            <a:ext cx="537328" cy="246221"/>
          </a:xfrm>
          <a:prstGeom prst="rect">
            <a:avLst/>
          </a:prstGeom>
          <a:noFill/>
        </p:spPr>
        <p:txBody>
          <a:bodyPr wrap="none" anchor="ctr">
            <a:spAutoFit/>
          </a:bodyPr>
          <a:lstStyle/>
          <a:p>
            <a:pPr algn="r"/>
            <a:r>
              <a:rPr sz="1000" b="1">
                <a:solidFill>
                  <a:srgbClr val="2D2D2D"/>
                </a:solidFill>
                <a:latin typeface="Times New Roman" panose="02020603050405020304" pitchFamily="18" charset="0"/>
                <a:cs typeface="Times New Roman" panose="02020603050405020304" pitchFamily="18" charset="0"/>
              </a:rPr>
              <a:t>₹15.57</a:t>
            </a:r>
          </a:p>
        </p:txBody>
      </p:sp>
      <p:sp>
        <p:nvSpPr>
          <p:cNvPr id="17" name="TextBox 16">
            <a:extLst>
              <a:ext uri="{FF2B5EF4-FFF2-40B4-BE49-F238E27FC236}">
                <a16:creationId xmlns:a16="http://schemas.microsoft.com/office/drawing/2014/main" id="{011BAC6B-E063-8B62-EE08-89BE9812F6D8}"/>
              </a:ext>
            </a:extLst>
          </p:cNvPr>
          <p:cNvSpPr txBox="1"/>
          <p:nvPr/>
        </p:nvSpPr>
        <p:spPr>
          <a:xfrm>
            <a:off x="7131659" y="1986549"/>
            <a:ext cx="441146" cy="246221"/>
          </a:xfrm>
          <a:prstGeom prst="rect">
            <a:avLst/>
          </a:prstGeom>
          <a:noFill/>
        </p:spPr>
        <p:txBody>
          <a:bodyPr wrap="none" anchor="ctr">
            <a:spAutoFit/>
          </a:bodyPr>
          <a:lstStyle/>
          <a:p>
            <a:pPr algn="r"/>
            <a:r>
              <a:rPr sz="1000" b="1">
                <a:solidFill>
                  <a:srgbClr val="820A1C"/>
                </a:solidFill>
                <a:latin typeface="Times New Roman" panose="02020603050405020304" pitchFamily="18" charset="0"/>
                <a:cs typeface="Times New Roman" panose="02020603050405020304" pitchFamily="18" charset="0"/>
              </a:rPr>
              <a:t>40%</a:t>
            </a:r>
          </a:p>
        </p:txBody>
      </p:sp>
      <p:sp>
        <p:nvSpPr>
          <p:cNvPr id="19" name="TextBox 18">
            <a:extLst>
              <a:ext uri="{FF2B5EF4-FFF2-40B4-BE49-F238E27FC236}">
                <a16:creationId xmlns:a16="http://schemas.microsoft.com/office/drawing/2014/main" id="{7871ED80-61B4-F214-48B6-4681A9446ECF}"/>
              </a:ext>
            </a:extLst>
          </p:cNvPr>
          <p:cNvSpPr txBox="1"/>
          <p:nvPr/>
        </p:nvSpPr>
        <p:spPr>
          <a:xfrm>
            <a:off x="669085" y="2439902"/>
            <a:ext cx="612668" cy="253916"/>
          </a:xfrm>
          <a:prstGeom prst="rect">
            <a:avLst/>
          </a:prstGeom>
          <a:noFill/>
        </p:spPr>
        <p:txBody>
          <a:bodyPr wrap="none" anchor="ctr">
            <a:spAutoFit/>
          </a:bodyPr>
          <a:lstStyle/>
          <a:p>
            <a:pPr algn="l"/>
            <a:r>
              <a:rPr sz="1050" b="1">
                <a:solidFill>
                  <a:srgbClr val="2D2D2D"/>
                </a:solidFill>
                <a:latin typeface="Times New Roman" panose="02020603050405020304" pitchFamily="18" charset="0"/>
                <a:cs typeface="Times New Roman" panose="02020603050405020304" pitchFamily="18" charset="0"/>
              </a:rPr>
              <a:t>Ananta</a:t>
            </a:r>
          </a:p>
        </p:txBody>
      </p:sp>
      <p:sp>
        <p:nvSpPr>
          <p:cNvPr id="21" name="Rectangle 20">
            <a:extLst>
              <a:ext uri="{FF2B5EF4-FFF2-40B4-BE49-F238E27FC236}">
                <a16:creationId xmlns:a16="http://schemas.microsoft.com/office/drawing/2014/main" id="{8893F2DB-221D-188B-38B9-D51D9183BB9D}"/>
              </a:ext>
            </a:extLst>
          </p:cNvPr>
          <p:cNvSpPr/>
          <p:nvPr/>
        </p:nvSpPr>
        <p:spPr>
          <a:xfrm>
            <a:off x="1766364" y="2475419"/>
            <a:ext cx="4526280" cy="246888"/>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BEFD2994-4525-48D0-55B4-55E2F1B4249D}"/>
              </a:ext>
            </a:extLst>
          </p:cNvPr>
          <p:cNvSpPr/>
          <p:nvPr/>
        </p:nvSpPr>
        <p:spPr>
          <a:xfrm>
            <a:off x="1766364" y="2475419"/>
            <a:ext cx="2282035" cy="246888"/>
          </a:xfrm>
          <a:prstGeom prst="rect">
            <a:avLst/>
          </a:prstGeom>
          <a:solidFill>
            <a:srgbClr val="820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43BC1BB1-6123-BF31-25D4-B86B0255FED4}"/>
              </a:ext>
            </a:extLst>
          </p:cNvPr>
          <p:cNvSpPr txBox="1"/>
          <p:nvPr/>
        </p:nvSpPr>
        <p:spPr>
          <a:xfrm>
            <a:off x="6596679" y="2443749"/>
            <a:ext cx="473206" cy="246221"/>
          </a:xfrm>
          <a:prstGeom prst="rect">
            <a:avLst/>
          </a:prstGeom>
          <a:noFill/>
        </p:spPr>
        <p:txBody>
          <a:bodyPr wrap="none" anchor="ctr">
            <a:spAutoFit/>
          </a:bodyPr>
          <a:lstStyle/>
          <a:p>
            <a:pPr algn="r"/>
            <a:r>
              <a:rPr sz="1000" b="1">
                <a:solidFill>
                  <a:srgbClr val="2D2D2D"/>
                </a:solidFill>
                <a:latin typeface="Times New Roman" panose="02020603050405020304" pitchFamily="18" charset="0"/>
                <a:cs typeface="Times New Roman" panose="02020603050405020304" pitchFamily="18" charset="0"/>
              </a:rPr>
              <a:t>₹7.85</a:t>
            </a:r>
          </a:p>
        </p:txBody>
      </p:sp>
      <p:sp>
        <p:nvSpPr>
          <p:cNvPr id="27" name="TextBox 26">
            <a:extLst>
              <a:ext uri="{FF2B5EF4-FFF2-40B4-BE49-F238E27FC236}">
                <a16:creationId xmlns:a16="http://schemas.microsoft.com/office/drawing/2014/main" id="{CC5CCDEC-58A6-5CCF-ABEF-D377736A0B35}"/>
              </a:ext>
            </a:extLst>
          </p:cNvPr>
          <p:cNvSpPr txBox="1"/>
          <p:nvPr/>
        </p:nvSpPr>
        <p:spPr>
          <a:xfrm>
            <a:off x="7131659" y="2443749"/>
            <a:ext cx="441146" cy="246221"/>
          </a:xfrm>
          <a:prstGeom prst="rect">
            <a:avLst/>
          </a:prstGeom>
          <a:noFill/>
        </p:spPr>
        <p:txBody>
          <a:bodyPr wrap="none" anchor="ctr">
            <a:spAutoFit/>
          </a:bodyPr>
          <a:lstStyle/>
          <a:p>
            <a:pPr algn="r"/>
            <a:r>
              <a:rPr sz="1000" b="1">
                <a:solidFill>
                  <a:srgbClr val="820A1C"/>
                </a:solidFill>
                <a:latin typeface="Times New Roman" panose="02020603050405020304" pitchFamily="18" charset="0"/>
                <a:cs typeface="Times New Roman" panose="02020603050405020304" pitchFamily="18" charset="0"/>
              </a:rPr>
              <a:t>20%</a:t>
            </a:r>
          </a:p>
        </p:txBody>
      </p:sp>
      <p:sp>
        <p:nvSpPr>
          <p:cNvPr id="29" name="TextBox 28">
            <a:extLst>
              <a:ext uri="{FF2B5EF4-FFF2-40B4-BE49-F238E27FC236}">
                <a16:creationId xmlns:a16="http://schemas.microsoft.com/office/drawing/2014/main" id="{B4A033E4-B8DC-A4B1-87E4-B05880E1CA6F}"/>
              </a:ext>
            </a:extLst>
          </p:cNvPr>
          <p:cNvSpPr txBox="1"/>
          <p:nvPr/>
        </p:nvSpPr>
        <p:spPr>
          <a:xfrm>
            <a:off x="669085" y="2897102"/>
            <a:ext cx="619080" cy="253916"/>
          </a:xfrm>
          <a:prstGeom prst="rect">
            <a:avLst/>
          </a:prstGeom>
          <a:noFill/>
        </p:spPr>
        <p:txBody>
          <a:bodyPr wrap="none" anchor="ctr">
            <a:spAutoFit/>
          </a:bodyPr>
          <a:lstStyle/>
          <a:p>
            <a:pPr algn="l"/>
            <a:r>
              <a:rPr sz="1050" b="1">
                <a:solidFill>
                  <a:srgbClr val="2D2D2D"/>
                </a:solidFill>
                <a:latin typeface="Times New Roman" panose="02020603050405020304" pitchFamily="18" charset="0"/>
                <a:cs typeface="Times New Roman" panose="02020603050405020304" pitchFamily="18" charset="0"/>
              </a:rPr>
              <a:t>Avenue</a:t>
            </a:r>
          </a:p>
        </p:txBody>
      </p:sp>
      <p:sp>
        <p:nvSpPr>
          <p:cNvPr id="31" name="Rectangle 30">
            <a:extLst>
              <a:ext uri="{FF2B5EF4-FFF2-40B4-BE49-F238E27FC236}">
                <a16:creationId xmlns:a16="http://schemas.microsoft.com/office/drawing/2014/main" id="{062FF9B1-1C0D-3390-45EB-88ACDC1A813E}"/>
              </a:ext>
            </a:extLst>
          </p:cNvPr>
          <p:cNvSpPr/>
          <p:nvPr/>
        </p:nvSpPr>
        <p:spPr>
          <a:xfrm>
            <a:off x="1766364" y="2932619"/>
            <a:ext cx="4526280" cy="246888"/>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33" name="Rectangle 32">
            <a:extLst>
              <a:ext uri="{FF2B5EF4-FFF2-40B4-BE49-F238E27FC236}">
                <a16:creationId xmlns:a16="http://schemas.microsoft.com/office/drawing/2014/main" id="{39DAAAA2-D144-8029-E370-0E6595B726B0}"/>
              </a:ext>
            </a:extLst>
          </p:cNvPr>
          <p:cNvSpPr/>
          <p:nvPr/>
        </p:nvSpPr>
        <p:spPr>
          <a:xfrm>
            <a:off x="1766364" y="2932619"/>
            <a:ext cx="1872141" cy="246888"/>
          </a:xfrm>
          <a:prstGeom prst="rect">
            <a:avLst/>
          </a:prstGeom>
          <a:solidFill>
            <a:srgbClr val="820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DA8B7BC8-C558-C327-06E9-5105EF47783A}"/>
              </a:ext>
            </a:extLst>
          </p:cNvPr>
          <p:cNvSpPr txBox="1"/>
          <p:nvPr/>
        </p:nvSpPr>
        <p:spPr>
          <a:xfrm>
            <a:off x="6596679" y="2900949"/>
            <a:ext cx="473206" cy="246221"/>
          </a:xfrm>
          <a:prstGeom prst="rect">
            <a:avLst/>
          </a:prstGeom>
          <a:noFill/>
        </p:spPr>
        <p:txBody>
          <a:bodyPr wrap="none" anchor="ctr">
            <a:spAutoFit/>
          </a:bodyPr>
          <a:lstStyle/>
          <a:p>
            <a:pPr algn="r"/>
            <a:r>
              <a:rPr sz="1000" b="1">
                <a:solidFill>
                  <a:srgbClr val="2D2D2D"/>
                </a:solidFill>
                <a:latin typeface="Times New Roman" panose="02020603050405020304" pitchFamily="18" charset="0"/>
                <a:cs typeface="Times New Roman" panose="02020603050405020304" pitchFamily="18" charset="0"/>
              </a:rPr>
              <a:t>₹6.44</a:t>
            </a:r>
          </a:p>
        </p:txBody>
      </p:sp>
      <p:sp>
        <p:nvSpPr>
          <p:cNvPr id="37" name="TextBox 36">
            <a:extLst>
              <a:ext uri="{FF2B5EF4-FFF2-40B4-BE49-F238E27FC236}">
                <a16:creationId xmlns:a16="http://schemas.microsoft.com/office/drawing/2014/main" id="{195FDAE2-A430-0BA0-38E8-513D81ECCAAD}"/>
              </a:ext>
            </a:extLst>
          </p:cNvPr>
          <p:cNvSpPr txBox="1"/>
          <p:nvPr/>
        </p:nvSpPr>
        <p:spPr>
          <a:xfrm>
            <a:off x="7131659" y="2900949"/>
            <a:ext cx="441146" cy="246221"/>
          </a:xfrm>
          <a:prstGeom prst="rect">
            <a:avLst/>
          </a:prstGeom>
          <a:noFill/>
        </p:spPr>
        <p:txBody>
          <a:bodyPr wrap="none" anchor="ctr">
            <a:spAutoFit/>
          </a:bodyPr>
          <a:lstStyle/>
          <a:p>
            <a:pPr algn="r"/>
            <a:r>
              <a:rPr sz="1000" b="1">
                <a:solidFill>
                  <a:srgbClr val="820A1C"/>
                </a:solidFill>
                <a:latin typeface="Times New Roman" panose="02020603050405020304" pitchFamily="18" charset="0"/>
                <a:cs typeface="Times New Roman" panose="02020603050405020304" pitchFamily="18" charset="0"/>
              </a:rPr>
              <a:t>16%</a:t>
            </a:r>
          </a:p>
        </p:txBody>
      </p:sp>
      <p:sp>
        <p:nvSpPr>
          <p:cNvPr id="39" name="TextBox 38">
            <a:extLst>
              <a:ext uri="{FF2B5EF4-FFF2-40B4-BE49-F238E27FC236}">
                <a16:creationId xmlns:a16="http://schemas.microsoft.com/office/drawing/2014/main" id="{AD7AD505-6D90-5D5B-C928-32439C75D1CA}"/>
              </a:ext>
            </a:extLst>
          </p:cNvPr>
          <p:cNvSpPr txBox="1"/>
          <p:nvPr/>
        </p:nvSpPr>
        <p:spPr>
          <a:xfrm>
            <a:off x="669085" y="3354302"/>
            <a:ext cx="587020" cy="253916"/>
          </a:xfrm>
          <a:prstGeom prst="rect">
            <a:avLst/>
          </a:prstGeom>
          <a:noFill/>
        </p:spPr>
        <p:txBody>
          <a:bodyPr wrap="none" anchor="ctr">
            <a:spAutoFit/>
          </a:bodyPr>
          <a:lstStyle/>
          <a:p>
            <a:pPr algn="l"/>
            <a:r>
              <a:rPr sz="1050" b="1">
                <a:solidFill>
                  <a:srgbClr val="2D2D2D"/>
                </a:solidFill>
                <a:latin typeface="Times New Roman" panose="02020603050405020304" pitchFamily="18" charset="0"/>
                <a:cs typeface="Times New Roman" panose="02020603050405020304" pitchFamily="18" charset="0"/>
              </a:rPr>
              <a:t>Parijat</a:t>
            </a:r>
          </a:p>
        </p:txBody>
      </p:sp>
      <p:sp>
        <p:nvSpPr>
          <p:cNvPr id="41" name="Rectangle 40">
            <a:extLst>
              <a:ext uri="{FF2B5EF4-FFF2-40B4-BE49-F238E27FC236}">
                <a16:creationId xmlns:a16="http://schemas.microsoft.com/office/drawing/2014/main" id="{F3A3A14B-BBD5-3A0A-531F-D67BF2E10899}"/>
              </a:ext>
            </a:extLst>
          </p:cNvPr>
          <p:cNvSpPr/>
          <p:nvPr/>
        </p:nvSpPr>
        <p:spPr>
          <a:xfrm>
            <a:off x="1766364" y="3389819"/>
            <a:ext cx="4526280" cy="246888"/>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43" name="Rectangle 42">
            <a:extLst>
              <a:ext uri="{FF2B5EF4-FFF2-40B4-BE49-F238E27FC236}">
                <a16:creationId xmlns:a16="http://schemas.microsoft.com/office/drawing/2014/main" id="{0AD73E5F-2DA3-E0B0-DC78-F7FAA0A35898}"/>
              </a:ext>
            </a:extLst>
          </p:cNvPr>
          <p:cNvSpPr/>
          <p:nvPr/>
        </p:nvSpPr>
        <p:spPr>
          <a:xfrm>
            <a:off x="1766364" y="3389819"/>
            <a:ext cx="575596" cy="246888"/>
          </a:xfrm>
          <a:prstGeom prst="rect">
            <a:avLst/>
          </a:prstGeom>
          <a:solidFill>
            <a:srgbClr val="C49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656E5864-FA65-C051-F13B-0E4CFF06C91E}"/>
              </a:ext>
            </a:extLst>
          </p:cNvPr>
          <p:cNvSpPr txBox="1"/>
          <p:nvPr/>
        </p:nvSpPr>
        <p:spPr>
          <a:xfrm>
            <a:off x="6596679" y="3358149"/>
            <a:ext cx="473206" cy="246221"/>
          </a:xfrm>
          <a:prstGeom prst="rect">
            <a:avLst/>
          </a:prstGeom>
          <a:noFill/>
        </p:spPr>
        <p:txBody>
          <a:bodyPr wrap="none" anchor="ctr">
            <a:spAutoFit/>
          </a:bodyPr>
          <a:lstStyle/>
          <a:p>
            <a:pPr algn="r"/>
            <a:r>
              <a:rPr sz="1000" b="1">
                <a:solidFill>
                  <a:srgbClr val="2D2D2D"/>
                </a:solidFill>
                <a:latin typeface="Times New Roman" panose="02020603050405020304" pitchFamily="18" charset="0"/>
                <a:cs typeface="Times New Roman" panose="02020603050405020304" pitchFamily="18" charset="0"/>
              </a:rPr>
              <a:t>₹1.98</a:t>
            </a:r>
          </a:p>
        </p:txBody>
      </p:sp>
      <p:sp>
        <p:nvSpPr>
          <p:cNvPr id="47" name="TextBox 46">
            <a:extLst>
              <a:ext uri="{FF2B5EF4-FFF2-40B4-BE49-F238E27FC236}">
                <a16:creationId xmlns:a16="http://schemas.microsoft.com/office/drawing/2014/main" id="{E2D9CAB5-BDDE-B47B-43D1-800FDB7D4721}"/>
              </a:ext>
            </a:extLst>
          </p:cNvPr>
          <p:cNvSpPr txBox="1"/>
          <p:nvPr/>
        </p:nvSpPr>
        <p:spPr>
          <a:xfrm>
            <a:off x="7195779" y="3358149"/>
            <a:ext cx="377026" cy="246221"/>
          </a:xfrm>
          <a:prstGeom prst="rect">
            <a:avLst/>
          </a:prstGeom>
          <a:noFill/>
        </p:spPr>
        <p:txBody>
          <a:bodyPr wrap="none" anchor="ctr">
            <a:spAutoFit/>
          </a:bodyPr>
          <a:lstStyle/>
          <a:p>
            <a:pPr algn="r"/>
            <a:r>
              <a:rPr sz="1000" b="1">
                <a:solidFill>
                  <a:srgbClr val="696969"/>
                </a:solidFill>
                <a:latin typeface="Times New Roman" panose="02020603050405020304" pitchFamily="18" charset="0"/>
                <a:cs typeface="Times New Roman" panose="02020603050405020304" pitchFamily="18" charset="0"/>
              </a:rPr>
              <a:t>5%</a:t>
            </a:r>
          </a:p>
        </p:txBody>
      </p:sp>
      <p:sp>
        <p:nvSpPr>
          <p:cNvPr id="49" name="TextBox 48">
            <a:extLst>
              <a:ext uri="{FF2B5EF4-FFF2-40B4-BE49-F238E27FC236}">
                <a16:creationId xmlns:a16="http://schemas.microsoft.com/office/drawing/2014/main" id="{EA8A739C-5D15-9726-E43A-E3414509631C}"/>
              </a:ext>
            </a:extLst>
          </p:cNvPr>
          <p:cNvSpPr txBox="1"/>
          <p:nvPr/>
        </p:nvSpPr>
        <p:spPr>
          <a:xfrm>
            <a:off x="669085" y="3811502"/>
            <a:ext cx="595035" cy="253916"/>
          </a:xfrm>
          <a:prstGeom prst="rect">
            <a:avLst/>
          </a:prstGeom>
          <a:noFill/>
        </p:spPr>
        <p:txBody>
          <a:bodyPr wrap="none" anchor="ctr">
            <a:spAutoFit/>
          </a:bodyPr>
          <a:lstStyle/>
          <a:p>
            <a:pPr algn="l"/>
            <a:r>
              <a:rPr sz="1050" b="1">
                <a:solidFill>
                  <a:srgbClr val="2D2D2D"/>
                </a:solidFill>
                <a:latin typeface="Times New Roman" panose="02020603050405020304" pitchFamily="18" charset="0"/>
                <a:cs typeface="Times New Roman" panose="02020603050405020304" pitchFamily="18" charset="0"/>
              </a:rPr>
              <a:t>Orchid</a:t>
            </a:r>
          </a:p>
        </p:txBody>
      </p:sp>
      <p:sp>
        <p:nvSpPr>
          <p:cNvPr id="51" name="Rectangle 50">
            <a:extLst>
              <a:ext uri="{FF2B5EF4-FFF2-40B4-BE49-F238E27FC236}">
                <a16:creationId xmlns:a16="http://schemas.microsoft.com/office/drawing/2014/main" id="{5FA71133-1141-3E5A-F6B3-0557DC589041}"/>
              </a:ext>
            </a:extLst>
          </p:cNvPr>
          <p:cNvSpPr/>
          <p:nvPr/>
        </p:nvSpPr>
        <p:spPr>
          <a:xfrm>
            <a:off x="1766364" y="3847019"/>
            <a:ext cx="4526280" cy="246888"/>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53" name="Rectangle 52">
            <a:extLst>
              <a:ext uri="{FF2B5EF4-FFF2-40B4-BE49-F238E27FC236}">
                <a16:creationId xmlns:a16="http://schemas.microsoft.com/office/drawing/2014/main" id="{D6B53D77-23D6-450A-6A4E-22D6F0E19618}"/>
              </a:ext>
            </a:extLst>
          </p:cNvPr>
          <p:cNvSpPr/>
          <p:nvPr/>
        </p:nvSpPr>
        <p:spPr>
          <a:xfrm>
            <a:off x="1766364" y="3847019"/>
            <a:ext cx="369195" cy="246888"/>
          </a:xfrm>
          <a:prstGeom prst="rect">
            <a:avLst/>
          </a:prstGeom>
          <a:solidFill>
            <a:srgbClr val="C49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55" name="TextBox 54">
            <a:extLst>
              <a:ext uri="{FF2B5EF4-FFF2-40B4-BE49-F238E27FC236}">
                <a16:creationId xmlns:a16="http://schemas.microsoft.com/office/drawing/2014/main" id="{19415A7F-C654-5065-E03C-B67C082D0643}"/>
              </a:ext>
            </a:extLst>
          </p:cNvPr>
          <p:cNvSpPr txBox="1"/>
          <p:nvPr/>
        </p:nvSpPr>
        <p:spPr>
          <a:xfrm>
            <a:off x="6596679" y="3815349"/>
            <a:ext cx="473206" cy="246221"/>
          </a:xfrm>
          <a:prstGeom prst="rect">
            <a:avLst/>
          </a:prstGeom>
          <a:noFill/>
        </p:spPr>
        <p:txBody>
          <a:bodyPr wrap="none" anchor="ctr">
            <a:spAutoFit/>
          </a:bodyPr>
          <a:lstStyle/>
          <a:p>
            <a:pPr algn="r"/>
            <a:r>
              <a:rPr sz="1000" b="1">
                <a:solidFill>
                  <a:srgbClr val="2D2D2D"/>
                </a:solidFill>
                <a:latin typeface="Times New Roman" panose="02020603050405020304" pitchFamily="18" charset="0"/>
                <a:cs typeface="Times New Roman" panose="02020603050405020304" pitchFamily="18" charset="0"/>
              </a:rPr>
              <a:t>₹1.27</a:t>
            </a:r>
          </a:p>
        </p:txBody>
      </p:sp>
      <p:sp>
        <p:nvSpPr>
          <p:cNvPr id="57" name="TextBox 56">
            <a:extLst>
              <a:ext uri="{FF2B5EF4-FFF2-40B4-BE49-F238E27FC236}">
                <a16:creationId xmlns:a16="http://schemas.microsoft.com/office/drawing/2014/main" id="{6237046E-CA63-D1D9-3DC8-132CF8664141}"/>
              </a:ext>
            </a:extLst>
          </p:cNvPr>
          <p:cNvSpPr txBox="1"/>
          <p:nvPr/>
        </p:nvSpPr>
        <p:spPr>
          <a:xfrm>
            <a:off x="7195779" y="3815349"/>
            <a:ext cx="377026" cy="246221"/>
          </a:xfrm>
          <a:prstGeom prst="rect">
            <a:avLst/>
          </a:prstGeom>
          <a:noFill/>
        </p:spPr>
        <p:txBody>
          <a:bodyPr wrap="none" anchor="ctr">
            <a:spAutoFit/>
          </a:bodyPr>
          <a:lstStyle/>
          <a:p>
            <a:pPr algn="r"/>
            <a:r>
              <a:rPr sz="1000" b="1">
                <a:solidFill>
                  <a:srgbClr val="696969"/>
                </a:solidFill>
                <a:latin typeface="Times New Roman" panose="02020603050405020304" pitchFamily="18" charset="0"/>
                <a:cs typeface="Times New Roman" panose="02020603050405020304" pitchFamily="18" charset="0"/>
              </a:rPr>
              <a:t>3%</a:t>
            </a:r>
          </a:p>
        </p:txBody>
      </p:sp>
      <p:sp>
        <p:nvSpPr>
          <p:cNvPr id="59" name="TextBox 58">
            <a:extLst>
              <a:ext uri="{FF2B5EF4-FFF2-40B4-BE49-F238E27FC236}">
                <a16:creationId xmlns:a16="http://schemas.microsoft.com/office/drawing/2014/main" id="{922E9EA1-0960-4C85-8361-31C8119369D5}"/>
              </a:ext>
            </a:extLst>
          </p:cNvPr>
          <p:cNvSpPr txBox="1"/>
          <p:nvPr/>
        </p:nvSpPr>
        <p:spPr>
          <a:xfrm>
            <a:off x="669085" y="4268702"/>
            <a:ext cx="639919" cy="253916"/>
          </a:xfrm>
          <a:prstGeom prst="rect">
            <a:avLst/>
          </a:prstGeom>
          <a:noFill/>
        </p:spPr>
        <p:txBody>
          <a:bodyPr wrap="none" anchor="ctr">
            <a:spAutoFit/>
          </a:bodyPr>
          <a:lstStyle/>
          <a:p>
            <a:pPr algn="l"/>
            <a:r>
              <a:rPr sz="1050" b="1">
                <a:solidFill>
                  <a:srgbClr val="2D2D2D"/>
                </a:solidFill>
                <a:latin typeface="Times New Roman" panose="02020603050405020304" pitchFamily="18" charset="0"/>
                <a:cs typeface="Times New Roman" panose="02020603050405020304" pitchFamily="18" charset="0"/>
              </a:rPr>
              <a:t>Enclave</a:t>
            </a:r>
          </a:p>
        </p:txBody>
      </p:sp>
      <p:sp>
        <p:nvSpPr>
          <p:cNvPr id="61" name="Rectangle 60">
            <a:extLst>
              <a:ext uri="{FF2B5EF4-FFF2-40B4-BE49-F238E27FC236}">
                <a16:creationId xmlns:a16="http://schemas.microsoft.com/office/drawing/2014/main" id="{80B90B33-DBDC-D0C6-4328-FFBE39A23A06}"/>
              </a:ext>
            </a:extLst>
          </p:cNvPr>
          <p:cNvSpPr/>
          <p:nvPr/>
        </p:nvSpPr>
        <p:spPr>
          <a:xfrm>
            <a:off x="1766364" y="4304219"/>
            <a:ext cx="4526280" cy="246888"/>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63" name="Rectangle 62">
            <a:extLst>
              <a:ext uri="{FF2B5EF4-FFF2-40B4-BE49-F238E27FC236}">
                <a16:creationId xmlns:a16="http://schemas.microsoft.com/office/drawing/2014/main" id="{C1372B5C-7D32-E1FC-A095-01442F038401}"/>
              </a:ext>
            </a:extLst>
          </p:cNvPr>
          <p:cNvSpPr/>
          <p:nvPr/>
        </p:nvSpPr>
        <p:spPr>
          <a:xfrm>
            <a:off x="1766364" y="4304219"/>
            <a:ext cx="316868" cy="246888"/>
          </a:xfrm>
          <a:prstGeom prst="rect">
            <a:avLst/>
          </a:prstGeom>
          <a:solidFill>
            <a:srgbClr val="C49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65" name="TextBox 64">
            <a:extLst>
              <a:ext uri="{FF2B5EF4-FFF2-40B4-BE49-F238E27FC236}">
                <a16:creationId xmlns:a16="http://schemas.microsoft.com/office/drawing/2014/main" id="{6B4FB723-DDDC-5624-52DF-224DDAAC2156}"/>
              </a:ext>
            </a:extLst>
          </p:cNvPr>
          <p:cNvSpPr txBox="1"/>
          <p:nvPr/>
        </p:nvSpPr>
        <p:spPr>
          <a:xfrm>
            <a:off x="6596679" y="4272549"/>
            <a:ext cx="473206" cy="246221"/>
          </a:xfrm>
          <a:prstGeom prst="rect">
            <a:avLst/>
          </a:prstGeom>
          <a:noFill/>
        </p:spPr>
        <p:txBody>
          <a:bodyPr wrap="none" anchor="ctr">
            <a:spAutoFit/>
          </a:bodyPr>
          <a:lstStyle/>
          <a:p>
            <a:pPr algn="r"/>
            <a:r>
              <a:rPr sz="1000" b="1">
                <a:solidFill>
                  <a:srgbClr val="2D2D2D"/>
                </a:solidFill>
                <a:latin typeface="Times New Roman" panose="02020603050405020304" pitchFamily="18" charset="0"/>
                <a:cs typeface="Times New Roman" panose="02020603050405020304" pitchFamily="18" charset="0"/>
              </a:rPr>
              <a:t>₹1.09</a:t>
            </a:r>
          </a:p>
        </p:txBody>
      </p:sp>
      <p:sp>
        <p:nvSpPr>
          <p:cNvPr id="67" name="TextBox 66">
            <a:extLst>
              <a:ext uri="{FF2B5EF4-FFF2-40B4-BE49-F238E27FC236}">
                <a16:creationId xmlns:a16="http://schemas.microsoft.com/office/drawing/2014/main" id="{35C63C27-E7D4-3BD6-73CD-2EBF3B75E1C5}"/>
              </a:ext>
            </a:extLst>
          </p:cNvPr>
          <p:cNvSpPr txBox="1"/>
          <p:nvPr/>
        </p:nvSpPr>
        <p:spPr>
          <a:xfrm>
            <a:off x="7195779" y="4272549"/>
            <a:ext cx="377026" cy="246221"/>
          </a:xfrm>
          <a:prstGeom prst="rect">
            <a:avLst/>
          </a:prstGeom>
          <a:noFill/>
        </p:spPr>
        <p:txBody>
          <a:bodyPr wrap="none" anchor="ctr">
            <a:spAutoFit/>
          </a:bodyPr>
          <a:lstStyle/>
          <a:p>
            <a:pPr algn="r"/>
            <a:r>
              <a:rPr sz="1000" b="1">
                <a:solidFill>
                  <a:srgbClr val="696969"/>
                </a:solidFill>
                <a:latin typeface="Times New Roman" panose="02020603050405020304" pitchFamily="18" charset="0"/>
                <a:cs typeface="Times New Roman" panose="02020603050405020304" pitchFamily="18" charset="0"/>
              </a:rPr>
              <a:t>3%</a:t>
            </a:r>
          </a:p>
        </p:txBody>
      </p:sp>
      <p:sp>
        <p:nvSpPr>
          <p:cNvPr id="69" name="TextBox 68">
            <a:extLst>
              <a:ext uri="{FF2B5EF4-FFF2-40B4-BE49-F238E27FC236}">
                <a16:creationId xmlns:a16="http://schemas.microsoft.com/office/drawing/2014/main" id="{6761F3BF-9DCC-1AC8-C5C3-384B2E97F234}"/>
              </a:ext>
            </a:extLst>
          </p:cNvPr>
          <p:cNvSpPr txBox="1"/>
          <p:nvPr/>
        </p:nvSpPr>
        <p:spPr>
          <a:xfrm>
            <a:off x="669085" y="4725902"/>
            <a:ext cx="684803" cy="253916"/>
          </a:xfrm>
          <a:prstGeom prst="rect">
            <a:avLst/>
          </a:prstGeom>
          <a:noFill/>
        </p:spPr>
        <p:txBody>
          <a:bodyPr wrap="none" anchor="ctr">
            <a:spAutoFit/>
          </a:bodyPr>
          <a:lstStyle/>
          <a:p>
            <a:pPr algn="l"/>
            <a:r>
              <a:rPr sz="1050" b="1">
                <a:solidFill>
                  <a:srgbClr val="2D2D2D"/>
                </a:solidFill>
                <a:latin typeface="Times New Roman" panose="02020603050405020304" pitchFamily="18" charset="0"/>
                <a:cs typeface="Times New Roman" panose="02020603050405020304" pitchFamily="18" charset="0"/>
              </a:rPr>
              <a:t>Paradise</a:t>
            </a:r>
          </a:p>
        </p:txBody>
      </p:sp>
      <p:sp>
        <p:nvSpPr>
          <p:cNvPr id="71" name="Rectangle 70">
            <a:extLst>
              <a:ext uri="{FF2B5EF4-FFF2-40B4-BE49-F238E27FC236}">
                <a16:creationId xmlns:a16="http://schemas.microsoft.com/office/drawing/2014/main" id="{CCA169A1-1D26-1BCF-185F-D9532E41C732}"/>
              </a:ext>
            </a:extLst>
          </p:cNvPr>
          <p:cNvSpPr/>
          <p:nvPr/>
        </p:nvSpPr>
        <p:spPr>
          <a:xfrm>
            <a:off x="1766364" y="4761419"/>
            <a:ext cx="4526280" cy="246888"/>
          </a:xfrm>
          <a:prstGeom prst="rect">
            <a:avLst/>
          </a:prstGeom>
          <a:solidFill>
            <a:srgbClr val="E4E4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73" name="Rectangle 72">
            <a:extLst>
              <a:ext uri="{FF2B5EF4-FFF2-40B4-BE49-F238E27FC236}">
                <a16:creationId xmlns:a16="http://schemas.microsoft.com/office/drawing/2014/main" id="{E9C0542A-CB9E-9D8B-DDA9-F4E34C00E07E}"/>
              </a:ext>
            </a:extLst>
          </p:cNvPr>
          <p:cNvSpPr/>
          <p:nvPr/>
        </p:nvSpPr>
        <p:spPr>
          <a:xfrm>
            <a:off x="1766364" y="4761419"/>
            <a:ext cx="171516" cy="246888"/>
          </a:xfrm>
          <a:prstGeom prst="rect">
            <a:avLst/>
          </a:prstGeom>
          <a:solidFill>
            <a:srgbClr val="C49D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75" name="TextBox 74">
            <a:extLst>
              <a:ext uri="{FF2B5EF4-FFF2-40B4-BE49-F238E27FC236}">
                <a16:creationId xmlns:a16="http://schemas.microsoft.com/office/drawing/2014/main" id="{89A1372B-0B50-2B96-2877-C17DAE9C8BCC}"/>
              </a:ext>
            </a:extLst>
          </p:cNvPr>
          <p:cNvSpPr txBox="1"/>
          <p:nvPr/>
        </p:nvSpPr>
        <p:spPr>
          <a:xfrm>
            <a:off x="6596679" y="4729749"/>
            <a:ext cx="473206" cy="246221"/>
          </a:xfrm>
          <a:prstGeom prst="rect">
            <a:avLst/>
          </a:prstGeom>
          <a:noFill/>
        </p:spPr>
        <p:txBody>
          <a:bodyPr wrap="none" anchor="ctr">
            <a:spAutoFit/>
          </a:bodyPr>
          <a:lstStyle/>
          <a:p>
            <a:pPr algn="r"/>
            <a:r>
              <a:rPr sz="1000" b="1">
                <a:solidFill>
                  <a:srgbClr val="2D2D2D"/>
                </a:solidFill>
                <a:latin typeface="Times New Roman" panose="02020603050405020304" pitchFamily="18" charset="0"/>
                <a:cs typeface="Times New Roman" panose="02020603050405020304" pitchFamily="18" charset="0"/>
              </a:rPr>
              <a:t>₹0.59</a:t>
            </a:r>
          </a:p>
        </p:txBody>
      </p:sp>
      <p:sp>
        <p:nvSpPr>
          <p:cNvPr id="77" name="TextBox 76">
            <a:extLst>
              <a:ext uri="{FF2B5EF4-FFF2-40B4-BE49-F238E27FC236}">
                <a16:creationId xmlns:a16="http://schemas.microsoft.com/office/drawing/2014/main" id="{40D6BEE0-6E50-2C33-AFC6-452E4A454F64}"/>
              </a:ext>
            </a:extLst>
          </p:cNvPr>
          <p:cNvSpPr txBox="1"/>
          <p:nvPr/>
        </p:nvSpPr>
        <p:spPr>
          <a:xfrm>
            <a:off x="7195779" y="4729749"/>
            <a:ext cx="377026" cy="246221"/>
          </a:xfrm>
          <a:prstGeom prst="rect">
            <a:avLst/>
          </a:prstGeom>
          <a:noFill/>
        </p:spPr>
        <p:txBody>
          <a:bodyPr wrap="none" anchor="ctr">
            <a:spAutoFit/>
          </a:bodyPr>
          <a:lstStyle/>
          <a:p>
            <a:pPr algn="r"/>
            <a:r>
              <a:rPr sz="1000" b="1">
                <a:solidFill>
                  <a:srgbClr val="696969"/>
                </a:solidFill>
                <a:latin typeface="Times New Roman" panose="02020603050405020304" pitchFamily="18" charset="0"/>
                <a:cs typeface="Times New Roman" panose="02020603050405020304" pitchFamily="18" charset="0"/>
              </a:rPr>
              <a:t>2%</a:t>
            </a:r>
          </a:p>
        </p:txBody>
      </p:sp>
      <p:sp>
        <p:nvSpPr>
          <p:cNvPr id="79" name="TextBox 78">
            <a:extLst>
              <a:ext uri="{FF2B5EF4-FFF2-40B4-BE49-F238E27FC236}">
                <a16:creationId xmlns:a16="http://schemas.microsoft.com/office/drawing/2014/main" id="{CD409679-C664-79FB-DB5E-A5ACC975A276}"/>
              </a:ext>
            </a:extLst>
          </p:cNvPr>
          <p:cNvSpPr txBox="1"/>
          <p:nvPr/>
        </p:nvSpPr>
        <p:spPr>
          <a:xfrm>
            <a:off x="669085" y="5278389"/>
            <a:ext cx="1229824" cy="246221"/>
          </a:xfrm>
          <a:prstGeom prst="rect">
            <a:avLst/>
          </a:prstGeom>
          <a:noFill/>
        </p:spPr>
        <p:txBody>
          <a:bodyPr wrap="none" anchor="ctr">
            <a:spAutoFit/>
          </a:bodyPr>
          <a:lstStyle/>
          <a:p>
            <a:pPr algn="l"/>
            <a:r>
              <a:rPr sz="1000" b="1">
                <a:solidFill>
                  <a:srgbClr val="696969"/>
                </a:solidFill>
                <a:latin typeface="Times New Roman" panose="02020603050405020304" pitchFamily="18" charset="0"/>
                <a:cs typeface="Times New Roman" panose="02020603050405020304" pitchFamily="18" charset="0"/>
              </a:rPr>
              <a:t>Target = ₹39.11 Cr</a:t>
            </a:r>
          </a:p>
        </p:txBody>
      </p:sp>
      <p:sp>
        <p:nvSpPr>
          <p:cNvPr id="81" name="Rounded Rectangle 43">
            <a:extLst>
              <a:ext uri="{FF2B5EF4-FFF2-40B4-BE49-F238E27FC236}">
                <a16:creationId xmlns:a16="http://schemas.microsoft.com/office/drawing/2014/main" id="{EC253927-6B95-6410-7FFA-D3AA1C3F8FDF}"/>
              </a:ext>
            </a:extLst>
          </p:cNvPr>
          <p:cNvSpPr/>
          <p:nvPr/>
        </p:nvSpPr>
        <p:spPr>
          <a:xfrm>
            <a:off x="8121445" y="1263839"/>
            <a:ext cx="3456432" cy="45262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83" name="TextBox 82">
            <a:extLst>
              <a:ext uri="{FF2B5EF4-FFF2-40B4-BE49-F238E27FC236}">
                <a16:creationId xmlns:a16="http://schemas.microsoft.com/office/drawing/2014/main" id="{45E177FC-3A01-9DE0-690F-F5CC907E5297}"/>
              </a:ext>
            </a:extLst>
          </p:cNvPr>
          <p:cNvSpPr txBox="1"/>
          <p:nvPr/>
        </p:nvSpPr>
        <p:spPr>
          <a:xfrm>
            <a:off x="8395765" y="1507938"/>
            <a:ext cx="1645002" cy="261610"/>
          </a:xfrm>
          <a:prstGeom prst="rect">
            <a:avLst/>
          </a:prstGeom>
          <a:noFill/>
        </p:spPr>
        <p:txBody>
          <a:bodyPr wrap="none" anchor="ctr">
            <a:spAutoFit/>
          </a:bodyPr>
          <a:lstStyle/>
          <a:p>
            <a:pPr algn="l"/>
            <a:r>
              <a:rPr sz="1100" b="1">
                <a:solidFill>
                  <a:srgbClr val="C49D20"/>
                </a:solidFill>
                <a:latin typeface="Times New Roman" panose="02020603050405020304" pitchFamily="18" charset="0"/>
                <a:cs typeface="Times New Roman" panose="02020603050405020304" pitchFamily="18" charset="0"/>
              </a:rPr>
              <a:t>WHY THIS MATTERS</a:t>
            </a:r>
          </a:p>
        </p:txBody>
      </p:sp>
      <p:sp>
        <p:nvSpPr>
          <p:cNvPr id="85" name="TextBox 84">
            <a:extLst>
              <a:ext uri="{FF2B5EF4-FFF2-40B4-BE49-F238E27FC236}">
                <a16:creationId xmlns:a16="http://schemas.microsoft.com/office/drawing/2014/main" id="{AEF20D13-FC44-DE8A-6C7E-ABA584B5C7BE}"/>
              </a:ext>
            </a:extLst>
          </p:cNvPr>
          <p:cNvSpPr txBox="1"/>
          <p:nvPr/>
        </p:nvSpPr>
        <p:spPr>
          <a:xfrm>
            <a:off x="8395765" y="1930345"/>
            <a:ext cx="1680268" cy="523220"/>
          </a:xfrm>
          <a:prstGeom prst="rect">
            <a:avLst/>
          </a:prstGeom>
          <a:noFill/>
        </p:spPr>
        <p:txBody>
          <a:bodyPr wrap="none" anchor="ctr">
            <a:spAutoFit/>
          </a:bodyPr>
          <a:lstStyle/>
          <a:p>
            <a:pPr algn="l"/>
            <a:r>
              <a:rPr sz="2800" b="1">
                <a:solidFill>
                  <a:srgbClr val="FFFFFF"/>
                </a:solidFill>
                <a:latin typeface="Times New Roman" panose="02020603050405020304" pitchFamily="18" charset="0"/>
                <a:cs typeface="Times New Roman" panose="02020603050405020304" pitchFamily="18" charset="0"/>
              </a:rPr>
              <a:t>₹29.86 Cr</a:t>
            </a:r>
          </a:p>
        </p:txBody>
      </p:sp>
      <p:sp>
        <p:nvSpPr>
          <p:cNvPr id="87" name="TextBox 86">
            <a:extLst>
              <a:ext uri="{FF2B5EF4-FFF2-40B4-BE49-F238E27FC236}">
                <a16:creationId xmlns:a16="http://schemas.microsoft.com/office/drawing/2014/main" id="{C762EA25-2E8B-5D54-FAA7-546809C33C29}"/>
              </a:ext>
            </a:extLst>
          </p:cNvPr>
          <p:cNvSpPr txBox="1"/>
          <p:nvPr/>
        </p:nvSpPr>
        <p:spPr>
          <a:xfrm>
            <a:off x="8395765" y="2469508"/>
            <a:ext cx="1590051" cy="276999"/>
          </a:xfrm>
          <a:prstGeom prst="rect">
            <a:avLst/>
          </a:prstGeom>
          <a:noFill/>
        </p:spPr>
        <p:txBody>
          <a:bodyPr wrap="none" anchor="ctr">
            <a:spAutoFit/>
          </a:bodyPr>
          <a:lstStyle/>
          <a:p>
            <a:pPr algn="l"/>
            <a:r>
              <a:rPr sz="1200" b="1">
                <a:solidFill>
                  <a:srgbClr val="FFFFFF"/>
                </a:solidFill>
                <a:latin typeface="Times New Roman" panose="02020603050405020304" pitchFamily="18" charset="0"/>
                <a:cs typeface="Times New Roman" panose="02020603050405020304" pitchFamily="18" charset="0"/>
              </a:rPr>
              <a:t>76% of August target</a:t>
            </a:r>
          </a:p>
        </p:txBody>
      </p:sp>
      <p:sp>
        <p:nvSpPr>
          <p:cNvPr id="91" name="TextBox 90">
            <a:extLst>
              <a:ext uri="{FF2B5EF4-FFF2-40B4-BE49-F238E27FC236}">
                <a16:creationId xmlns:a16="http://schemas.microsoft.com/office/drawing/2014/main" id="{C26E2FD4-1432-20CB-2E3E-1CCD02B59BBB}"/>
              </a:ext>
            </a:extLst>
          </p:cNvPr>
          <p:cNvSpPr txBox="1"/>
          <p:nvPr/>
        </p:nvSpPr>
        <p:spPr>
          <a:xfrm>
            <a:off x="8395765" y="3021158"/>
            <a:ext cx="1701107" cy="600164"/>
          </a:xfrm>
          <a:prstGeom prst="rect">
            <a:avLst/>
          </a:prstGeom>
          <a:noFill/>
        </p:spPr>
        <p:txBody>
          <a:bodyPr wrap="none" anchor="ctr">
            <a:spAutoFit/>
          </a:bodyPr>
          <a:lstStyle/>
          <a:p>
            <a:pPr algn="l"/>
            <a:r>
              <a:rPr sz="1100" b="1">
                <a:solidFill>
                  <a:srgbClr val="FFFFFF"/>
                </a:solidFill>
                <a:latin typeface="Times New Roman" panose="02020603050405020304" pitchFamily="18" charset="0"/>
                <a:cs typeface="Times New Roman" panose="02020603050405020304" pitchFamily="18" charset="0"/>
              </a:rPr>
              <a:t>Vista + Ananta + Avenue
carry the majority of the
month's target.</a:t>
            </a:r>
          </a:p>
        </p:txBody>
      </p:sp>
      <p:sp>
        <p:nvSpPr>
          <p:cNvPr id="95" name="Rounded Rectangle 48">
            <a:extLst>
              <a:ext uri="{FF2B5EF4-FFF2-40B4-BE49-F238E27FC236}">
                <a16:creationId xmlns:a16="http://schemas.microsoft.com/office/drawing/2014/main" id="{F0B4D3F8-C7AC-F74B-F33E-38C53D07AF38}"/>
              </a:ext>
            </a:extLst>
          </p:cNvPr>
          <p:cNvSpPr/>
          <p:nvPr/>
        </p:nvSpPr>
        <p:spPr>
          <a:xfrm>
            <a:off x="8395765" y="3952175"/>
            <a:ext cx="2880360" cy="786384"/>
          </a:xfrm>
          <a:prstGeom prst="roundRect">
            <a:avLst/>
          </a:prstGeom>
          <a:solidFill>
            <a:srgbClr val="F8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latin typeface="Times New Roman" panose="02020603050405020304" pitchFamily="18" charset="0"/>
              <a:cs typeface="Times New Roman" panose="02020603050405020304" pitchFamily="18" charset="0"/>
            </a:endParaRPr>
          </a:p>
        </p:txBody>
      </p:sp>
      <p:sp>
        <p:nvSpPr>
          <p:cNvPr id="99" name="TextBox 98">
            <a:extLst>
              <a:ext uri="{FF2B5EF4-FFF2-40B4-BE49-F238E27FC236}">
                <a16:creationId xmlns:a16="http://schemas.microsoft.com/office/drawing/2014/main" id="{F51AF301-226F-1C9D-5E97-E6AB9161056A}"/>
              </a:ext>
            </a:extLst>
          </p:cNvPr>
          <p:cNvSpPr txBox="1"/>
          <p:nvPr/>
        </p:nvSpPr>
        <p:spPr>
          <a:xfrm>
            <a:off x="8458102" y="4145445"/>
            <a:ext cx="2589423" cy="400110"/>
          </a:xfrm>
          <a:prstGeom prst="rect">
            <a:avLst/>
          </a:prstGeom>
          <a:noFill/>
        </p:spPr>
        <p:txBody>
          <a:bodyPr wrap="square" anchor="ctr">
            <a:spAutoFit/>
          </a:bodyPr>
          <a:lstStyle/>
          <a:p>
            <a:pPr algn="ctr"/>
            <a:r>
              <a:rPr sz="1000" b="1">
                <a:solidFill>
                  <a:srgbClr val="820A1C"/>
                </a:solidFill>
                <a:latin typeface="Times New Roman" panose="02020603050405020304" pitchFamily="18" charset="0"/>
                <a:cs typeface="Times New Roman" panose="02020603050405020304" pitchFamily="18" charset="0"/>
              </a:rPr>
              <a:t>These are also the projects carrying the final-two-week forecast risk.</a:t>
            </a:r>
          </a:p>
        </p:txBody>
      </p:sp>
      <p:sp>
        <p:nvSpPr>
          <p:cNvPr id="119" name="TextBox 118">
            <a:extLst>
              <a:ext uri="{FF2B5EF4-FFF2-40B4-BE49-F238E27FC236}">
                <a16:creationId xmlns:a16="http://schemas.microsoft.com/office/drawing/2014/main" id="{4FA78561-E814-44F6-2CC2-00B29463747C}"/>
              </a:ext>
            </a:extLst>
          </p:cNvPr>
          <p:cNvSpPr txBox="1"/>
          <p:nvPr/>
        </p:nvSpPr>
        <p:spPr>
          <a:xfrm>
            <a:off x="111227" y="303829"/>
            <a:ext cx="8831520" cy="523220"/>
          </a:xfrm>
          <a:prstGeom prst="rect">
            <a:avLst/>
          </a:prstGeom>
          <a:noFill/>
        </p:spPr>
        <p:txBody>
          <a:bodyPr wrap="none" anchor="ctr">
            <a:spAutoFit/>
          </a:bodyPr>
          <a:lstStyle/>
          <a:p>
            <a:pPr algn="l"/>
            <a:r>
              <a:rPr sz="2800" b="1">
                <a:solidFill>
                  <a:srgbClr val="2D2D2D"/>
                </a:solidFill>
                <a:latin typeface="Times New Roman" panose="02020603050405020304" pitchFamily="18" charset="0"/>
                <a:cs typeface="Times New Roman" panose="02020603050405020304" pitchFamily="18" charset="0"/>
              </a:rPr>
              <a:t>₹39.11 Cr August target is concentrated in three projects</a:t>
            </a:r>
          </a:p>
        </p:txBody>
      </p:sp>
    </p:spTree>
    <p:extLst>
      <p:ext uri="{BB962C8B-B14F-4D97-AF65-F5344CB8AC3E}">
        <p14:creationId xmlns:p14="http://schemas.microsoft.com/office/powerpoint/2010/main" val="3600818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9E694-CE68-36BE-43B0-D103E46F1651}"/>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3528B08-313B-8D34-D4C9-396BC66A56FF}"/>
              </a:ext>
            </a:extLst>
          </p:cNvPr>
          <p:cNvSpPr/>
          <p:nvPr/>
        </p:nvSpPr>
        <p:spPr>
          <a:xfrm>
            <a:off x="206257" y="54009"/>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2800" b="1">
                <a:solidFill>
                  <a:schemeClr val="tx1"/>
                </a:solidFill>
                <a:latin typeface="Times New Roman" panose="02020603050405020304" pitchFamily="18" charset="0"/>
                <a:cs typeface="Times New Roman" panose="02020603050405020304" pitchFamily="18" charset="0"/>
              </a:rPr>
              <a:t>August is highly back-loaded - and 94% of the final two-week forecast sits in three projects</a:t>
            </a:r>
          </a:p>
        </p:txBody>
      </p:sp>
      <p:sp>
        <p:nvSpPr>
          <p:cNvPr id="88" name="Rounded Rectangle 5">
            <a:extLst>
              <a:ext uri="{FF2B5EF4-FFF2-40B4-BE49-F238E27FC236}">
                <a16:creationId xmlns:a16="http://schemas.microsoft.com/office/drawing/2014/main" id="{CDE0EC69-DB71-A98C-BE57-47B756D847B4}"/>
              </a:ext>
            </a:extLst>
          </p:cNvPr>
          <p:cNvSpPr/>
          <p:nvPr/>
        </p:nvSpPr>
        <p:spPr>
          <a:xfrm>
            <a:off x="443926" y="1027864"/>
            <a:ext cx="3749039" cy="4434840"/>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B47E910B-436D-E3B2-CE64-43BC58D07194}"/>
              </a:ext>
            </a:extLst>
          </p:cNvPr>
          <p:cNvSpPr txBox="1"/>
          <p:nvPr/>
        </p:nvSpPr>
        <p:spPr>
          <a:xfrm>
            <a:off x="672526" y="1209628"/>
            <a:ext cx="2021707" cy="230832"/>
          </a:xfrm>
          <a:prstGeom prst="rect">
            <a:avLst/>
          </a:prstGeom>
          <a:noFill/>
        </p:spPr>
        <p:txBody>
          <a:bodyPr wrap="none" anchor="ctr">
            <a:spAutoFit/>
          </a:bodyPr>
          <a:lstStyle/>
          <a:p>
            <a:pPr algn="l"/>
            <a:r>
              <a:rPr lang="en-IN" sz="900" b="1">
                <a:solidFill>
                  <a:srgbClr val="910D22"/>
                </a:solidFill>
                <a:latin typeface="Times New Roman" panose="02020603050405020304" pitchFamily="18" charset="0"/>
                <a:cs typeface="Times New Roman" panose="02020603050405020304" pitchFamily="18" charset="0"/>
              </a:rPr>
              <a:t>WHEN?  WEEK-WISE FORECAST</a:t>
            </a:r>
          </a:p>
        </p:txBody>
      </p:sp>
      <p:sp>
        <p:nvSpPr>
          <p:cNvPr id="92" name="TextBox 91">
            <a:extLst>
              <a:ext uri="{FF2B5EF4-FFF2-40B4-BE49-F238E27FC236}">
                <a16:creationId xmlns:a16="http://schemas.microsoft.com/office/drawing/2014/main" id="{475B4AE4-8D2E-17F1-F041-3FB9A5A4F776}"/>
              </a:ext>
            </a:extLst>
          </p:cNvPr>
          <p:cNvSpPr txBox="1"/>
          <p:nvPr/>
        </p:nvSpPr>
        <p:spPr>
          <a:xfrm>
            <a:off x="690814" y="1698832"/>
            <a:ext cx="351378" cy="230832"/>
          </a:xfrm>
          <a:prstGeom prst="rect">
            <a:avLst/>
          </a:prstGeom>
          <a:noFill/>
        </p:spPr>
        <p:txBody>
          <a:bodyPr wrap="none" anchor="ctr">
            <a:spAutoFit/>
          </a:bodyPr>
          <a:lstStyle/>
          <a:p>
            <a:pPr algn="l"/>
            <a:r>
              <a:rPr lang="en-IN" sz="900" b="0">
                <a:solidFill>
                  <a:srgbClr val="2B2B2B"/>
                </a:solidFill>
                <a:latin typeface="Times New Roman" panose="02020603050405020304" pitchFamily="18" charset="0"/>
                <a:cs typeface="Times New Roman" panose="02020603050405020304" pitchFamily="18" charset="0"/>
              </a:rPr>
              <a:t>W1</a:t>
            </a:r>
          </a:p>
        </p:txBody>
      </p:sp>
      <p:sp>
        <p:nvSpPr>
          <p:cNvPr id="94" name="Rectangle 93">
            <a:extLst>
              <a:ext uri="{FF2B5EF4-FFF2-40B4-BE49-F238E27FC236}">
                <a16:creationId xmlns:a16="http://schemas.microsoft.com/office/drawing/2014/main" id="{66EA135E-DE69-C3A9-7D1F-25EC3CE2B44D}"/>
              </a:ext>
            </a:extLst>
          </p:cNvPr>
          <p:cNvSpPr/>
          <p:nvPr/>
        </p:nvSpPr>
        <p:spPr>
          <a:xfrm>
            <a:off x="1175446" y="1727380"/>
            <a:ext cx="2057400" cy="20116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96" name="Rectangle 95">
            <a:extLst>
              <a:ext uri="{FF2B5EF4-FFF2-40B4-BE49-F238E27FC236}">
                <a16:creationId xmlns:a16="http://schemas.microsoft.com/office/drawing/2014/main" id="{B9942B26-1A00-2DA4-3309-C540F2A45948}"/>
              </a:ext>
            </a:extLst>
          </p:cNvPr>
          <p:cNvSpPr/>
          <p:nvPr/>
        </p:nvSpPr>
        <p:spPr>
          <a:xfrm>
            <a:off x="1175447" y="1727380"/>
            <a:ext cx="196154" cy="201168"/>
          </a:xfrm>
          <a:prstGeom prst="rect">
            <a:avLst/>
          </a:prstGeom>
          <a:solidFill>
            <a:srgbClr val="737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98" name="TextBox 97">
            <a:extLst>
              <a:ext uri="{FF2B5EF4-FFF2-40B4-BE49-F238E27FC236}">
                <a16:creationId xmlns:a16="http://schemas.microsoft.com/office/drawing/2014/main" id="{9AE31E19-7D8D-D71E-97FD-03FFD505AB07}"/>
              </a:ext>
            </a:extLst>
          </p:cNvPr>
          <p:cNvSpPr txBox="1"/>
          <p:nvPr/>
        </p:nvSpPr>
        <p:spPr>
          <a:xfrm>
            <a:off x="1371601" y="1706913"/>
            <a:ext cx="386644" cy="230832"/>
          </a:xfrm>
          <a:prstGeom prst="rect">
            <a:avLst/>
          </a:prstGeom>
          <a:noFill/>
        </p:spPr>
        <p:txBody>
          <a:bodyPr wrap="none" anchor="ctr">
            <a:spAutoFit/>
          </a:bodyPr>
          <a:lstStyle/>
          <a:p>
            <a:pPr algn="l"/>
            <a:r>
              <a:rPr lang="en-US" sz="900" b="1">
                <a:solidFill>
                  <a:srgbClr val="2B2B2B"/>
                </a:solidFill>
                <a:latin typeface="Times New Roman" panose="02020603050405020304" pitchFamily="18" charset="0"/>
                <a:cs typeface="Times New Roman" panose="02020603050405020304" pitchFamily="18" charset="0"/>
              </a:rPr>
              <a:t>0.36</a:t>
            </a:r>
            <a:endParaRPr lang="en-IN" sz="900" b="1">
              <a:solidFill>
                <a:srgbClr val="2B2B2B"/>
              </a:solidFill>
              <a:latin typeface="Times New Roman" panose="02020603050405020304" pitchFamily="18" charset="0"/>
              <a:cs typeface="Times New Roman" panose="02020603050405020304" pitchFamily="18" charset="0"/>
            </a:endParaRPr>
          </a:p>
        </p:txBody>
      </p:sp>
      <p:sp>
        <p:nvSpPr>
          <p:cNvPr id="100" name="TextBox 99">
            <a:extLst>
              <a:ext uri="{FF2B5EF4-FFF2-40B4-BE49-F238E27FC236}">
                <a16:creationId xmlns:a16="http://schemas.microsoft.com/office/drawing/2014/main" id="{39417C7F-FB6E-67FE-71C5-C9C767E1CD3E}"/>
              </a:ext>
            </a:extLst>
          </p:cNvPr>
          <p:cNvSpPr txBox="1"/>
          <p:nvPr/>
        </p:nvSpPr>
        <p:spPr>
          <a:xfrm>
            <a:off x="690814" y="2229184"/>
            <a:ext cx="351378" cy="230832"/>
          </a:xfrm>
          <a:prstGeom prst="rect">
            <a:avLst/>
          </a:prstGeom>
          <a:noFill/>
        </p:spPr>
        <p:txBody>
          <a:bodyPr wrap="none" anchor="ctr">
            <a:spAutoFit/>
          </a:bodyPr>
          <a:lstStyle/>
          <a:p>
            <a:pPr algn="l"/>
            <a:r>
              <a:rPr lang="en-IN" sz="900" b="0">
                <a:solidFill>
                  <a:srgbClr val="2B2B2B"/>
                </a:solidFill>
                <a:latin typeface="Times New Roman" panose="02020603050405020304" pitchFamily="18" charset="0"/>
                <a:cs typeface="Times New Roman" panose="02020603050405020304" pitchFamily="18" charset="0"/>
              </a:rPr>
              <a:t>W2</a:t>
            </a:r>
          </a:p>
        </p:txBody>
      </p:sp>
      <p:sp>
        <p:nvSpPr>
          <p:cNvPr id="102" name="Rectangle 101">
            <a:extLst>
              <a:ext uri="{FF2B5EF4-FFF2-40B4-BE49-F238E27FC236}">
                <a16:creationId xmlns:a16="http://schemas.microsoft.com/office/drawing/2014/main" id="{1A9357DC-6291-F1DA-82C6-323B98EE54D7}"/>
              </a:ext>
            </a:extLst>
          </p:cNvPr>
          <p:cNvSpPr/>
          <p:nvPr/>
        </p:nvSpPr>
        <p:spPr>
          <a:xfrm>
            <a:off x="1175446" y="2257732"/>
            <a:ext cx="2057400" cy="20116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04" name="Rectangle 103">
            <a:extLst>
              <a:ext uri="{FF2B5EF4-FFF2-40B4-BE49-F238E27FC236}">
                <a16:creationId xmlns:a16="http://schemas.microsoft.com/office/drawing/2014/main" id="{4D95ADD6-8606-DE3B-1BEA-2C84A35E1E04}"/>
              </a:ext>
            </a:extLst>
          </p:cNvPr>
          <p:cNvSpPr/>
          <p:nvPr/>
        </p:nvSpPr>
        <p:spPr>
          <a:xfrm>
            <a:off x="1175446" y="2257732"/>
            <a:ext cx="450650" cy="201168"/>
          </a:xfrm>
          <a:prstGeom prst="rect">
            <a:avLst/>
          </a:prstGeom>
          <a:solidFill>
            <a:srgbClr val="737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06" name="TextBox 105">
            <a:extLst>
              <a:ext uri="{FF2B5EF4-FFF2-40B4-BE49-F238E27FC236}">
                <a16:creationId xmlns:a16="http://schemas.microsoft.com/office/drawing/2014/main" id="{5F7AA73F-101D-66D2-B23B-ECF5939785DB}"/>
              </a:ext>
            </a:extLst>
          </p:cNvPr>
          <p:cNvSpPr txBox="1"/>
          <p:nvPr/>
        </p:nvSpPr>
        <p:spPr>
          <a:xfrm>
            <a:off x="1626096" y="2237212"/>
            <a:ext cx="386644" cy="230832"/>
          </a:xfrm>
          <a:prstGeom prst="rect">
            <a:avLst/>
          </a:prstGeom>
          <a:noFill/>
        </p:spPr>
        <p:txBody>
          <a:bodyPr wrap="none" anchor="ctr">
            <a:spAutoFit/>
          </a:bodyPr>
          <a:lstStyle/>
          <a:p>
            <a:pPr algn="l"/>
            <a:r>
              <a:rPr lang="en-IN" sz="900" b="1">
                <a:solidFill>
                  <a:srgbClr val="2B2B2B"/>
                </a:solidFill>
                <a:latin typeface="Times New Roman" panose="02020603050405020304" pitchFamily="18" charset="0"/>
                <a:cs typeface="Times New Roman" panose="02020603050405020304" pitchFamily="18" charset="0"/>
              </a:rPr>
              <a:t>2.73</a:t>
            </a:r>
          </a:p>
        </p:txBody>
      </p:sp>
      <p:sp>
        <p:nvSpPr>
          <p:cNvPr id="108" name="TextBox 107">
            <a:extLst>
              <a:ext uri="{FF2B5EF4-FFF2-40B4-BE49-F238E27FC236}">
                <a16:creationId xmlns:a16="http://schemas.microsoft.com/office/drawing/2014/main" id="{0B93130B-4E40-CDB0-F8C4-D19F58D26A3B}"/>
              </a:ext>
            </a:extLst>
          </p:cNvPr>
          <p:cNvSpPr txBox="1"/>
          <p:nvPr/>
        </p:nvSpPr>
        <p:spPr>
          <a:xfrm>
            <a:off x="690814" y="2759536"/>
            <a:ext cx="351378" cy="230832"/>
          </a:xfrm>
          <a:prstGeom prst="rect">
            <a:avLst/>
          </a:prstGeom>
          <a:noFill/>
        </p:spPr>
        <p:txBody>
          <a:bodyPr wrap="none" anchor="ctr">
            <a:spAutoFit/>
          </a:bodyPr>
          <a:lstStyle/>
          <a:p>
            <a:pPr algn="l"/>
            <a:r>
              <a:rPr lang="en-IN" sz="900" b="0">
                <a:solidFill>
                  <a:srgbClr val="2B2B2B"/>
                </a:solidFill>
                <a:latin typeface="Times New Roman" panose="02020603050405020304" pitchFamily="18" charset="0"/>
                <a:cs typeface="Times New Roman" panose="02020603050405020304" pitchFamily="18" charset="0"/>
              </a:rPr>
              <a:t>W3</a:t>
            </a:r>
          </a:p>
        </p:txBody>
      </p:sp>
      <p:sp>
        <p:nvSpPr>
          <p:cNvPr id="110" name="Rectangle 109">
            <a:extLst>
              <a:ext uri="{FF2B5EF4-FFF2-40B4-BE49-F238E27FC236}">
                <a16:creationId xmlns:a16="http://schemas.microsoft.com/office/drawing/2014/main" id="{3A16C5E3-7439-C3F6-E61E-FB7A2C3F08B4}"/>
              </a:ext>
            </a:extLst>
          </p:cNvPr>
          <p:cNvSpPr/>
          <p:nvPr/>
        </p:nvSpPr>
        <p:spPr>
          <a:xfrm>
            <a:off x="1175446" y="2788084"/>
            <a:ext cx="2057400" cy="20116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12" name="Rectangle 111">
            <a:extLst>
              <a:ext uri="{FF2B5EF4-FFF2-40B4-BE49-F238E27FC236}">
                <a16:creationId xmlns:a16="http://schemas.microsoft.com/office/drawing/2014/main" id="{17B92E91-0183-39CC-0B78-C85150DF4D1C}"/>
              </a:ext>
            </a:extLst>
          </p:cNvPr>
          <p:cNvSpPr/>
          <p:nvPr/>
        </p:nvSpPr>
        <p:spPr>
          <a:xfrm>
            <a:off x="1175446" y="2788084"/>
            <a:ext cx="1023408" cy="201168"/>
          </a:xfrm>
          <a:prstGeom prst="rect">
            <a:avLst/>
          </a:prstGeom>
          <a:solidFill>
            <a:srgbClr val="737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14" name="TextBox 113">
            <a:extLst>
              <a:ext uri="{FF2B5EF4-FFF2-40B4-BE49-F238E27FC236}">
                <a16:creationId xmlns:a16="http://schemas.microsoft.com/office/drawing/2014/main" id="{B89386D4-C19A-B286-6FE5-458F796644D0}"/>
              </a:ext>
            </a:extLst>
          </p:cNvPr>
          <p:cNvSpPr txBox="1"/>
          <p:nvPr/>
        </p:nvSpPr>
        <p:spPr>
          <a:xfrm>
            <a:off x="2584123" y="2759536"/>
            <a:ext cx="386644" cy="230832"/>
          </a:xfrm>
          <a:prstGeom prst="rect">
            <a:avLst/>
          </a:prstGeom>
          <a:noFill/>
        </p:spPr>
        <p:txBody>
          <a:bodyPr wrap="none" anchor="ctr">
            <a:spAutoFit/>
          </a:bodyPr>
          <a:lstStyle/>
          <a:p>
            <a:pPr algn="l"/>
            <a:r>
              <a:rPr lang="en-US" sz="900" b="1">
                <a:solidFill>
                  <a:srgbClr val="2B2B2B"/>
                </a:solidFill>
                <a:latin typeface="Times New Roman" panose="02020603050405020304" pitchFamily="18" charset="0"/>
                <a:cs typeface="Times New Roman" panose="02020603050405020304" pitchFamily="18" charset="0"/>
              </a:rPr>
              <a:t>6</a:t>
            </a:r>
            <a:r>
              <a:rPr lang="en-IN" sz="900" b="1">
                <a:solidFill>
                  <a:srgbClr val="2B2B2B"/>
                </a:solidFill>
                <a:latin typeface="Times New Roman" panose="02020603050405020304" pitchFamily="18" charset="0"/>
                <a:cs typeface="Times New Roman" panose="02020603050405020304" pitchFamily="18" charset="0"/>
              </a:rPr>
              <a:t>.03</a:t>
            </a:r>
          </a:p>
        </p:txBody>
      </p:sp>
      <p:sp>
        <p:nvSpPr>
          <p:cNvPr id="116" name="TextBox 115">
            <a:extLst>
              <a:ext uri="{FF2B5EF4-FFF2-40B4-BE49-F238E27FC236}">
                <a16:creationId xmlns:a16="http://schemas.microsoft.com/office/drawing/2014/main" id="{DA933B2F-8D6F-36C3-3807-7585CC4CDB48}"/>
              </a:ext>
            </a:extLst>
          </p:cNvPr>
          <p:cNvSpPr txBox="1"/>
          <p:nvPr/>
        </p:nvSpPr>
        <p:spPr>
          <a:xfrm>
            <a:off x="690814" y="3289888"/>
            <a:ext cx="357790" cy="230832"/>
          </a:xfrm>
          <a:prstGeom prst="rect">
            <a:avLst/>
          </a:prstGeom>
          <a:noFill/>
        </p:spPr>
        <p:txBody>
          <a:bodyPr wrap="none" anchor="ctr">
            <a:spAutoFit/>
          </a:bodyPr>
          <a:lstStyle/>
          <a:p>
            <a:pPr algn="l"/>
            <a:r>
              <a:rPr lang="en-IN" sz="900" b="1">
                <a:solidFill>
                  <a:srgbClr val="910D22"/>
                </a:solidFill>
                <a:latin typeface="Times New Roman" panose="02020603050405020304" pitchFamily="18" charset="0"/>
                <a:cs typeface="Times New Roman" panose="02020603050405020304" pitchFamily="18" charset="0"/>
              </a:rPr>
              <a:t>W4</a:t>
            </a:r>
          </a:p>
        </p:txBody>
      </p:sp>
      <p:sp>
        <p:nvSpPr>
          <p:cNvPr id="118" name="Rectangle 117">
            <a:extLst>
              <a:ext uri="{FF2B5EF4-FFF2-40B4-BE49-F238E27FC236}">
                <a16:creationId xmlns:a16="http://schemas.microsoft.com/office/drawing/2014/main" id="{07047C6E-F49B-2C39-1718-62A95A465DD0}"/>
              </a:ext>
            </a:extLst>
          </p:cNvPr>
          <p:cNvSpPr/>
          <p:nvPr/>
        </p:nvSpPr>
        <p:spPr>
          <a:xfrm>
            <a:off x="1175446" y="3318436"/>
            <a:ext cx="2057400" cy="20116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20" name="Rectangle 119">
            <a:extLst>
              <a:ext uri="{FF2B5EF4-FFF2-40B4-BE49-F238E27FC236}">
                <a16:creationId xmlns:a16="http://schemas.microsoft.com/office/drawing/2014/main" id="{F725C25C-44F4-F36D-76EA-79A52FD4768A}"/>
              </a:ext>
            </a:extLst>
          </p:cNvPr>
          <p:cNvSpPr/>
          <p:nvPr/>
        </p:nvSpPr>
        <p:spPr>
          <a:xfrm>
            <a:off x="1175445" y="3318436"/>
            <a:ext cx="1297138" cy="201168"/>
          </a:xfrm>
          <a:prstGeom prst="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22" name="TextBox 121">
            <a:extLst>
              <a:ext uri="{FF2B5EF4-FFF2-40B4-BE49-F238E27FC236}">
                <a16:creationId xmlns:a16="http://schemas.microsoft.com/office/drawing/2014/main" id="{D1EE1395-DBF6-34CC-D75C-58335BC044DB}"/>
              </a:ext>
            </a:extLst>
          </p:cNvPr>
          <p:cNvSpPr txBox="1"/>
          <p:nvPr/>
        </p:nvSpPr>
        <p:spPr>
          <a:xfrm>
            <a:off x="2682896" y="3303604"/>
            <a:ext cx="386644" cy="230832"/>
          </a:xfrm>
          <a:prstGeom prst="rect">
            <a:avLst/>
          </a:prstGeom>
          <a:noFill/>
        </p:spPr>
        <p:txBody>
          <a:bodyPr wrap="none" anchor="ctr">
            <a:spAutoFit/>
          </a:bodyPr>
          <a:lstStyle/>
          <a:p>
            <a:pPr algn="l"/>
            <a:r>
              <a:rPr lang="en-US" sz="900" b="1">
                <a:solidFill>
                  <a:srgbClr val="2B2B2B"/>
                </a:solidFill>
                <a:latin typeface="Times New Roman" panose="02020603050405020304" pitchFamily="18" charset="0"/>
                <a:cs typeface="Times New Roman" panose="02020603050405020304" pitchFamily="18" charset="0"/>
              </a:rPr>
              <a:t>7</a:t>
            </a:r>
            <a:r>
              <a:rPr lang="en-IN" sz="900" b="1">
                <a:solidFill>
                  <a:srgbClr val="2B2B2B"/>
                </a:solidFill>
                <a:latin typeface="Times New Roman" panose="02020603050405020304" pitchFamily="18" charset="0"/>
                <a:cs typeface="Times New Roman" panose="02020603050405020304" pitchFamily="18" charset="0"/>
              </a:rPr>
              <a:t>.00</a:t>
            </a:r>
          </a:p>
        </p:txBody>
      </p:sp>
      <p:sp>
        <p:nvSpPr>
          <p:cNvPr id="124" name="TextBox 123">
            <a:extLst>
              <a:ext uri="{FF2B5EF4-FFF2-40B4-BE49-F238E27FC236}">
                <a16:creationId xmlns:a16="http://schemas.microsoft.com/office/drawing/2014/main" id="{3FCED024-F079-C4E5-02E4-AA223959B39E}"/>
              </a:ext>
            </a:extLst>
          </p:cNvPr>
          <p:cNvSpPr txBox="1"/>
          <p:nvPr/>
        </p:nvSpPr>
        <p:spPr>
          <a:xfrm>
            <a:off x="690814" y="3820240"/>
            <a:ext cx="357790" cy="230832"/>
          </a:xfrm>
          <a:prstGeom prst="rect">
            <a:avLst/>
          </a:prstGeom>
          <a:noFill/>
        </p:spPr>
        <p:txBody>
          <a:bodyPr wrap="none" anchor="ctr">
            <a:spAutoFit/>
          </a:bodyPr>
          <a:lstStyle/>
          <a:p>
            <a:pPr algn="l"/>
            <a:r>
              <a:rPr lang="en-IN" sz="900" b="1">
                <a:solidFill>
                  <a:srgbClr val="910D22"/>
                </a:solidFill>
                <a:latin typeface="Times New Roman" panose="02020603050405020304" pitchFamily="18" charset="0"/>
                <a:cs typeface="Times New Roman" panose="02020603050405020304" pitchFamily="18" charset="0"/>
              </a:rPr>
              <a:t>W5</a:t>
            </a:r>
          </a:p>
        </p:txBody>
      </p:sp>
      <p:sp>
        <p:nvSpPr>
          <p:cNvPr id="126" name="Rectangle 125">
            <a:extLst>
              <a:ext uri="{FF2B5EF4-FFF2-40B4-BE49-F238E27FC236}">
                <a16:creationId xmlns:a16="http://schemas.microsoft.com/office/drawing/2014/main" id="{A17B62FD-08A2-4F81-1B82-CD7787D7BFFA}"/>
              </a:ext>
            </a:extLst>
          </p:cNvPr>
          <p:cNvSpPr/>
          <p:nvPr/>
        </p:nvSpPr>
        <p:spPr>
          <a:xfrm>
            <a:off x="1175446" y="3848788"/>
            <a:ext cx="2057400" cy="201168"/>
          </a:xfrm>
          <a:prstGeom prst="rect">
            <a:avLst/>
          </a:prstGeom>
          <a:solidFill>
            <a:srgbClr val="EFEF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28" name="Rectangle 127">
            <a:extLst>
              <a:ext uri="{FF2B5EF4-FFF2-40B4-BE49-F238E27FC236}">
                <a16:creationId xmlns:a16="http://schemas.microsoft.com/office/drawing/2014/main" id="{0DD44D34-F67E-1E97-B0A4-4470E1B38D46}"/>
              </a:ext>
            </a:extLst>
          </p:cNvPr>
          <p:cNvSpPr/>
          <p:nvPr/>
        </p:nvSpPr>
        <p:spPr>
          <a:xfrm>
            <a:off x="1175446" y="3848788"/>
            <a:ext cx="2057400" cy="201168"/>
          </a:xfrm>
          <a:prstGeom prst="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30" name="TextBox 129">
            <a:extLst>
              <a:ext uri="{FF2B5EF4-FFF2-40B4-BE49-F238E27FC236}">
                <a16:creationId xmlns:a16="http://schemas.microsoft.com/office/drawing/2014/main" id="{031C91FA-7B81-3477-1A75-20D0157EBEDB}"/>
              </a:ext>
            </a:extLst>
          </p:cNvPr>
          <p:cNvSpPr txBox="1"/>
          <p:nvPr/>
        </p:nvSpPr>
        <p:spPr>
          <a:xfrm>
            <a:off x="3324286" y="3820240"/>
            <a:ext cx="444352" cy="230832"/>
          </a:xfrm>
          <a:prstGeom prst="rect">
            <a:avLst/>
          </a:prstGeom>
          <a:noFill/>
        </p:spPr>
        <p:txBody>
          <a:bodyPr wrap="none" anchor="ctr">
            <a:spAutoFit/>
          </a:bodyPr>
          <a:lstStyle/>
          <a:p>
            <a:pPr algn="l"/>
            <a:r>
              <a:rPr lang="en-US" sz="900" b="1">
                <a:solidFill>
                  <a:srgbClr val="910D22"/>
                </a:solidFill>
                <a:latin typeface="Times New Roman" panose="02020603050405020304" pitchFamily="18" charset="0"/>
                <a:cs typeface="Times New Roman" panose="02020603050405020304" pitchFamily="18" charset="0"/>
              </a:rPr>
              <a:t>1</a:t>
            </a:r>
            <a:r>
              <a:rPr lang="en-IN" sz="900" b="1">
                <a:solidFill>
                  <a:srgbClr val="910D22"/>
                </a:solidFill>
                <a:latin typeface="Times New Roman" panose="02020603050405020304" pitchFamily="18" charset="0"/>
                <a:cs typeface="Times New Roman" panose="02020603050405020304" pitchFamily="18" charset="0"/>
              </a:rPr>
              <a:t>3.91</a:t>
            </a:r>
          </a:p>
        </p:txBody>
      </p:sp>
      <p:sp>
        <p:nvSpPr>
          <p:cNvPr id="132" name="Rounded Rectangle 27">
            <a:extLst>
              <a:ext uri="{FF2B5EF4-FFF2-40B4-BE49-F238E27FC236}">
                <a16:creationId xmlns:a16="http://schemas.microsoft.com/office/drawing/2014/main" id="{05D8759A-6E6D-AE75-7FE6-E7FC44496EE0}"/>
              </a:ext>
            </a:extLst>
          </p:cNvPr>
          <p:cNvSpPr/>
          <p:nvPr/>
        </p:nvSpPr>
        <p:spPr>
          <a:xfrm>
            <a:off x="672526" y="4539160"/>
            <a:ext cx="3154680" cy="566928"/>
          </a:xfrm>
          <a:prstGeom prst="roundRect">
            <a:avLst/>
          </a:prstGeom>
          <a:solidFill>
            <a:srgbClr val="F9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34" name="TextBox 133">
            <a:extLst>
              <a:ext uri="{FF2B5EF4-FFF2-40B4-BE49-F238E27FC236}">
                <a16:creationId xmlns:a16="http://schemas.microsoft.com/office/drawing/2014/main" id="{E8F3B977-A7EF-2BCD-EA58-3CA88D19693D}"/>
              </a:ext>
            </a:extLst>
          </p:cNvPr>
          <p:cNvSpPr txBox="1"/>
          <p:nvPr/>
        </p:nvSpPr>
        <p:spPr>
          <a:xfrm>
            <a:off x="672526" y="4568932"/>
            <a:ext cx="3034384" cy="461665"/>
          </a:xfrm>
          <a:prstGeom prst="rect">
            <a:avLst/>
          </a:prstGeom>
          <a:noFill/>
        </p:spPr>
        <p:txBody>
          <a:bodyPr wrap="square" anchor="ctr">
            <a:spAutoFit/>
          </a:bodyPr>
          <a:lstStyle/>
          <a:p>
            <a:pPr algn="ctr"/>
            <a:r>
              <a:rPr lang="en-US" sz="1200" b="1">
                <a:solidFill>
                  <a:srgbClr val="910D22"/>
                </a:solidFill>
                <a:latin typeface="Times New Roman" panose="02020603050405020304" pitchFamily="18" charset="0"/>
                <a:cs typeface="Times New Roman" panose="02020603050405020304" pitchFamily="18" charset="0"/>
              </a:rPr>
              <a:t>Week4 and Week 5 = ₹20.91 Cr
69% of ₹30.05 Cr charted forecast</a:t>
            </a:r>
          </a:p>
        </p:txBody>
      </p:sp>
      <p:sp>
        <p:nvSpPr>
          <p:cNvPr id="136" name="Rounded Rectangle 29">
            <a:extLst>
              <a:ext uri="{FF2B5EF4-FFF2-40B4-BE49-F238E27FC236}">
                <a16:creationId xmlns:a16="http://schemas.microsoft.com/office/drawing/2014/main" id="{EA83C6BB-FAFC-485E-DA4A-8126D2B53228}"/>
              </a:ext>
            </a:extLst>
          </p:cNvPr>
          <p:cNvSpPr/>
          <p:nvPr/>
        </p:nvSpPr>
        <p:spPr>
          <a:xfrm>
            <a:off x="4403278" y="1027864"/>
            <a:ext cx="3749039" cy="4434840"/>
          </a:xfrm>
          <a:prstGeom prst="roundRect">
            <a:avLst/>
          </a:prstGeom>
          <a:solidFill>
            <a:srgbClr val="3434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38" name="TextBox 137">
            <a:extLst>
              <a:ext uri="{FF2B5EF4-FFF2-40B4-BE49-F238E27FC236}">
                <a16:creationId xmlns:a16="http://schemas.microsoft.com/office/drawing/2014/main" id="{0FBB1F72-2CA8-2D00-C6C8-618DA36AEA10}"/>
              </a:ext>
            </a:extLst>
          </p:cNvPr>
          <p:cNvSpPr txBox="1"/>
          <p:nvPr/>
        </p:nvSpPr>
        <p:spPr>
          <a:xfrm>
            <a:off x="4650166" y="1209628"/>
            <a:ext cx="2249334" cy="230832"/>
          </a:xfrm>
          <a:prstGeom prst="rect">
            <a:avLst/>
          </a:prstGeom>
          <a:noFill/>
        </p:spPr>
        <p:txBody>
          <a:bodyPr wrap="none" anchor="ctr">
            <a:spAutoFit/>
          </a:bodyPr>
          <a:lstStyle/>
          <a:p>
            <a:pPr algn="l"/>
            <a:r>
              <a:rPr lang="en-IN" sz="900" b="1">
                <a:solidFill>
                  <a:srgbClr val="CAA323"/>
                </a:solidFill>
                <a:latin typeface="Times New Roman" panose="02020603050405020304" pitchFamily="18" charset="0"/>
                <a:cs typeface="Times New Roman" panose="02020603050405020304" pitchFamily="18" charset="0"/>
              </a:rPr>
              <a:t>WHERE?  PROJECT HEAVY LIFTERS</a:t>
            </a:r>
          </a:p>
        </p:txBody>
      </p:sp>
      <p:sp>
        <p:nvSpPr>
          <p:cNvPr id="140" name="TextBox 139">
            <a:extLst>
              <a:ext uri="{FF2B5EF4-FFF2-40B4-BE49-F238E27FC236}">
                <a16:creationId xmlns:a16="http://schemas.microsoft.com/office/drawing/2014/main" id="{FB67AB33-E341-444D-7259-84A0DD195513}"/>
              </a:ext>
            </a:extLst>
          </p:cNvPr>
          <p:cNvSpPr txBox="1"/>
          <p:nvPr/>
        </p:nvSpPr>
        <p:spPr>
          <a:xfrm>
            <a:off x="4650166" y="1502013"/>
            <a:ext cx="2202719" cy="276999"/>
          </a:xfrm>
          <a:prstGeom prst="rect">
            <a:avLst/>
          </a:prstGeom>
          <a:noFill/>
        </p:spPr>
        <p:txBody>
          <a:bodyPr wrap="none" anchor="ctr">
            <a:spAutoFit/>
          </a:bodyPr>
          <a:lstStyle/>
          <a:p>
            <a:pPr algn="l"/>
            <a:r>
              <a:rPr lang="en-IN" sz="1200" b="0">
                <a:solidFill>
                  <a:srgbClr val="DCDCDC"/>
                </a:solidFill>
                <a:latin typeface="Times New Roman" panose="02020603050405020304" pitchFamily="18" charset="0"/>
                <a:cs typeface="Times New Roman" panose="02020603050405020304" pitchFamily="18" charset="0"/>
              </a:rPr>
              <a:t>Week 4 and Week 5 contribution</a:t>
            </a:r>
          </a:p>
        </p:txBody>
      </p:sp>
      <p:sp>
        <p:nvSpPr>
          <p:cNvPr id="142" name="TextBox 141">
            <a:extLst>
              <a:ext uri="{FF2B5EF4-FFF2-40B4-BE49-F238E27FC236}">
                <a16:creationId xmlns:a16="http://schemas.microsoft.com/office/drawing/2014/main" id="{A0363977-75F0-F19F-9BEF-EF9E72850EE0}"/>
              </a:ext>
            </a:extLst>
          </p:cNvPr>
          <p:cNvSpPr txBox="1"/>
          <p:nvPr/>
        </p:nvSpPr>
        <p:spPr>
          <a:xfrm>
            <a:off x="4650166" y="1913716"/>
            <a:ext cx="441146" cy="230832"/>
          </a:xfrm>
          <a:prstGeom prst="rect">
            <a:avLst/>
          </a:prstGeom>
          <a:noFill/>
        </p:spPr>
        <p:txBody>
          <a:bodyPr wrap="none" anchor="ctr">
            <a:spAutoFit/>
          </a:bodyPr>
          <a:lstStyle/>
          <a:p>
            <a:pPr algn="l"/>
            <a:r>
              <a:rPr lang="en-US" sz="900" b="1">
                <a:solidFill>
                  <a:srgbClr val="FFFFFF"/>
                </a:solidFill>
                <a:latin typeface="Times New Roman" panose="02020603050405020304" pitchFamily="18" charset="0"/>
                <a:cs typeface="Times New Roman" panose="02020603050405020304" pitchFamily="18" charset="0"/>
              </a:rPr>
              <a:t>V</a:t>
            </a:r>
            <a:r>
              <a:rPr lang="en-IN" sz="900" b="1" err="1">
                <a:solidFill>
                  <a:srgbClr val="FFFFFF"/>
                </a:solidFill>
                <a:latin typeface="Times New Roman" panose="02020603050405020304" pitchFamily="18" charset="0"/>
                <a:cs typeface="Times New Roman" panose="02020603050405020304" pitchFamily="18" charset="0"/>
              </a:rPr>
              <a:t>ista</a:t>
            </a:r>
            <a:endParaRPr lang="en-IN" sz="900" b="1">
              <a:solidFill>
                <a:srgbClr val="FFFFFF"/>
              </a:solidFill>
              <a:latin typeface="Times New Roman" panose="02020603050405020304" pitchFamily="18" charset="0"/>
              <a:cs typeface="Times New Roman" panose="02020603050405020304" pitchFamily="18" charset="0"/>
            </a:endParaRPr>
          </a:p>
        </p:txBody>
      </p:sp>
      <p:sp>
        <p:nvSpPr>
          <p:cNvPr id="144" name="Rectangle 143">
            <a:extLst>
              <a:ext uri="{FF2B5EF4-FFF2-40B4-BE49-F238E27FC236}">
                <a16:creationId xmlns:a16="http://schemas.microsoft.com/office/drawing/2014/main" id="{8748F519-863B-032A-CB57-8695492B4631}"/>
              </a:ext>
            </a:extLst>
          </p:cNvPr>
          <p:cNvSpPr/>
          <p:nvPr/>
        </p:nvSpPr>
        <p:spPr>
          <a:xfrm>
            <a:off x="5591998" y="1951408"/>
            <a:ext cx="1783080" cy="164592"/>
          </a:xfrm>
          <a:prstGeom prst="rect">
            <a:avLst/>
          </a:prstGeom>
          <a:solidFill>
            <a:srgbClr val="4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46" name="Rectangle 145">
            <a:extLst>
              <a:ext uri="{FF2B5EF4-FFF2-40B4-BE49-F238E27FC236}">
                <a16:creationId xmlns:a16="http://schemas.microsoft.com/office/drawing/2014/main" id="{DBA1BAB6-E2A8-4274-F450-8DC3B113B9E4}"/>
              </a:ext>
            </a:extLst>
          </p:cNvPr>
          <p:cNvSpPr/>
          <p:nvPr/>
        </p:nvSpPr>
        <p:spPr>
          <a:xfrm>
            <a:off x="5591998" y="1951408"/>
            <a:ext cx="1783079" cy="164592"/>
          </a:xfrm>
          <a:prstGeom prst="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48" name="TextBox 147">
            <a:extLst>
              <a:ext uri="{FF2B5EF4-FFF2-40B4-BE49-F238E27FC236}">
                <a16:creationId xmlns:a16="http://schemas.microsoft.com/office/drawing/2014/main" id="{EB6DCC31-7ACC-6542-CDB6-2A86029804EC}"/>
              </a:ext>
            </a:extLst>
          </p:cNvPr>
          <p:cNvSpPr txBox="1"/>
          <p:nvPr/>
        </p:nvSpPr>
        <p:spPr>
          <a:xfrm>
            <a:off x="7506798" y="1913716"/>
            <a:ext cx="444352" cy="230832"/>
          </a:xfrm>
          <a:prstGeom prst="rect">
            <a:avLst/>
          </a:prstGeom>
          <a:noFill/>
        </p:spPr>
        <p:txBody>
          <a:bodyPr wrap="none" anchor="ctr">
            <a:spAutoFit/>
          </a:bodyPr>
          <a:lstStyle/>
          <a:p>
            <a:pPr algn="r"/>
            <a:r>
              <a:rPr lang="en-IN" sz="900" b="1">
                <a:solidFill>
                  <a:srgbClr val="FFFFFF"/>
                </a:solidFill>
                <a:latin typeface="Times New Roman" panose="02020603050405020304" pitchFamily="18" charset="0"/>
                <a:cs typeface="Times New Roman" panose="02020603050405020304" pitchFamily="18" charset="0"/>
              </a:rPr>
              <a:t>₹8.20</a:t>
            </a:r>
          </a:p>
        </p:txBody>
      </p:sp>
      <p:sp>
        <p:nvSpPr>
          <p:cNvPr id="150" name="TextBox 149">
            <a:extLst>
              <a:ext uri="{FF2B5EF4-FFF2-40B4-BE49-F238E27FC236}">
                <a16:creationId xmlns:a16="http://schemas.microsoft.com/office/drawing/2014/main" id="{0BE4627F-FE77-5574-EF61-A23F2B72489D}"/>
              </a:ext>
            </a:extLst>
          </p:cNvPr>
          <p:cNvSpPr txBox="1"/>
          <p:nvPr/>
        </p:nvSpPr>
        <p:spPr>
          <a:xfrm>
            <a:off x="4650166" y="2352628"/>
            <a:ext cx="550151" cy="230832"/>
          </a:xfrm>
          <a:prstGeom prst="rect">
            <a:avLst/>
          </a:prstGeom>
          <a:noFill/>
        </p:spPr>
        <p:txBody>
          <a:bodyPr wrap="none" anchor="ctr">
            <a:spAutoFit/>
          </a:bodyPr>
          <a:lstStyle/>
          <a:p>
            <a:pPr algn="l"/>
            <a:r>
              <a:rPr lang="en-US" sz="900" b="1">
                <a:solidFill>
                  <a:srgbClr val="FFFFFF"/>
                </a:solidFill>
                <a:latin typeface="Times New Roman" panose="02020603050405020304" pitchFamily="18" charset="0"/>
                <a:cs typeface="Times New Roman" panose="02020603050405020304" pitchFamily="18" charset="0"/>
              </a:rPr>
              <a:t>A</a:t>
            </a:r>
            <a:r>
              <a:rPr lang="en-IN" sz="900" b="1" err="1">
                <a:solidFill>
                  <a:srgbClr val="FFFFFF"/>
                </a:solidFill>
                <a:latin typeface="Times New Roman" panose="02020603050405020304" pitchFamily="18" charset="0"/>
                <a:cs typeface="Times New Roman" panose="02020603050405020304" pitchFamily="18" charset="0"/>
              </a:rPr>
              <a:t>nanta</a:t>
            </a:r>
            <a:endParaRPr lang="en-IN" sz="900" b="1">
              <a:solidFill>
                <a:srgbClr val="FFFFFF"/>
              </a:solidFill>
              <a:latin typeface="Times New Roman" panose="02020603050405020304" pitchFamily="18" charset="0"/>
              <a:cs typeface="Times New Roman" panose="02020603050405020304" pitchFamily="18" charset="0"/>
            </a:endParaRPr>
          </a:p>
        </p:txBody>
      </p:sp>
      <p:sp>
        <p:nvSpPr>
          <p:cNvPr id="152" name="Rectangle 151">
            <a:extLst>
              <a:ext uri="{FF2B5EF4-FFF2-40B4-BE49-F238E27FC236}">
                <a16:creationId xmlns:a16="http://schemas.microsoft.com/office/drawing/2014/main" id="{CD65BFFB-BF2F-DE19-AEBC-F2155B288FAA}"/>
              </a:ext>
            </a:extLst>
          </p:cNvPr>
          <p:cNvSpPr/>
          <p:nvPr/>
        </p:nvSpPr>
        <p:spPr>
          <a:xfrm>
            <a:off x="5591998" y="2390320"/>
            <a:ext cx="1783080" cy="164592"/>
          </a:xfrm>
          <a:prstGeom prst="rect">
            <a:avLst/>
          </a:prstGeom>
          <a:solidFill>
            <a:srgbClr val="4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54" name="Rectangle 153">
            <a:extLst>
              <a:ext uri="{FF2B5EF4-FFF2-40B4-BE49-F238E27FC236}">
                <a16:creationId xmlns:a16="http://schemas.microsoft.com/office/drawing/2014/main" id="{AD2FD93F-B41F-4AAA-5604-3D098019BC94}"/>
              </a:ext>
            </a:extLst>
          </p:cNvPr>
          <p:cNvSpPr/>
          <p:nvPr/>
        </p:nvSpPr>
        <p:spPr>
          <a:xfrm>
            <a:off x="5591998" y="2390320"/>
            <a:ext cx="1628589" cy="164592"/>
          </a:xfrm>
          <a:prstGeom prst="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56" name="TextBox 155">
            <a:extLst>
              <a:ext uri="{FF2B5EF4-FFF2-40B4-BE49-F238E27FC236}">
                <a16:creationId xmlns:a16="http://schemas.microsoft.com/office/drawing/2014/main" id="{4A205925-F51E-12B6-857B-8C612E19CDC6}"/>
              </a:ext>
            </a:extLst>
          </p:cNvPr>
          <p:cNvSpPr txBox="1"/>
          <p:nvPr/>
        </p:nvSpPr>
        <p:spPr>
          <a:xfrm>
            <a:off x="7506798" y="2352628"/>
            <a:ext cx="444352" cy="230832"/>
          </a:xfrm>
          <a:prstGeom prst="rect">
            <a:avLst/>
          </a:prstGeom>
          <a:noFill/>
        </p:spPr>
        <p:txBody>
          <a:bodyPr wrap="none" anchor="ctr">
            <a:spAutoFit/>
          </a:bodyPr>
          <a:lstStyle/>
          <a:p>
            <a:pPr algn="r"/>
            <a:r>
              <a:rPr lang="en-IN" sz="900" b="1">
                <a:solidFill>
                  <a:srgbClr val="FFFFFF"/>
                </a:solidFill>
                <a:latin typeface="Times New Roman" panose="02020603050405020304" pitchFamily="18" charset="0"/>
                <a:cs typeface="Times New Roman" panose="02020603050405020304" pitchFamily="18" charset="0"/>
              </a:rPr>
              <a:t>₹6.08</a:t>
            </a:r>
          </a:p>
        </p:txBody>
      </p:sp>
      <p:sp>
        <p:nvSpPr>
          <p:cNvPr id="158" name="TextBox 157">
            <a:extLst>
              <a:ext uri="{FF2B5EF4-FFF2-40B4-BE49-F238E27FC236}">
                <a16:creationId xmlns:a16="http://schemas.microsoft.com/office/drawing/2014/main" id="{5C6A629C-B349-0375-34EB-63DCD7559938}"/>
              </a:ext>
            </a:extLst>
          </p:cNvPr>
          <p:cNvSpPr txBox="1"/>
          <p:nvPr/>
        </p:nvSpPr>
        <p:spPr>
          <a:xfrm>
            <a:off x="4650166" y="2791540"/>
            <a:ext cx="556563" cy="230832"/>
          </a:xfrm>
          <a:prstGeom prst="rect">
            <a:avLst/>
          </a:prstGeom>
          <a:noFill/>
        </p:spPr>
        <p:txBody>
          <a:bodyPr wrap="none" anchor="ctr">
            <a:spAutoFit/>
          </a:bodyPr>
          <a:lstStyle/>
          <a:p>
            <a:pPr algn="l"/>
            <a:r>
              <a:rPr lang="en-IN" sz="900" b="1">
                <a:solidFill>
                  <a:srgbClr val="FFFFFF"/>
                </a:solidFill>
                <a:latin typeface="Times New Roman" panose="02020603050405020304" pitchFamily="18" charset="0"/>
                <a:cs typeface="Times New Roman" panose="02020603050405020304" pitchFamily="18" charset="0"/>
              </a:rPr>
              <a:t>Avenue</a:t>
            </a:r>
          </a:p>
        </p:txBody>
      </p:sp>
      <p:sp>
        <p:nvSpPr>
          <p:cNvPr id="160" name="Rectangle 159">
            <a:extLst>
              <a:ext uri="{FF2B5EF4-FFF2-40B4-BE49-F238E27FC236}">
                <a16:creationId xmlns:a16="http://schemas.microsoft.com/office/drawing/2014/main" id="{BFBF3E05-3270-037C-195E-7CEAB3B9310A}"/>
              </a:ext>
            </a:extLst>
          </p:cNvPr>
          <p:cNvSpPr/>
          <p:nvPr/>
        </p:nvSpPr>
        <p:spPr>
          <a:xfrm>
            <a:off x="5591998" y="2829232"/>
            <a:ext cx="1783080" cy="164592"/>
          </a:xfrm>
          <a:prstGeom prst="rect">
            <a:avLst/>
          </a:prstGeom>
          <a:solidFill>
            <a:srgbClr val="4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62" name="Rectangle 161">
            <a:extLst>
              <a:ext uri="{FF2B5EF4-FFF2-40B4-BE49-F238E27FC236}">
                <a16:creationId xmlns:a16="http://schemas.microsoft.com/office/drawing/2014/main" id="{21EECD94-C7B3-3C47-0300-2BF549F8BC53}"/>
              </a:ext>
            </a:extLst>
          </p:cNvPr>
          <p:cNvSpPr/>
          <p:nvPr/>
        </p:nvSpPr>
        <p:spPr>
          <a:xfrm>
            <a:off x="5591998" y="2829232"/>
            <a:ext cx="1371104" cy="164592"/>
          </a:xfrm>
          <a:prstGeom prst="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64" name="TextBox 163">
            <a:extLst>
              <a:ext uri="{FF2B5EF4-FFF2-40B4-BE49-F238E27FC236}">
                <a16:creationId xmlns:a16="http://schemas.microsoft.com/office/drawing/2014/main" id="{9178C37E-5E9C-270C-245B-066600308893}"/>
              </a:ext>
            </a:extLst>
          </p:cNvPr>
          <p:cNvSpPr txBox="1"/>
          <p:nvPr/>
        </p:nvSpPr>
        <p:spPr>
          <a:xfrm>
            <a:off x="7506798" y="2791540"/>
            <a:ext cx="444352" cy="230832"/>
          </a:xfrm>
          <a:prstGeom prst="rect">
            <a:avLst/>
          </a:prstGeom>
          <a:noFill/>
        </p:spPr>
        <p:txBody>
          <a:bodyPr wrap="none" anchor="ctr">
            <a:spAutoFit/>
          </a:bodyPr>
          <a:lstStyle/>
          <a:p>
            <a:pPr algn="r"/>
            <a:r>
              <a:rPr lang="en-IN" sz="900" b="1">
                <a:solidFill>
                  <a:srgbClr val="FFFFFF"/>
                </a:solidFill>
                <a:latin typeface="Times New Roman" panose="02020603050405020304" pitchFamily="18" charset="0"/>
                <a:cs typeface="Times New Roman" panose="02020603050405020304" pitchFamily="18" charset="0"/>
              </a:rPr>
              <a:t>₹5.32</a:t>
            </a:r>
          </a:p>
        </p:txBody>
      </p:sp>
      <p:sp>
        <p:nvSpPr>
          <p:cNvPr id="166" name="TextBox 165">
            <a:extLst>
              <a:ext uri="{FF2B5EF4-FFF2-40B4-BE49-F238E27FC236}">
                <a16:creationId xmlns:a16="http://schemas.microsoft.com/office/drawing/2014/main" id="{02909549-15B3-CDF5-40DC-F7B772B86DA2}"/>
              </a:ext>
            </a:extLst>
          </p:cNvPr>
          <p:cNvSpPr txBox="1"/>
          <p:nvPr/>
        </p:nvSpPr>
        <p:spPr>
          <a:xfrm>
            <a:off x="4650166" y="3230451"/>
            <a:ext cx="575799" cy="230832"/>
          </a:xfrm>
          <a:prstGeom prst="rect">
            <a:avLst/>
          </a:prstGeom>
          <a:noFill/>
        </p:spPr>
        <p:txBody>
          <a:bodyPr wrap="none" anchor="ctr">
            <a:spAutoFit/>
          </a:bodyPr>
          <a:lstStyle/>
          <a:p>
            <a:pPr algn="l"/>
            <a:r>
              <a:rPr lang="en-IN" sz="900" b="1">
                <a:solidFill>
                  <a:srgbClr val="FFFFFF"/>
                </a:solidFill>
                <a:latin typeface="Times New Roman" panose="02020603050405020304" pitchFamily="18" charset="0"/>
                <a:cs typeface="Times New Roman" panose="02020603050405020304" pitchFamily="18" charset="0"/>
              </a:rPr>
              <a:t>Enclave</a:t>
            </a:r>
          </a:p>
        </p:txBody>
      </p:sp>
      <p:sp>
        <p:nvSpPr>
          <p:cNvPr id="168" name="Rectangle 167">
            <a:extLst>
              <a:ext uri="{FF2B5EF4-FFF2-40B4-BE49-F238E27FC236}">
                <a16:creationId xmlns:a16="http://schemas.microsoft.com/office/drawing/2014/main" id="{F41968FB-179B-FB30-664A-6ABD7C1613EF}"/>
              </a:ext>
            </a:extLst>
          </p:cNvPr>
          <p:cNvSpPr/>
          <p:nvPr/>
        </p:nvSpPr>
        <p:spPr>
          <a:xfrm>
            <a:off x="5591998" y="3268143"/>
            <a:ext cx="1783080" cy="164592"/>
          </a:xfrm>
          <a:prstGeom prst="rect">
            <a:avLst/>
          </a:prstGeom>
          <a:solidFill>
            <a:srgbClr val="4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70" name="Rectangle 169">
            <a:extLst>
              <a:ext uri="{FF2B5EF4-FFF2-40B4-BE49-F238E27FC236}">
                <a16:creationId xmlns:a16="http://schemas.microsoft.com/office/drawing/2014/main" id="{A511C90D-137E-6F1E-DB16-151C24913C68}"/>
              </a:ext>
            </a:extLst>
          </p:cNvPr>
          <p:cNvSpPr/>
          <p:nvPr/>
        </p:nvSpPr>
        <p:spPr>
          <a:xfrm>
            <a:off x="5591999" y="3268143"/>
            <a:ext cx="973902" cy="164592"/>
          </a:xfrm>
          <a:prstGeom prst="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72" name="TextBox 171">
            <a:extLst>
              <a:ext uri="{FF2B5EF4-FFF2-40B4-BE49-F238E27FC236}">
                <a16:creationId xmlns:a16="http://schemas.microsoft.com/office/drawing/2014/main" id="{FAAD156F-16AC-4DB3-D76A-9F6AE8F641EB}"/>
              </a:ext>
            </a:extLst>
          </p:cNvPr>
          <p:cNvSpPr txBox="1"/>
          <p:nvPr/>
        </p:nvSpPr>
        <p:spPr>
          <a:xfrm>
            <a:off x="7506798" y="3230451"/>
            <a:ext cx="444352" cy="230832"/>
          </a:xfrm>
          <a:prstGeom prst="rect">
            <a:avLst/>
          </a:prstGeom>
          <a:noFill/>
        </p:spPr>
        <p:txBody>
          <a:bodyPr wrap="none" anchor="ctr">
            <a:spAutoFit/>
          </a:bodyPr>
          <a:lstStyle/>
          <a:p>
            <a:pPr algn="r"/>
            <a:r>
              <a:rPr lang="en-IN" sz="900" b="1">
                <a:solidFill>
                  <a:srgbClr val="FFFFFF"/>
                </a:solidFill>
                <a:latin typeface="Times New Roman" panose="02020603050405020304" pitchFamily="18" charset="0"/>
                <a:cs typeface="Times New Roman" panose="02020603050405020304" pitchFamily="18" charset="0"/>
              </a:rPr>
              <a:t>₹0.33</a:t>
            </a:r>
          </a:p>
        </p:txBody>
      </p:sp>
      <p:sp>
        <p:nvSpPr>
          <p:cNvPr id="174" name="TextBox 173">
            <a:extLst>
              <a:ext uri="{FF2B5EF4-FFF2-40B4-BE49-F238E27FC236}">
                <a16:creationId xmlns:a16="http://schemas.microsoft.com/office/drawing/2014/main" id="{01EBA035-C010-2104-1D22-A759F313D577}"/>
              </a:ext>
            </a:extLst>
          </p:cNvPr>
          <p:cNvSpPr txBox="1"/>
          <p:nvPr/>
        </p:nvSpPr>
        <p:spPr>
          <a:xfrm>
            <a:off x="4650166" y="3669364"/>
            <a:ext cx="614271" cy="230832"/>
          </a:xfrm>
          <a:prstGeom prst="rect">
            <a:avLst/>
          </a:prstGeom>
          <a:noFill/>
        </p:spPr>
        <p:txBody>
          <a:bodyPr wrap="none" anchor="ctr">
            <a:spAutoFit/>
          </a:bodyPr>
          <a:lstStyle/>
          <a:p>
            <a:pPr algn="l"/>
            <a:r>
              <a:rPr lang="en-IN" sz="900" b="1">
                <a:solidFill>
                  <a:srgbClr val="FFFFFF"/>
                </a:solidFill>
                <a:latin typeface="Times New Roman" panose="02020603050405020304" pitchFamily="18" charset="0"/>
                <a:cs typeface="Times New Roman" panose="02020603050405020304" pitchFamily="18" charset="0"/>
              </a:rPr>
              <a:t>Paradise</a:t>
            </a:r>
          </a:p>
        </p:txBody>
      </p:sp>
      <p:sp>
        <p:nvSpPr>
          <p:cNvPr id="176" name="Rectangle 175">
            <a:extLst>
              <a:ext uri="{FF2B5EF4-FFF2-40B4-BE49-F238E27FC236}">
                <a16:creationId xmlns:a16="http://schemas.microsoft.com/office/drawing/2014/main" id="{D0CB4AD8-E78B-397C-1BE3-7C108F20A511}"/>
              </a:ext>
            </a:extLst>
          </p:cNvPr>
          <p:cNvSpPr/>
          <p:nvPr/>
        </p:nvSpPr>
        <p:spPr>
          <a:xfrm>
            <a:off x="5591998" y="3707056"/>
            <a:ext cx="1783080" cy="164592"/>
          </a:xfrm>
          <a:prstGeom prst="rect">
            <a:avLst/>
          </a:prstGeom>
          <a:solidFill>
            <a:srgbClr val="4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78" name="Rectangle 177">
            <a:extLst>
              <a:ext uri="{FF2B5EF4-FFF2-40B4-BE49-F238E27FC236}">
                <a16:creationId xmlns:a16="http://schemas.microsoft.com/office/drawing/2014/main" id="{C39A07AC-FE3D-C476-56D8-959E3889CE37}"/>
              </a:ext>
            </a:extLst>
          </p:cNvPr>
          <p:cNvSpPr/>
          <p:nvPr/>
        </p:nvSpPr>
        <p:spPr>
          <a:xfrm>
            <a:off x="5591998" y="3707056"/>
            <a:ext cx="1001419" cy="164592"/>
          </a:xfrm>
          <a:prstGeom prst="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80" name="TextBox 179">
            <a:extLst>
              <a:ext uri="{FF2B5EF4-FFF2-40B4-BE49-F238E27FC236}">
                <a16:creationId xmlns:a16="http://schemas.microsoft.com/office/drawing/2014/main" id="{02EBF629-F459-B4EF-2DB4-F4EFD4642109}"/>
              </a:ext>
            </a:extLst>
          </p:cNvPr>
          <p:cNvSpPr txBox="1"/>
          <p:nvPr/>
        </p:nvSpPr>
        <p:spPr>
          <a:xfrm>
            <a:off x="7506798" y="3669364"/>
            <a:ext cx="444352" cy="230832"/>
          </a:xfrm>
          <a:prstGeom prst="rect">
            <a:avLst/>
          </a:prstGeom>
          <a:noFill/>
        </p:spPr>
        <p:txBody>
          <a:bodyPr wrap="none" anchor="ctr">
            <a:spAutoFit/>
          </a:bodyPr>
          <a:lstStyle/>
          <a:p>
            <a:pPr algn="r"/>
            <a:r>
              <a:rPr lang="en-IN" sz="900" b="1">
                <a:solidFill>
                  <a:srgbClr val="FFFFFF"/>
                </a:solidFill>
                <a:latin typeface="Times New Roman" panose="02020603050405020304" pitchFamily="18" charset="0"/>
                <a:cs typeface="Times New Roman" panose="02020603050405020304" pitchFamily="18" charset="0"/>
              </a:rPr>
              <a:t>₹0.34</a:t>
            </a:r>
          </a:p>
        </p:txBody>
      </p:sp>
      <p:sp>
        <p:nvSpPr>
          <p:cNvPr id="182" name="TextBox 181">
            <a:extLst>
              <a:ext uri="{FF2B5EF4-FFF2-40B4-BE49-F238E27FC236}">
                <a16:creationId xmlns:a16="http://schemas.microsoft.com/office/drawing/2014/main" id="{547DA594-4370-9770-FE9F-C915B9D6F7AE}"/>
              </a:ext>
            </a:extLst>
          </p:cNvPr>
          <p:cNvSpPr txBox="1"/>
          <p:nvPr/>
        </p:nvSpPr>
        <p:spPr>
          <a:xfrm>
            <a:off x="4639702" y="4073593"/>
            <a:ext cx="1031496" cy="507831"/>
          </a:xfrm>
          <a:prstGeom prst="rect">
            <a:avLst/>
          </a:prstGeom>
          <a:noFill/>
        </p:spPr>
        <p:txBody>
          <a:bodyPr wrap="square" anchor="ctr">
            <a:spAutoFit/>
          </a:bodyPr>
          <a:lstStyle/>
          <a:p>
            <a:pPr algn="l"/>
            <a:r>
              <a:rPr lang="en-IN" sz="900" b="0">
                <a:solidFill>
                  <a:srgbClr val="FFFFFF"/>
                </a:solidFill>
                <a:latin typeface="Times New Roman" panose="02020603050405020304" pitchFamily="18" charset="0"/>
                <a:cs typeface="Times New Roman" panose="02020603050405020304" pitchFamily="18" charset="0"/>
              </a:rPr>
              <a:t>Others (Parijat, Utopia and orchid)</a:t>
            </a:r>
          </a:p>
        </p:txBody>
      </p:sp>
      <p:sp>
        <p:nvSpPr>
          <p:cNvPr id="184" name="Rectangle 183">
            <a:extLst>
              <a:ext uri="{FF2B5EF4-FFF2-40B4-BE49-F238E27FC236}">
                <a16:creationId xmlns:a16="http://schemas.microsoft.com/office/drawing/2014/main" id="{ADCD38B9-A555-73FB-C864-0156A0E95560}"/>
              </a:ext>
            </a:extLst>
          </p:cNvPr>
          <p:cNvSpPr/>
          <p:nvPr/>
        </p:nvSpPr>
        <p:spPr>
          <a:xfrm>
            <a:off x="5591998" y="4145968"/>
            <a:ext cx="1783080" cy="164592"/>
          </a:xfrm>
          <a:prstGeom prst="rect">
            <a:avLst/>
          </a:prstGeom>
          <a:solidFill>
            <a:srgbClr val="4C4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86" name="Rectangle 185">
            <a:extLst>
              <a:ext uri="{FF2B5EF4-FFF2-40B4-BE49-F238E27FC236}">
                <a16:creationId xmlns:a16="http://schemas.microsoft.com/office/drawing/2014/main" id="{EE0E26FB-739C-DA06-2C52-DAAF138B2E80}"/>
              </a:ext>
            </a:extLst>
          </p:cNvPr>
          <p:cNvSpPr/>
          <p:nvPr/>
        </p:nvSpPr>
        <p:spPr>
          <a:xfrm>
            <a:off x="5591997" y="4145968"/>
            <a:ext cx="1134769" cy="164592"/>
          </a:xfrm>
          <a:prstGeom prst="rect">
            <a:avLst/>
          </a:prstGeom>
          <a:solidFill>
            <a:srgbClr val="CAA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88" name="TextBox 187">
            <a:extLst>
              <a:ext uri="{FF2B5EF4-FFF2-40B4-BE49-F238E27FC236}">
                <a16:creationId xmlns:a16="http://schemas.microsoft.com/office/drawing/2014/main" id="{EED9498A-F072-11FE-6C6C-01A5DF8BC0FB}"/>
              </a:ext>
            </a:extLst>
          </p:cNvPr>
          <p:cNvSpPr txBox="1"/>
          <p:nvPr/>
        </p:nvSpPr>
        <p:spPr>
          <a:xfrm>
            <a:off x="7506798" y="4108276"/>
            <a:ext cx="444352" cy="230832"/>
          </a:xfrm>
          <a:prstGeom prst="rect">
            <a:avLst/>
          </a:prstGeom>
          <a:noFill/>
        </p:spPr>
        <p:txBody>
          <a:bodyPr wrap="none" anchor="ctr">
            <a:spAutoFit/>
          </a:bodyPr>
          <a:lstStyle/>
          <a:p>
            <a:pPr algn="r"/>
            <a:r>
              <a:rPr lang="en-IN" sz="900" b="1">
                <a:solidFill>
                  <a:srgbClr val="FFFFFF"/>
                </a:solidFill>
                <a:latin typeface="Times New Roman" panose="02020603050405020304" pitchFamily="18" charset="0"/>
                <a:cs typeface="Times New Roman" panose="02020603050405020304" pitchFamily="18" charset="0"/>
              </a:rPr>
              <a:t>₹0.65</a:t>
            </a:r>
          </a:p>
        </p:txBody>
      </p:sp>
      <p:sp>
        <p:nvSpPr>
          <p:cNvPr id="190" name="Rounded Rectangle 56">
            <a:extLst>
              <a:ext uri="{FF2B5EF4-FFF2-40B4-BE49-F238E27FC236}">
                <a16:creationId xmlns:a16="http://schemas.microsoft.com/office/drawing/2014/main" id="{7697240B-B202-1044-567E-3F28BEE83BCC}"/>
              </a:ext>
            </a:extLst>
          </p:cNvPr>
          <p:cNvSpPr/>
          <p:nvPr/>
        </p:nvSpPr>
        <p:spPr>
          <a:xfrm>
            <a:off x="4650166" y="4703752"/>
            <a:ext cx="3154680" cy="429768"/>
          </a:xfrm>
          <a:prstGeom prst="round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92" name="TextBox 191">
            <a:extLst>
              <a:ext uri="{FF2B5EF4-FFF2-40B4-BE49-F238E27FC236}">
                <a16:creationId xmlns:a16="http://schemas.microsoft.com/office/drawing/2014/main" id="{3AAA0524-6FB8-65B8-A4F7-67A60BB36E15}"/>
              </a:ext>
            </a:extLst>
          </p:cNvPr>
          <p:cNvSpPr txBox="1"/>
          <p:nvPr/>
        </p:nvSpPr>
        <p:spPr>
          <a:xfrm>
            <a:off x="4744007" y="4780360"/>
            <a:ext cx="2957861" cy="230832"/>
          </a:xfrm>
          <a:prstGeom prst="rect">
            <a:avLst/>
          </a:prstGeom>
          <a:noFill/>
        </p:spPr>
        <p:txBody>
          <a:bodyPr wrap="none" anchor="ctr">
            <a:spAutoFit/>
          </a:bodyPr>
          <a:lstStyle/>
          <a:p>
            <a:pPr algn="ctr"/>
            <a:r>
              <a:rPr lang="en-US" sz="900" b="1">
                <a:solidFill>
                  <a:srgbClr val="FFFFFF"/>
                </a:solidFill>
                <a:latin typeface="Times New Roman" panose="02020603050405020304" pitchFamily="18" charset="0"/>
                <a:cs typeface="Times New Roman" panose="02020603050405020304" pitchFamily="18" charset="0"/>
              </a:rPr>
              <a:t>Focus first on the projects carrying Week 4 and Week 5.</a:t>
            </a:r>
          </a:p>
        </p:txBody>
      </p:sp>
      <p:sp>
        <p:nvSpPr>
          <p:cNvPr id="194" name="Rounded Rectangle 58">
            <a:extLst>
              <a:ext uri="{FF2B5EF4-FFF2-40B4-BE49-F238E27FC236}">
                <a16:creationId xmlns:a16="http://schemas.microsoft.com/office/drawing/2014/main" id="{5BEEF40E-6422-2858-0FF0-59A1A9298F76}"/>
              </a:ext>
            </a:extLst>
          </p:cNvPr>
          <p:cNvSpPr/>
          <p:nvPr/>
        </p:nvSpPr>
        <p:spPr>
          <a:xfrm>
            <a:off x="8348914" y="1027864"/>
            <a:ext cx="3394588" cy="4434840"/>
          </a:xfrm>
          <a:prstGeom prst="roundRect">
            <a:avLst/>
          </a:prstGeom>
          <a:solidFill>
            <a:srgbClr val="FFFFFF"/>
          </a:solidFill>
          <a:ln>
            <a:solidFill>
              <a:srgbClr val="E6E6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196" name="TextBox 195">
            <a:extLst>
              <a:ext uri="{FF2B5EF4-FFF2-40B4-BE49-F238E27FC236}">
                <a16:creationId xmlns:a16="http://schemas.microsoft.com/office/drawing/2014/main" id="{ADC5EEBB-2253-A9ED-02EA-B0897D545C37}"/>
              </a:ext>
            </a:extLst>
          </p:cNvPr>
          <p:cNvSpPr txBox="1"/>
          <p:nvPr/>
        </p:nvSpPr>
        <p:spPr>
          <a:xfrm>
            <a:off x="8399205" y="1228722"/>
            <a:ext cx="3444726" cy="276999"/>
          </a:xfrm>
          <a:prstGeom prst="rect">
            <a:avLst/>
          </a:prstGeom>
          <a:noFill/>
        </p:spPr>
        <p:txBody>
          <a:bodyPr wrap="none" anchor="ctr">
            <a:spAutoFit/>
          </a:bodyPr>
          <a:lstStyle/>
          <a:p>
            <a:pPr algn="l"/>
            <a:r>
              <a:rPr lang="en-US" sz="1200" b="1">
                <a:solidFill>
                  <a:srgbClr val="910D22"/>
                </a:solidFill>
                <a:latin typeface="Times New Roman" panose="02020603050405020304" pitchFamily="18" charset="0"/>
                <a:cs typeface="Times New Roman" panose="02020603050405020304" pitchFamily="18" charset="0"/>
              </a:rPr>
              <a:t>WHY?  WHAT SITS BEHIND THE FORECAST</a:t>
            </a:r>
          </a:p>
        </p:txBody>
      </p:sp>
      <p:sp>
        <p:nvSpPr>
          <p:cNvPr id="198" name="TextBox 197">
            <a:extLst>
              <a:ext uri="{FF2B5EF4-FFF2-40B4-BE49-F238E27FC236}">
                <a16:creationId xmlns:a16="http://schemas.microsoft.com/office/drawing/2014/main" id="{B8193CD2-CA6F-19DD-E4D9-771F101D6457}"/>
              </a:ext>
            </a:extLst>
          </p:cNvPr>
          <p:cNvSpPr txBox="1"/>
          <p:nvPr/>
        </p:nvSpPr>
        <p:spPr>
          <a:xfrm>
            <a:off x="8609518" y="1584309"/>
            <a:ext cx="2327688" cy="276999"/>
          </a:xfrm>
          <a:prstGeom prst="rect">
            <a:avLst/>
          </a:prstGeom>
          <a:noFill/>
        </p:spPr>
        <p:txBody>
          <a:bodyPr wrap="none" anchor="ctr">
            <a:spAutoFit/>
          </a:bodyPr>
          <a:lstStyle/>
          <a:p>
            <a:pPr algn="l"/>
            <a:r>
              <a:rPr lang="en-IN" sz="1200" b="1">
                <a:solidFill>
                  <a:srgbClr val="910D22"/>
                </a:solidFill>
                <a:latin typeface="Times New Roman" panose="02020603050405020304" pitchFamily="18" charset="0"/>
                <a:cs typeface="Times New Roman" panose="02020603050405020304" pitchFamily="18" charset="0"/>
              </a:rPr>
              <a:t>EXPECTED REGISTRATIONS</a:t>
            </a:r>
          </a:p>
        </p:txBody>
      </p:sp>
      <p:sp>
        <p:nvSpPr>
          <p:cNvPr id="200" name="TextBox 199">
            <a:extLst>
              <a:ext uri="{FF2B5EF4-FFF2-40B4-BE49-F238E27FC236}">
                <a16:creationId xmlns:a16="http://schemas.microsoft.com/office/drawing/2014/main" id="{75F88ABA-84E1-DA2E-3C99-C05EB5E31140}"/>
              </a:ext>
            </a:extLst>
          </p:cNvPr>
          <p:cNvSpPr txBox="1"/>
          <p:nvPr/>
        </p:nvSpPr>
        <p:spPr>
          <a:xfrm>
            <a:off x="8609518" y="1846139"/>
            <a:ext cx="936475" cy="338554"/>
          </a:xfrm>
          <a:prstGeom prst="rect">
            <a:avLst/>
          </a:prstGeom>
          <a:noFill/>
        </p:spPr>
        <p:txBody>
          <a:bodyPr wrap="none" anchor="ctr">
            <a:spAutoFit/>
          </a:bodyPr>
          <a:lstStyle/>
          <a:p>
            <a:pPr algn="l"/>
            <a:r>
              <a:rPr lang="en-IN" sz="1600" b="1">
                <a:solidFill>
                  <a:srgbClr val="2B2B2B"/>
                </a:solidFill>
                <a:latin typeface="Times New Roman" panose="02020603050405020304" pitchFamily="18" charset="0"/>
                <a:cs typeface="Times New Roman" panose="02020603050405020304" pitchFamily="18" charset="0"/>
                <a:hlinkClick r:id="" action="ppaction://customshow?id=8&amp;return=true"/>
              </a:rPr>
              <a:t>₹9.81 Cr</a:t>
            </a:r>
            <a:endParaRPr lang="en-IN" sz="1600" b="1">
              <a:solidFill>
                <a:srgbClr val="2B2B2B"/>
              </a:solidFill>
              <a:latin typeface="Times New Roman" panose="02020603050405020304" pitchFamily="18" charset="0"/>
              <a:cs typeface="Times New Roman" panose="02020603050405020304" pitchFamily="18" charset="0"/>
            </a:endParaRPr>
          </a:p>
        </p:txBody>
      </p:sp>
      <p:sp>
        <p:nvSpPr>
          <p:cNvPr id="202" name="TextBox 201">
            <a:extLst>
              <a:ext uri="{FF2B5EF4-FFF2-40B4-BE49-F238E27FC236}">
                <a16:creationId xmlns:a16="http://schemas.microsoft.com/office/drawing/2014/main" id="{C932B421-D97B-D3B9-24C5-B09DF81CEA27}"/>
              </a:ext>
            </a:extLst>
          </p:cNvPr>
          <p:cNvSpPr txBox="1"/>
          <p:nvPr/>
        </p:nvSpPr>
        <p:spPr>
          <a:xfrm>
            <a:off x="9770806" y="1875468"/>
            <a:ext cx="1130438" cy="261610"/>
          </a:xfrm>
          <a:prstGeom prst="rect">
            <a:avLst/>
          </a:prstGeom>
          <a:noFill/>
        </p:spPr>
        <p:txBody>
          <a:bodyPr wrap="none" anchor="ctr">
            <a:spAutoFit/>
          </a:bodyPr>
          <a:lstStyle/>
          <a:p>
            <a:pPr algn="l"/>
            <a:r>
              <a:rPr lang="en-IN" sz="1100" b="1">
                <a:solidFill>
                  <a:srgbClr val="2B2B2B"/>
                </a:solidFill>
                <a:latin typeface="Times New Roman" panose="02020603050405020304" pitchFamily="18" charset="0"/>
                <a:cs typeface="Times New Roman" panose="02020603050405020304" pitchFamily="18" charset="0"/>
              </a:rPr>
              <a:t>33% of forecast</a:t>
            </a:r>
          </a:p>
        </p:txBody>
      </p:sp>
      <p:sp>
        <p:nvSpPr>
          <p:cNvPr id="204" name="TextBox 203">
            <a:extLst>
              <a:ext uri="{FF2B5EF4-FFF2-40B4-BE49-F238E27FC236}">
                <a16:creationId xmlns:a16="http://schemas.microsoft.com/office/drawing/2014/main" id="{D002C7F0-E4F2-BE55-4DB0-81A03742469D}"/>
              </a:ext>
            </a:extLst>
          </p:cNvPr>
          <p:cNvSpPr txBox="1"/>
          <p:nvPr/>
        </p:nvSpPr>
        <p:spPr>
          <a:xfrm>
            <a:off x="8599358" y="2245496"/>
            <a:ext cx="3058956" cy="600164"/>
          </a:xfrm>
          <a:prstGeom prst="rect">
            <a:avLst/>
          </a:prstGeom>
          <a:noFill/>
        </p:spPr>
        <p:txBody>
          <a:bodyPr wrap="square" anchor="ctr">
            <a:spAutoFit/>
          </a:bodyPr>
          <a:lstStyle/>
          <a:p>
            <a:pPr algn="l"/>
            <a:r>
              <a:rPr lang="en-US" sz="1100" b="0">
                <a:latin typeface="Times New Roman" panose="02020603050405020304" pitchFamily="18" charset="0"/>
                <a:cs typeface="Times New Roman" panose="02020603050405020304" pitchFamily="18" charset="0"/>
              </a:rPr>
              <a:t>16 of 19 registrations (84%) are tentatively lined up on / after 14 Aug.</a:t>
            </a:r>
            <a:br>
              <a:rPr lang="en-US" sz="1100" b="0">
                <a:latin typeface="Times New Roman" panose="02020603050405020304" pitchFamily="18" charset="0"/>
                <a:cs typeface="Times New Roman" panose="02020603050405020304" pitchFamily="18" charset="0"/>
              </a:rPr>
            </a:br>
            <a:r>
              <a:rPr lang="en-US" sz="1100">
                <a:latin typeface="Times New Roman" panose="02020603050405020304" pitchFamily="18" charset="0"/>
                <a:cs typeface="Times New Roman" panose="02020603050405020304" pitchFamily="18" charset="0"/>
              </a:rPr>
              <a:t>Ananta- 6.08 Cr | Avenue- 0.42 Cr |   Vista 2.63 Cr </a:t>
            </a:r>
            <a:endParaRPr lang="en-US" sz="1100" b="0">
              <a:latin typeface="Times New Roman" panose="02020603050405020304" pitchFamily="18" charset="0"/>
              <a:cs typeface="Times New Roman" panose="02020603050405020304" pitchFamily="18" charset="0"/>
            </a:endParaRPr>
          </a:p>
        </p:txBody>
      </p:sp>
      <p:sp>
        <p:nvSpPr>
          <p:cNvPr id="206" name="Rectangle 205">
            <a:extLst>
              <a:ext uri="{FF2B5EF4-FFF2-40B4-BE49-F238E27FC236}">
                <a16:creationId xmlns:a16="http://schemas.microsoft.com/office/drawing/2014/main" id="{18ECBE2E-5ED5-03E8-DE38-A2F2F6F2A2AA}"/>
              </a:ext>
            </a:extLst>
          </p:cNvPr>
          <p:cNvSpPr/>
          <p:nvPr/>
        </p:nvSpPr>
        <p:spPr>
          <a:xfrm>
            <a:off x="8609518" y="2791640"/>
            <a:ext cx="2514600" cy="10972"/>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208" name="TextBox 207">
            <a:extLst>
              <a:ext uri="{FF2B5EF4-FFF2-40B4-BE49-F238E27FC236}">
                <a16:creationId xmlns:a16="http://schemas.microsoft.com/office/drawing/2014/main" id="{282781CF-EBDB-2B94-D4BA-47A2232909ED}"/>
              </a:ext>
            </a:extLst>
          </p:cNvPr>
          <p:cNvSpPr txBox="1"/>
          <p:nvPr/>
        </p:nvSpPr>
        <p:spPr>
          <a:xfrm>
            <a:off x="8609518" y="2864469"/>
            <a:ext cx="1717586" cy="276999"/>
          </a:xfrm>
          <a:prstGeom prst="rect">
            <a:avLst/>
          </a:prstGeom>
          <a:noFill/>
        </p:spPr>
        <p:txBody>
          <a:bodyPr wrap="none" anchor="ctr">
            <a:spAutoFit/>
          </a:bodyPr>
          <a:lstStyle/>
          <a:p>
            <a:pPr algn="l"/>
            <a:r>
              <a:rPr lang="en-IN" sz="1200" b="1">
                <a:solidFill>
                  <a:srgbClr val="910D22"/>
                </a:solidFill>
                <a:latin typeface="Times New Roman" panose="02020603050405020304" pitchFamily="18" charset="0"/>
                <a:cs typeface="Times New Roman" panose="02020603050405020304" pitchFamily="18" charset="0"/>
              </a:rPr>
              <a:t>NEW SLAB DEMAND</a:t>
            </a:r>
          </a:p>
        </p:txBody>
      </p:sp>
      <p:sp>
        <p:nvSpPr>
          <p:cNvPr id="210" name="TextBox 209">
            <a:extLst>
              <a:ext uri="{FF2B5EF4-FFF2-40B4-BE49-F238E27FC236}">
                <a16:creationId xmlns:a16="http://schemas.microsoft.com/office/drawing/2014/main" id="{E3F6281D-4F98-32FB-43B5-9CF547FF346A}"/>
              </a:ext>
            </a:extLst>
          </p:cNvPr>
          <p:cNvSpPr txBox="1"/>
          <p:nvPr/>
        </p:nvSpPr>
        <p:spPr>
          <a:xfrm>
            <a:off x="8609518" y="3126299"/>
            <a:ext cx="1039067" cy="338554"/>
          </a:xfrm>
          <a:prstGeom prst="rect">
            <a:avLst/>
          </a:prstGeom>
          <a:noFill/>
        </p:spPr>
        <p:txBody>
          <a:bodyPr wrap="none" anchor="ctr">
            <a:spAutoFit/>
          </a:bodyPr>
          <a:lstStyle/>
          <a:p>
            <a:pPr algn="l"/>
            <a:r>
              <a:rPr lang="en-IN" sz="1600" b="1">
                <a:solidFill>
                  <a:srgbClr val="2B2B2B"/>
                </a:solidFill>
                <a:latin typeface="Times New Roman" panose="02020603050405020304" pitchFamily="18" charset="0"/>
                <a:cs typeface="Times New Roman" panose="02020603050405020304" pitchFamily="18" charset="0"/>
              </a:rPr>
              <a:t>₹10.90 Cr</a:t>
            </a:r>
          </a:p>
        </p:txBody>
      </p:sp>
      <p:sp>
        <p:nvSpPr>
          <p:cNvPr id="212" name="TextBox 211">
            <a:extLst>
              <a:ext uri="{FF2B5EF4-FFF2-40B4-BE49-F238E27FC236}">
                <a16:creationId xmlns:a16="http://schemas.microsoft.com/office/drawing/2014/main" id="{9821C916-5C6E-1ED6-E8E7-153B2AD7F3C2}"/>
              </a:ext>
            </a:extLst>
          </p:cNvPr>
          <p:cNvSpPr txBox="1"/>
          <p:nvPr/>
        </p:nvSpPr>
        <p:spPr>
          <a:xfrm>
            <a:off x="9770806" y="3155627"/>
            <a:ext cx="1130438" cy="261610"/>
          </a:xfrm>
          <a:prstGeom prst="rect">
            <a:avLst/>
          </a:prstGeom>
          <a:noFill/>
        </p:spPr>
        <p:txBody>
          <a:bodyPr wrap="none" anchor="ctr">
            <a:spAutoFit/>
          </a:bodyPr>
          <a:lstStyle/>
          <a:p>
            <a:pPr algn="l"/>
            <a:r>
              <a:rPr lang="en-IN" sz="1100" b="1">
                <a:solidFill>
                  <a:srgbClr val="2B2B2B"/>
                </a:solidFill>
                <a:latin typeface="Times New Roman" panose="02020603050405020304" pitchFamily="18" charset="0"/>
                <a:cs typeface="Times New Roman" panose="02020603050405020304" pitchFamily="18" charset="0"/>
              </a:rPr>
              <a:t>36% of forecast</a:t>
            </a:r>
          </a:p>
        </p:txBody>
      </p:sp>
      <p:sp>
        <p:nvSpPr>
          <p:cNvPr id="214" name="TextBox 213">
            <a:extLst>
              <a:ext uri="{FF2B5EF4-FFF2-40B4-BE49-F238E27FC236}">
                <a16:creationId xmlns:a16="http://schemas.microsoft.com/office/drawing/2014/main" id="{DFF38A77-68F4-06B9-EEB3-E559789AB37D}"/>
              </a:ext>
            </a:extLst>
          </p:cNvPr>
          <p:cNvSpPr txBox="1"/>
          <p:nvPr/>
        </p:nvSpPr>
        <p:spPr>
          <a:xfrm>
            <a:off x="8630920" y="3354562"/>
            <a:ext cx="3074482" cy="931024"/>
          </a:xfrm>
          <a:prstGeom prst="rect">
            <a:avLst/>
          </a:prstGeom>
          <a:noFill/>
        </p:spPr>
        <p:txBody>
          <a:bodyPr wrap="square" anchor="ctr">
            <a:spAutoFit/>
          </a:bodyPr>
          <a:lstStyle/>
          <a:p>
            <a:pPr algn="l"/>
            <a:r>
              <a:rPr lang="en-US" sz="1050" b="0">
                <a:latin typeface="Times New Roman" panose="02020603050405020304" pitchFamily="18" charset="0"/>
                <a:cs typeface="Times New Roman" panose="02020603050405020304" pitchFamily="18" charset="0"/>
              </a:rPr>
              <a:t>
</a:t>
            </a:r>
            <a:r>
              <a:rPr lang="en-US" sz="1100" b="0">
                <a:latin typeface="Times New Roman" panose="02020603050405020304" pitchFamily="18" charset="0"/>
                <a:cs typeface="Times New Roman" panose="02020603050405020304" pitchFamily="18" charset="0"/>
              </a:rPr>
              <a:t>Vista 12th: ₹5.52 Cr
Avenue 9th: ₹4.88 Cr</a:t>
            </a:r>
            <a:br>
              <a:rPr lang="en-US" sz="1100" b="0">
                <a:latin typeface="Times New Roman" panose="02020603050405020304" pitchFamily="18" charset="0"/>
                <a:cs typeface="Times New Roman" panose="02020603050405020304" pitchFamily="18" charset="0"/>
              </a:rPr>
            </a:br>
            <a:r>
              <a:rPr lang="en-US" sz="1100" b="0">
                <a:latin typeface="Times New Roman" panose="02020603050405020304" pitchFamily="18" charset="0"/>
                <a:cs typeface="Times New Roman" panose="02020603050405020304" pitchFamily="18" charset="0"/>
              </a:rPr>
              <a:t>Orchid and Parijat:  0.50 Cr
Dependency: CC / plans / Arch Cert</a:t>
            </a:r>
            <a:endParaRPr lang="en-US" sz="1050" b="0">
              <a:latin typeface="Times New Roman" panose="02020603050405020304" pitchFamily="18" charset="0"/>
              <a:cs typeface="Times New Roman" panose="02020603050405020304" pitchFamily="18" charset="0"/>
            </a:endParaRPr>
          </a:p>
        </p:txBody>
      </p:sp>
      <p:sp>
        <p:nvSpPr>
          <p:cNvPr id="216" name="Rectangle 215">
            <a:extLst>
              <a:ext uri="{FF2B5EF4-FFF2-40B4-BE49-F238E27FC236}">
                <a16:creationId xmlns:a16="http://schemas.microsoft.com/office/drawing/2014/main" id="{44448A24-462B-350E-893B-0C2AA2E3B36F}"/>
              </a:ext>
            </a:extLst>
          </p:cNvPr>
          <p:cNvSpPr/>
          <p:nvPr/>
        </p:nvSpPr>
        <p:spPr>
          <a:xfrm>
            <a:off x="8609518" y="4411144"/>
            <a:ext cx="2514600" cy="10972"/>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sz="2000">
              <a:latin typeface="Times New Roman" panose="02020603050405020304" pitchFamily="18" charset="0"/>
              <a:cs typeface="Times New Roman" panose="02020603050405020304" pitchFamily="18" charset="0"/>
            </a:endParaRPr>
          </a:p>
        </p:txBody>
      </p:sp>
      <p:sp>
        <p:nvSpPr>
          <p:cNvPr id="218" name="TextBox 217">
            <a:extLst>
              <a:ext uri="{FF2B5EF4-FFF2-40B4-BE49-F238E27FC236}">
                <a16:creationId xmlns:a16="http://schemas.microsoft.com/office/drawing/2014/main" id="{A5EA5C1C-0447-E5C1-D529-C5030F115A50}"/>
              </a:ext>
            </a:extLst>
          </p:cNvPr>
          <p:cNvSpPr txBox="1"/>
          <p:nvPr/>
        </p:nvSpPr>
        <p:spPr>
          <a:xfrm>
            <a:off x="8671233" y="4503463"/>
            <a:ext cx="1124026" cy="276999"/>
          </a:xfrm>
          <a:prstGeom prst="rect">
            <a:avLst/>
          </a:prstGeom>
          <a:noFill/>
        </p:spPr>
        <p:txBody>
          <a:bodyPr wrap="none" anchor="ctr">
            <a:spAutoFit/>
          </a:bodyPr>
          <a:lstStyle/>
          <a:p>
            <a:pPr algn="l"/>
            <a:r>
              <a:rPr lang="en-IN" sz="1200" b="1">
                <a:solidFill>
                  <a:srgbClr val="910D22"/>
                </a:solidFill>
                <a:latin typeface="Times New Roman" panose="02020603050405020304" pitchFamily="18" charset="0"/>
                <a:cs typeface="Times New Roman" panose="02020603050405020304" pitchFamily="18" charset="0"/>
              </a:rPr>
              <a:t>SPILL-OVER</a:t>
            </a:r>
          </a:p>
        </p:txBody>
      </p:sp>
      <p:sp>
        <p:nvSpPr>
          <p:cNvPr id="220" name="TextBox 219">
            <a:extLst>
              <a:ext uri="{FF2B5EF4-FFF2-40B4-BE49-F238E27FC236}">
                <a16:creationId xmlns:a16="http://schemas.microsoft.com/office/drawing/2014/main" id="{91C8D27E-749A-B0BB-6E10-8A42B851B3F4}"/>
              </a:ext>
            </a:extLst>
          </p:cNvPr>
          <p:cNvSpPr txBox="1"/>
          <p:nvPr/>
        </p:nvSpPr>
        <p:spPr>
          <a:xfrm>
            <a:off x="8646878" y="4708238"/>
            <a:ext cx="936475" cy="338554"/>
          </a:xfrm>
          <a:prstGeom prst="rect">
            <a:avLst/>
          </a:prstGeom>
          <a:noFill/>
        </p:spPr>
        <p:txBody>
          <a:bodyPr wrap="none" anchor="ctr">
            <a:spAutoFit/>
          </a:bodyPr>
          <a:lstStyle/>
          <a:p>
            <a:pPr algn="l"/>
            <a:r>
              <a:rPr lang="en-IN" sz="1600" b="1">
                <a:solidFill>
                  <a:srgbClr val="2B2B2B"/>
                </a:solidFill>
                <a:latin typeface="Times New Roman" panose="02020603050405020304" pitchFamily="18" charset="0"/>
                <a:cs typeface="Times New Roman" panose="02020603050405020304" pitchFamily="18" charset="0"/>
              </a:rPr>
              <a:t>₹0.21 Cr</a:t>
            </a:r>
          </a:p>
        </p:txBody>
      </p:sp>
      <p:sp>
        <p:nvSpPr>
          <p:cNvPr id="222" name="TextBox 221">
            <a:extLst>
              <a:ext uri="{FF2B5EF4-FFF2-40B4-BE49-F238E27FC236}">
                <a16:creationId xmlns:a16="http://schemas.microsoft.com/office/drawing/2014/main" id="{00F407D0-1386-1566-12C4-312DDB5721CB}"/>
              </a:ext>
            </a:extLst>
          </p:cNvPr>
          <p:cNvSpPr txBox="1"/>
          <p:nvPr/>
        </p:nvSpPr>
        <p:spPr>
          <a:xfrm>
            <a:off x="9808166" y="4737567"/>
            <a:ext cx="1059906" cy="261610"/>
          </a:xfrm>
          <a:prstGeom prst="rect">
            <a:avLst/>
          </a:prstGeom>
          <a:noFill/>
        </p:spPr>
        <p:txBody>
          <a:bodyPr wrap="none" anchor="ctr">
            <a:spAutoFit/>
          </a:bodyPr>
          <a:lstStyle/>
          <a:p>
            <a:pPr algn="l"/>
            <a:r>
              <a:rPr lang="en-IN" sz="1100" b="1">
                <a:solidFill>
                  <a:srgbClr val="2B2B2B"/>
                </a:solidFill>
                <a:latin typeface="Times New Roman" panose="02020603050405020304" pitchFamily="18" charset="0"/>
                <a:cs typeface="Times New Roman" panose="02020603050405020304" pitchFamily="18" charset="0"/>
              </a:rPr>
              <a:t>1% of forecast</a:t>
            </a:r>
          </a:p>
        </p:txBody>
      </p:sp>
      <p:sp>
        <p:nvSpPr>
          <p:cNvPr id="224" name="TextBox 223">
            <a:extLst>
              <a:ext uri="{FF2B5EF4-FFF2-40B4-BE49-F238E27FC236}">
                <a16:creationId xmlns:a16="http://schemas.microsoft.com/office/drawing/2014/main" id="{3536E5EB-E6F3-80E8-D3DB-22EB69EA80F4}"/>
              </a:ext>
            </a:extLst>
          </p:cNvPr>
          <p:cNvSpPr txBox="1"/>
          <p:nvPr/>
        </p:nvSpPr>
        <p:spPr>
          <a:xfrm>
            <a:off x="8655617" y="4992400"/>
            <a:ext cx="1924236" cy="430887"/>
          </a:xfrm>
          <a:prstGeom prst="rect">
            <a:avLst/>
          </a:prstGeom>
          <a:noFill/>
        </p:spPr>
        <p:txBody>
          <a:bodyPr wrap="square" anchor="ctr">
            <a:spAutoFit/>
          </a:bodyPr>
          <a:lstStyle/>
          <a:p>
            <a:pPr algn="l"/>
            <a:r>
              <a:rPr lang="en-US" sz="1100" b="0">
                <a:latin typeface="Times New Roman" panose="02020603050405020304" pitchFamily="18" charset="0"/>
                <a:cs typeface="Times New Roman" panose="02020603050405020304" pitchFamily="18" charset="0"/>
              </a:rPr>
              <a:t>PTPs available from customer discussions.</a:t>
            </a:r>
          </a:p>
        </p:txBody>
      </p:sp>
      <p:sp>
        <p:nvSpPr>
          <p:cNvPr id="226" name="Rounded Rectangle 74">
            <a:extLst>
              <a:ext uri="{FF2B5EF4-FFF2-40B4-BE49-F238E27FC236}">
                <a16:creationId xmlns:a16="http://schemas.microsoft.com/office/drawing/2014/main" id="{4ACF6E26-9794-212C-D4B7-7B461EC1D8B5}"/>
              </a:ext>
            </a:extLst>
          </p:cNvPr>
          <p:cNvSpPr/>
          <p:nvPr/>
        </p:nvSpPr>
        <p:spPr>
          <a:xfrm>
            <a:off x="443926" y="5599864"/>
            <a:ext cx="11109960" cy="1033272"/>
          </a:xfrm>
          <a:prstGeom prst="roundRect">
            <a:avLst/>
          </a:prstGeom>
          <a:solidFill>
            <a:srgbClr val="910D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rgbClr val="FFFFFF"/>
                </a:solidFill>
                <a:latin typeface="Times New Roman" panose="02020603050405020304" pitchFamily="18" charset="0"/>
                <a:cs typeface="Times New Roman" panose="02020603050405020304" pitchFamily="18" charset="0"/>
              </a:rPr>
              <a:t>August needs project-level control: protect the Week 4 &amp; 5 heavy lifters and clear registration / slab-demand dependencies before the final 10 days.</a:t>
            </a:r>
          </a:p>
        </p:txBody>
      </p:sp>
      <p:sp>
        <p:nvSpPr>
          <p:cNvPr id="3" name="TextBox 2">
            <a:extLst>
              <a:ext uri="{FF2B5EF4-FFF2-40B4-BE49-F238E27FC236}">
                <a16:creationId xmlns:a16="http://schemas.microsoft.com/office/drawing/2014/main" id="{AE3AF14B-DD77-CC6A-F8FB-35216E21E0BE}"/>
              </a:ext>
            </a:extLst>
          </p:cNvPr>
          <p:cNvSpPr txBox="1"/>
          <p:nvPr/>
        </p:nvSpPr>
        <p:spPr>
          <a:xfrm>
            <a:off x="111227" y="16254"/>
            <a:ext cx="153760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AUGUST OUTLOOK</a:t>
            </a:r>
            <a:endParaRPr sz="1100" b="0">
              <a:solidFill>
                <a:srgbClr val="2D2D2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60236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76045-9A8E-7041-1285-2EB01563C33A}"/>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8444B16D-C268-6911-EE3C-E89092F64569}"/>
              </a:ext>
            </a:extLst>
          </p:cNvPr>
          <p:cNvSpPr txBox="1"/>
          <p:nvPr/>
        </p:nvSpPr>
        <p:spPr>
          <a:xfrm>
            <a:off x="186268" y="48881"/>
            <a:ext cx="11387666" cy="954107"/>
          </a:xfrm>
          <a:prstGeom prst="rect">
            <a:avLst/>
          </a:prstGeom>
          <a:noFill/>
        </p:spPr>
        <p:txBody>
          <a:bodyPr wrap="square" rtlCol="0">
            <a:spAutoFit/>
          </a:bodyPr>
          <a:lstStyle/>
          <a:p>
            <a:r>
              <a:rPr lang="en-IN" sz="2800" b="1">
                <a:latin typeface="Times New Roman" panose="02020603050405020304" pitchFamily="18" charset="0"/>
                <a:cs typeface="Times New Roman" panose="02020603050405020304" pitchFamily="18" charset="0"/>
              </a:rPr>
              <a:t>Project-wise RM Performance(July’ 26): Target vs Achievement &amp; Collection Efficiency</a:t>
            </a:r>
          </a:p>
        </p:txBody>
      </p:sp>
      <p:sp>
        <p:nvSpPr>
          <p:cNvPr id="3" name="Rounded Rectangle 5">
            <a:extLst>
              <a:ext uri="{FF2B5EF4-FFF2-40B4-BE49-F238E27FC236}">
                <a16:creationId xmlns:a16="http://schemas.microsoft.com/office/drawing/2014/main" id="{A26E74FA-428E-7A7A-0A73-745117998C23}"/>
              </a:ext>
            </a:extLst>
          </p:cNvPr>
          <p:cNvSpPr/>
          <p:nvPr/>
        </p:nvSpPr>
        <p:spPr>
          <a:xfrm>
            <a:off x="186268" y="1057361"/>
            <a:ext cx="7635240" cy="4526280"/>
          </a:xfrm>
          <a:prstGeom prst="roundRect">
            <a:avLst/>
          </a:prstGeom>
          <a:solidFill>
            <a:srgbClr val="FFFFFF"/>
          </a:solidFill>
          <a:ln>
            <a:solidFill>
              <a:srgbClr val="E4E4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04E3710F-9684-6BA1-FACB-FFAA77122A81}"/>
              </a:ext>
            </a:extLst>
          </p:cNvPr>
          <p:cNvSpPr txBox="1"/>
          <p:nvPr/>
        </p:nvSpPr>
        <p:spPr>
          <a:xfrm>
            <a:off x="396580" y="1240241"/>
            <a:ext cx="7132320" cy="256032"/>
          </a:xfrm>
          <a:prstGeom prst="rect">
            <a:avLst/>
          </a:prstGeom>
          <a:noFill/>
        </p:spPr>
        <p:txBody>
          <a:bodyPr wrap="none" anchor="ctr">
            <a:spAutoFit/>
          </a:bodyPr>
          <a:lstStyle/>
          <a:p>
            <a:pPr algn="l"/>
            <a:r>
              <a:rPr sz="1100" b="1">
                <a:solidFill>
                  <a:srgbClr val="820A1C"/>
                </a:solidFill>
                <a:latin typeface="Aptos"/>
              </a:rPr>
              <a:t>PROJECT × RM SCORECARD</a:t>
            </a:r>
          </a:p>
        </p:txBody>
      </p:sp>
      <p:sp>
        <p:nvSpPr>
          <p:cNvPr id="10" name="TextBox 9">
            <a:extLst>
              <a:ext uri="{FF2B5EF4-FFF2-40B4-BE49-F238E27FC236}">
                <a16:creationId xmlns:a16="http://schemas.microsoft.com/office/drawing/2014/main" id="{6462F044-9E32-CD1E-3836-B0AB61758257}"/>
              </a:ext>
            </a:extLst>
          </p:cNvPr>
          <p:cNvSpPr txBox="1"/>
          <p:nvPr/>
        </p:nvSpPr>
        <p:spPr>
          <a:xfrm>
            <a:off x="704045" y="1751322"/>
            <a:ext cx="473206" cy="203133"/>
          </a:xfrm>
          <a:prstGeom prst="rect">
            <a:avLst/>
          </a:prstGeom>
          <a:noFill/>
        </p:spPr>
        <p:txBody>
          <a:bodyPr wrap="none" anchor="ctr">
            <a:spAutoFit/>
          </a:bodyPr>
          <a:lstStyle/>
          <a:p>
            <a:pPr algn="ctr"/>
            <a:r>
              <a:rPr sz="720" b="1">
                <a:solidFill>
                  <a:srgbClr val="696969"/>
                </a:solidFill>
                <a:latin typeface="Times New Roman" panose="02020603050405020304" pitchFamily="18" charset="0"/>
                <a:cs typeface="Times New Roman" panose="02020603050405020304" pitchFamily="18" charset="0"/>
              </a:rPr>
              <a:t>Project</a:t>
            </a:r>
          </a:p>
        </p:txBody>
      </p:sp>
      <p:sp>
        <p:nvSpPr>
          <p:cNvPr id="12" name="TextBox 11">
            <a:extLst>
              <a:ext uri="{FF2B5EF4-FFF2-40B4-BE49-F238E27FC236}">
                <a16:creationId xmlns:a16="http://schemas.microsoft.com/office/drawing/2014/main" id="{DD9F3156-24FE-A1C6-0B80-B0FEBF1F4846}"/>
              </a:ext>
            </a:extLst>
          </p:cNvPr>
          <p:cNvSpPr txBox="1"/>
          <p:nvPr/>
        </p:nvSpPr>
        <p:spPr>
          <a:xfrm>
            <a:off x="1914370" y="1751322"/>
            <a:ext cx="338554" cy="203133"/>
          </a:xfrm>
          <a:prstGeom prst="rect">
            <a:avLst/>
          </a:prstGeom>
          <a:noFill/>
        </p:spPr>
        <p:txBody>
          <a:bodyPr wrap="none" anchor="ctr">
            <a:spAutoFit/>
          </a:bodyPr>
          <a:lstStyle/>
          <a:p>
            <a:pPr algn="ctr"/>
            <a:r>
              <a:rPr sz="720" b="1">
                <a:solidFill>
                  <a:srgbClr val="696969"/>
                </a:solidFill>
                <a:latin typeface="Times New Roman" panose="02020603050405020304" pitchFamily="18" charset="0"/>
                <a:cs typeface="Times New Roman" panose="02020603050405020304" pitchFamily="18" charset="0"/>
              </a:rPr>
              <a:t>RM</a:t>
            </a:r>
          </a:p>
        </p:txBody>
      </p:sp>
      <p:sp>
        <p:nvSpPr>
          <p:cNvPr id="14" name="TextBox 13">
            <a:extLst>
              <a:ext uri="{FF2B5EF4-FFF2-40B4-BE49-F238E27FC236}">
                <a16:creationId xmlns:a16="http://schemas.microsoft.com/office/drawing/2014/main" id="{A978AE2D-A216-8928-92C8-36C1EBE6D863}"/>
              </a:ext>
            </a:extLst>
          </p:cNvPr>
          <p:cNvSpPr txBox="1"/>
          <p:nvPr/>
        </p:nvSpPr>
        <p:spPr>
          <a:xfrm>
            <a:off x="3000464" y="1751322"/>
            <a:ext cx="452367" cy="203133"/>
          </a:xfrm>
          <a:prstGeom prst="rect">
            <a:avLst/>
          </a:prstGeom>
          <a:noFill/>
        </p:spPr>
        <p:txBody>
          <a:bodyPr wrap="none" anchor="ctr">
            <a:spAutoFit/>
          </a:bodyPr>
          <a:lstStyle/>
          <a:p>
            <a:pPr algn="ctr"/>
            <a:r>
              <a:rPr sz="720" b="1">
                <a:solidFill>
                  <a:srgbClr val="696969"/>
                </a:solidFill>
                <a:latin typeface="Times New Roman" panose="02020603050405020304" pitchFamily="18" charset="0"/>
                <a:cs typeface="Times New Roman" panose="02020603050405020304" pitchFamily="18" charset="0"/>
              </a:rPr>
              <a:t>Target</a:t>
            </a:r>
          </a:p>
        </p:txBody>
      </p:sp>
      <p:sp>
        <p:nvSpPr>
          <p:cNvPr id="16" name="TextBox 15">
            <a:extLst>
              <a:ext uri="{FF2B5EF4-FFF2-40B4-BE49-F238E27FC236}">
                <a16:creationId xmlns:a16="http://schemas.microsoft.com/office/drawing/2014/main" id="{041EC3E9-9F5C-98A5-EB3D-575B7E9532C6}"/>
              </a:ext>
            </a:extLst>
          </p:cNvPr>
          <p:cNvSpPr txBox="1"/>
          <p:nvPr/>
        </p:nvSpPr>
        <p:spPr>
          <a:xfrm>
            <a:off x="4015956" y="1751322"/>
            <a:ext cx="524503" cy="203133"/>
          </a:xfrm>
          <a:prstGeom prst="rect">
            <a:avLst/>
          </a:prstGeom>
          <a:noFill/>
        </p:spPr>
        <p:txBody>
          <a:bodyPr wrap="none" anchor="ctr">
            <a:spAutoFit/>
          </a:bodyPr>
          <a:lstStyle/>
          <a:p>
            <a:pPr algn="ctr"/>
            <a:r>
              <a:rPr sz="720" b="1">
                <a:solidFill>
                  <a:srgbClr val="696969"/>
                </a:solidFill>
                <a:latin typeface="Times New Roman" panose="02020603050405020304" pitchFamily="18" charset="0"/>
                <a:cs typeface="Times New Roman" panose="02020603050405020304" pitchFamily="18" charset="0"/>
              </a:rPr>
              <a:t>Forecast</a:t>
            </a:r>
          </a:p>
        </p:txBody>
      </p:sp>
      <p:sp>
        <p:nvSpPr>
          <p:cNvPr id="18" name="TextBox 17">
            <a:extLst>
              <a:ext uri="{FF2B5EF4-FFF2-40B4-BE49-F238E27FC236}">
                <a16:creationId xmlns:a16="http://schemas.microsoft.com/office/drawing/2014/main" id="{538E9BDA-32F7-1976-DFB3-7E7D51B40B1B}"/>
              </a:ext>
            </a:extLst>
          </p:cNvPr>
          <p:cNvSpPr txBox="1"/>
          <p:nvPr/>
        </p:nvSpPr>
        <p:spPr>
          <a:xfrm>
            <a:off x="5060269" y="1751322"/>
            <a:ext cx="447558" cy="203133"/>
          </a:xfrm>
          <a:prstGeom prst="rect">
            <a:avLst/>
          </a:prstGeom>
          <a:noFill/>
        </p:spPr>
        <p:txBody>
          <a:bodyPr wrap="none" anchor="ctr">
            <a:spAutoFit/>
          </a:bodyPr>
          <a:lstStyle/>
          <a:p>
            <a:pPr algn="ctr"/>
            <a:r>
              <a:rPr sz="720" b="1">
                <a:solidFill>
                  <a:srgbClr val="696969"/>
                </a:solidFill>
                <a:latin typeface="Times New Roman" panose="02020603050405020304" pitchFamily="18" charset="0"/>
                <a:cs typeface="Times New Roman" panose="02020603050405020304" pitchFamily="18" charset="0"/>
              </a:rPr>
              <a:t>Actual</a:t>
            </a:r>
          </a:p>
        </p:txBody>
      </p:sp>
      <p:sp>
        <p:nvSpPr>
          <p:cNvPr id="20" name="TextBox 19">
            <a:extLst>
              <a:ext uri="{FF2B5EF4-FFF2-40B4-BE49-F238E27FC236}">
                <a16:creationId xmlns:a16="http://schemas.microsoft.com/office/drawing/2014/main" id="{DBA8199D-556A-8289-1CF7-4B3093ED3636}"/>
              </a:ext>
            </a:extLst>
          </p:cNvPr>
          <p:cNvSpPr txBox="1"/>
          <p:nvPr/>
        </p:nvSpPr>
        <p:spPr>
          <a:xfrm>
            <a:off x="6178004" y="1695923"/>
            <a:ext cx="452368" cy="313932"/>
          </a:xfrm>
          <a:prstGeom prst="rect">
            <a:avLst/>
          </a:prstGeom>
          <a:noFill/>
        </p:spPr>
        <p:txBody>
          <a:bodyPr wrap="none" anchor="ctr">
            <a:spAutoFit/>
          </a:bodyPr>
          <a:lstStyle/>
          <a:p>
            <a:pPr algn="ctr"/>
            <a:r>
              <a:rPr sz="720" b="1">
                <a:solidFill>
                  <a:srgbClr val="696969"/>
                </a:solidFill>
                <a:latin typeface="Times New Roman" panose="02020603050405020304" pitchFamily="18" charset="0"/>
                <a:cs typeface="Times New Roman" panose="02020603050405020304" pitchFamily="18" charset="0"/>
              </a:rPr>
              <a:t>Target
Achv.</a:t>
            </a:r>
          </a:p>
        </p:txBody>
      </p:sp>
      <p:sp>
        <p:nvSpPr>
          <p:cNvPr id="22" name="TextBox 21">
            <a:extLst>
              <a:ext uri="{FF2B5EF4-FFF2-40B4-BE49-F238E27FC236}">
                <a16:creationId xmlns:a16="http://schemas.microsoft.com/office/drawing/2014/main" id="{E19C5C38-7255-DF99-9A2B-3672A405BDB0}"/>
              </a:ext>
            </a:extLst>
          </p:cNvPr>
          <p:cNvSpPr txBox="1"/>
          <p:nvPr/>
        </p:nvSpPr>
        <p:spPr>
          <a:xfrm>
            <a:off x="6987756" y="1695923"/>
            <a:ext cx="524503" cy="313932"/>
          </a:xfrm>
          <a:prstGeom prst="rect">
            <a:avLst/>
          </a:prstGeom>
          <a:noFill/>
        </p:spPr>
        <p:txBody>
          <a:bodyPr wrap="none" anchor="ctr">
            <a:spAutoFit/>
          </a:bodyPr>
          <a:lstStyle/>
          <a:p>
            <a:pPr algn="ctr"/>
            <a:r>
              <a:rPr sz="720" b="1">
                <a:solidFill>
                  <a:srgbClr val="696969"/>
                </a:solidFill>
                <a:latin typeface="Times New Roman" panose="02020603050405020304" pitchFamily="18" charset="0"/>
                <a:cs typeface="Times New Roman" panose="02020603050405020304" pitchFamily="18" charset="0"/>
              </a:rPr>
              <a:t>Forecast
Real.</a:t>
            </a:r>
          </a:p>
        </p:txBody>
      </p:sp>
      <p:sp>
        <p:nvSpPr>
          <p:cNvPr id="24" name="Rounded Rectangle 14">
            <a:extLst>
              <a:ext uri="{FF2B5EF4-FFF2-40B4-BE49-F238E27FC236}">
                <a16:creationId xmlns:a16="http://schemas.microsoft.com/office/drawing/2014/main" id="{B3790816-6786-97A2-6DD8-6AE5C33B0046}"/>
              </a:ext>
            </a:extLst>
          </p:cNvPr>
          <p:cNvSpPr/>
          <p:nvPr/>
        </p:nvSpPr>
        <p:spPr>
          <a:xfrm>
            <a:off x="341716" y="2063201"/>
            <a:ext cx="7296912" cy="49377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A3B34540-08EC-A884-DC71-383AA5C58725}"/>
              </a:ext>
            </a:extLst>
          </p:cNvPr>
          <p:cNvSpPr txBox="1"/>
          <p:nvPr/>
        </p:nvSpPr>
        <p:spPr>
          <a:xfrm>
            <a:off x="433156" y="2116224"/>
            <a:ext cx="500458" cy="223138"/>
          </a:xfrm>
          <a:prstGeom prst="rect">
            <a:avLst/>
          </a:prstGeom>
          <a:noFill/>
        </p:spPr>
        <p:txBody>
          <a:bodyPr wrap="none" anchor="ctr">
            <a:spAutoFit/>
          </a:bodyPr>
          <a:lstStyle/>
          <a:p>
            <a:pPr algn="l"/>
            <a:r>
              <a:rPr sz="850" b="1">
                <a:solidFill>
                  <a:srgbClr val="2D2D2D"/>
                </a:solidFill>
                <a:latin typeface="Times New Roman" panose="02020603050405020304" pitchFamily="18" charset="0"/>
                <a:cs typeface="Times New Roman" panose="02020603050405020304" pitchFamily="18" charset="0"/>
              </a:rPr>
              <a:t>Utopia</a:t>
            </a:r>
          </a:p>
        </p:txBody>
      </p:sp>
      <p:sp>
        <p:nvSpPr>
          <p:cNvPr id="28" name="TextBox 27">
            <a:extLst>
              <a:ext uri="{FF2B5EF4-FFF2-40B4-BE49-F238E27FC236}">
                <a16:creationId xmlns:a16="http://schemas.microsoft.com/office/drawing/2014/main" id="{7C5B62C3-FD48-3C97-8270-B3C07ACDFAC2}"/>
              </a:ext>
            </a:extLst>
          </p:cNvPr>
          <p:cNvSpPr txBox="1"/>
          <p:nvPr/>
        </p:nvSpPr>
        <p:spPr>
          <a:xfrm>
            <a:off x="1818991" y="2118596"/>
            <a:ext cx="529312" cy="218393"/>
          </a:xfrm>
          <a:prstGeom prst="rect">
            <a:avLst/>
          </a:prstGeom>
          <a:noFill/>
        </p:spPr>
        <p:txBody>
          <a:bodyPr wrap="none" anchor="ctr">
            <a:spAutoFit/>
          </a:bodyPr>
          <a:lstStyle/>
          <a:p>
            <a:pPr algn="ctr"/>
            <a:r>
              <a:rPr sz="819" b="0">
                <a:solidFill>
                  <a:srgbClr val="2D2D2D"/>
                </a:solidFill>
                <a:latin typeface="Times New Roman" panose="02020603050405020304" pitchFamily="18" charset="0"/>
                <a:cs typeface="Times New Roman" panose="02020603050405020304" pitchFamily="18" charset="0"/>
              </a:rPr>
              <a:t>Snigdha</a:t>
            </a:r>
          </a:p>
        </p:txBody>
      </p:sp>
      <p:sp>
        <p:nvSpPr>
          <p:cNvPr id="30" name="TextBox 29">
            <a:extLst>
              <a:ext uri="{FF2B5EF4-FFF2-40B4-BE49-F238E27FC236}">
                <a16:creationId xmlns:a16="http://schemas.microsoft.com/office/drawing/2014/main" id="{93EB1590-02A9-A221-7A52-38C7D80FF5AC}"/>
              </a:ext>
            </a:extLst>
          </p:cNvPr>
          <p:cNvSpPr txBox="1"/>
          <p:nvPr/>
        </p:nvSpPr>
        <p:spPr>
          <a:xfrm>
            <a:off x="3018899" y="2120071"/>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₹1.24</a:t>
            </a:r>
          </a:p>
        </p:txBody>
      </p:sp>
      <p:sp>
        <p:nvSpPr>
          <p:cNvPr id="32" name="TextBox 31">
            <a:extLst>
              <a:ext uri="{FF2B5EF4-FFF2-40B4-BE49-F238E27FC236}">
                <a16:creationId xmlns:a16="http://schemas.microsoft.com/office/drawing/2014/main" id="{589FF61C-2821-41D8-5374-BED681E6B6D4}"/>
              </a:ext>
            </a:extLst>
          </p:cNvPr>
          <p:cNvSpPr txBox="1"/>
          <p:nvPr/>
        </p:nvSpPr>
        <p:spPr>
          <a:xfrm>
            <a:off x="4070459" y="2120071"/>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₹0.15</a:t>
            </a:r>
          </a:p>
        </p:txBody>
      </p:sp>
      <p:sp>
        <p:nvSpPr>
          <p:cNvPr id="34" name="TextBox 33">
            <a:extLst>
              <a:ext uri="{FF2B5EF4-FFF2-40B4-BE49-F238E27FC236}">
                <a16:creationId xmlns:a16="http://schemas.microsoft.com/office/drawing/2014/main" id="{C8BEB376-E6C1-5C63-1CD7-F54C5AF8B22F}"/>
              </a:ext>
            </a:extLst>
          </p:cNvPr>
          <p:cNvSpPr txBox="1"/>
          <p:nvPr/>
        </p:nvSpPr>
        <p:spPr>
          <a:xfrm>
            <a:off x="5076299" y="2120071"/>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₹1.12</a:t>
            </a:r>
          </a:p>
        </p:txBody>
      </p:sp>
      <p:sp>
        <p:nvSpPr>
          <p:cNvPr id="36" name="TextBox 35">
            <a:extLst>
              <a:ext uri="{FF2B5EF4-FFF2-40B4-BE49-F238E27FC236}">
                <a16:creationId xmlns:a16="http://schemas.microsoft.com/office/drawing/2014/main" id="{FB2CA48B-035C-F29E-BD43-E42637588494}"/>
              </a:ext>
            </a:extLst>
          </p:cNvPr>
          <p:cNvSpPr txBox="1"/>
          <p:nvPr/>
        </p:nvSpPr>
        <p:spPr>
          <a:xfrm>
            <a:off x="6180792" y="2116993"/>
            <a:ext cx="401072" cy="221599"/>
          </a:xfrm>
          <a:prstGeom prst="rect">
            <a:avLst/>
          </a:prstGeom>
          <a:noFill/>
        </p:spPr>
        <p:txBody>
          <a:bodyPr wrap="none" anchor="ctr">
            <a:spAutoFit/>
          </a:bodyPr>
          <a:lstStyle/>
          <a:p>
            <a:pPr algn="ctr"/>
            <a:r>
              <a:rPr sz="840" b="1">
                <a:solidFill>
                  <a:srgbClr val="477E38"/>
                </a:solidFill>
                <a:latin typeface="Times New Roman" panose="02020603050405020304" pitchFamily="18" charset="0"/>
                <a:cs typeface="Times New Roman" panose="02020603050405020304" pitchFamily="18" charset="0"/>
              </a:rPr>
              <a:t>90%</a:t>
            </a:r>
          </a:p>
        </p:txBody>
      </p:sp>
      <p:sp>
        <p:nvSpPr>
          <p:cNvPr id="38" name="TextBox 37">
            <a:extLst>
              <a:ext uri="{FF2B5EF4-FFF2-40B4-BE49-F238E27FC236}">
                <a16:creationId xmlns:a16="http://schemas.microsoft.com/office/drawing/2014/main" id="{64FF7DCD-9FE1-1387-DDC2-7AB605669CE0}"/>
              </a:ext>
            </a:extLst>
          </p:cNvPr>
          <p:cNvSpPr txBox="1"/>
          <p:nvPr/>
        </p:nvSpPr>
        <p:spPr>
          <a:xfrm>
            <a:off x="7015719" y="2120071"/>
            <a:ext cx="441146" cy="215444"/>
          </a:xfrm>
          <a:prstGeom prst="rect">
            <a:avLst/>
          </a:prstGeom>
          <a:noFill/>
        </p:spPr>
        <p:txBody>
          <a:bodyPr wrap="none" anchor="ctr">
            <a:spAutoFit/>
          </a:bodyPr>
          <a:lstStyle/>
          <a:p>
            <a:pPr algn="ctr"/>
            <a:r>
              <a:rPr sz="800" b="1">
                <a:solidFill>
                  <a:srgbClr val="C49D20"/>
                </a:solidFill>
                <a:latin typeface="Times New Roman" panose="02020603050405020304" pitchFamily="18" charset="0"/>
                <a:cs typeface="Times New Roman" panose="02020603050405020304" pitchFamily="18" charset="0"/>
              </a:rPr>
              <a:t>747%</a:t>
            </a:r>
          </a:p>
        </p:txBody>
      </p:sp>
      <p:sp>
        <p:nvSpPr>
          <p:cNvPr id="40" name="Rounded Rectangle 22">
            <a:extLst>
              <a:ext uri="{FF2B5EF4-FFF2-40B4-BE49-F238E27FC236}">
                <a16:creationId xmlns:a16="http://schemas.microsoft.com/office/drawing/2014/main" id="{0E4A24E2-1A3C-EDC3-DECD-2C5A2085A382}"/>
              </a:ext>
            </a:extLst>
          </p:cNvPr>
          <p:cNvSpPr/>
          <p:nvPr/>
        </p:nvSpPr>
        <p:spPr>
          <a:xfrm>
            <a:off x="341716" y="2556977"/>
            <a:ext cx="7296912" cy="493776"/>
          </a:xfrm>
          <a:prstGeom prst="roundRect">
            <a:avLst/>
          </a:prstGeom>
          <a:solidFill>
            <a:srgbClr val="F8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72CED76B-2629-85EE-AEAF-A9016629F4A1}"/>
              </a:ext>
            </a:extLst>
          </p:cNvPr>
          <p:cNvSpPr txBox="1"/>
          <p:nvPr/>
        </p:nvSpPr>
        <p:spPr>
          <a:xfrm>
            <a:off x="433156" y="2610000"/>
            <a:ext cx="426720" cy="223138"/>
          </a:xfrm>
          <a:prstGeom prst="rect">
            <a:avLst/>
          </a:prstGeom>
          <a:noFill/>
        </p:spPr>
        <p:txBody>
          <a:bodyPr wrap="none" anchor="ctr">
            <a:spAutoFit/>
          </a:bodyPr>
          <a:lstStyle/>
          <a:p>
            <a:pPr algn="l"/>
            <a:r>
              <a:rPr sz="850" b="1">
                <a:solidFill>
                  <a:srgbClr val="2D2D2D"/>
                </a:solidFill>
                <a:latin typeface="Times New Roman" panose="02020603050405020304" pitchFamily="18" charset="0"/>
                <a:cs typeface="Times New Roman" panose="02020603050405020304" pitchFamily="18" charset="0"/>
              </a:rPr>
              <a:t>Vista</a:t>
            </a:r>
          </a:p>
        </p:txBody>
      </p:sp>
      <p:sp>
        <p:nvSpPr>
          <p:cNvPr id="44" name="TextBox 43">
            <a:extLst>
              <a:ext uri="{FF2B5EF4-FFF2-40B4-BE49-F238E27FC236}">
                <a16:creationId xmlns:a16="http://schemas.microsoft.com/office/drawing/2014/main" id="{0B33A4A9-CF23-7B37-6AB4-F04546F7D716}"/>
              </a:ext>
            </a:extLst>
          </p:cNvPr>
          <p:cNvSpPr txBox="1"/>
          <p:nvPr/>
        </p:nvSpPr>
        <p:spPr>
          <a:xfrm>
            <a:off x="1804564" y="2612372"/>
            <a:ext cx="558165" cy="218393"/>
          </a:xfrm>
          <a:prstGeom prst="rect">
            <a:avLst/>
          </a:prstGeom>
          <a:noFill/>
        </p:spPr>
        <p:txBody>
          <a:bodyPr wrap="none" anchor="ctr">
            <a:spAutoFit/>
          </a:bodyPr>
          <a:lstStyle/>
          <a:p>
            <a:pPr algn="ctr"/>
            <a:r>
              <a:rPr sz="819" b="0">
                <a:solidFill>
                  <a:srgbClr val="2D2D2D"/>
                </a:solidFill>
                <a:latin typeface="Times New Roman" panose="02020603050405020304" pitchFamily="18" charset="0"/>
                <a:cs typeface="Times New Roman" panose="02020603050405020304" pitchFamily="18" charset="0"/>
              </a:rPr>
              <a:t>Priyanka</a:t>
            </a:r>
          </a:p>
        </p:txBody>
      </p:sp>
      <p:sp>
        <p:nvSpPr>
          <p:cNvPr id="46" name="TextBox 45">
            <a:extLst>
              <a:ext uri="{FF2B5EF4-FFF2-40B4-BE49-F238E27FC236}">
                <a16:creationId xmlns:a16="http://schemas.microsoft.com/office/drawing/2014/main" id="{F07C8FE3-4677-2BB8-F68D-25F7242A475C}"/>
              </a:ext>
            </a:extLst>
          </p:cNvPr>
          <p:cNvSpPr txBox="1"/>
          <p:nvPr/>
        </p:nvSpPr>
        <p:spPr>
          <a:xfrm>
            <a:off x="3018899" y="2613847"/>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₹2.70</a:t>
            </a:r>
          </a:p>
        </p:txBody>
      </p:sp>
      <p:sp>
        <p:nvSpPr>
          <p:cNvPr id="48" name="TextBox 47">
            <a:extLst>
              <a:ext uri="{FF2B5EF4-FFF2-40B4-BE49-F238E27FC236}">
                <a16:creationId xmlns:a16="http://schemas.microsoft.com/office/drawing/2014/main" id="{BF1E9B27-1ED6-C6E5-B72E-0883D4D0D45A}"/>
              </a:ext>
            </a:extLst>
          </p:cNvPr>
          <p:cNvSpPr txBox="1"/>
          <p:nvPr/>
        </p:nvSpPr>
        <p:spPr>
          <a:xfrm>
            <a:off x="4070459" y="2613847"/>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₹2.54</a:t>
            </a:r>
          </a:p>
        </p:txBody>
      </p:sp>
      <p:sp>
        <p:nvSpPr>
          <p:cNvPr id="50" name="TextBox 49">
            <a:extLst>
              <a:ext uri="{FF2B5EF4-FFF2-40B4-BE49-F238E27FC236}">
                <a16:creationId xmlns:a16="http://schemas.microsoft.com/office/drawing/2014/main" id="{2E83383E-E401-2462-283C-DFFFF8FEB952}"/>
              </a:ext>
            </a:extLst>
          </p:cNvPr>
          <p:cNvSpPr txBox="1"/>
          <p:nvPr/>
        </p:nvSpPr>
        <p:spPr>
          <a:xfrm>
            <a:off x="5076299" y="2613847"/>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₹1.75</a:t>
            </a:r>
          </a:p>
        </p:txBody>
      </p:sp>
      <p:sp>
        <p:nvSpPr>
          <p:cNvPr id="52" name="TextBox 51">
            <a:extLst>
              <a:ext uri="{FF2B5EF4-FFF2-40B4-BE49-F238E27FC236}">
                <a16:creationId xmlns:a16="http://schemas.microsoft.com/office/drawing/2014/main" id="{F4F676DD-86BE-5666-7D0C-1F96A284C81D}"/>
              </a:ext>
            </a:extLst>
          </p:cNvPr>
          <p:cNvSpPr txBox="1"/>
          <p:nvPr/>
        </p:nvSpPr>
        <p:spPr>
          <a:xfrm>
            <a:off x="6180792" y="2610769"/>
            <a:ext cx="401072" cy="221599"/>
          </a:xfrm>
          <a:prstGeom prst="rect">
            <a:avLst/>
          </a:prstGeom>
          <a:noFill/>
        </p:spPr>
        <p:txBody>
          <a:bodyPr wrap="none" anchor="ctr">
            <a:spAutoFit/>
          </a:bodyPr>
          <a:lstStyle/>
          <a:p>
            <a:pPr algn="ctr"/>
            <a:r>
              <a:rPr sz="840" b="1">
                <a:solidFill>
                  <a:srgbClr val="2D2D2D"/>
                </a:solidFill>
                <a:latin typeface="Times New Roman" panose="02020603050405020304" pitchFamily="18" charset="0"/>
                <a:cs typeface="Times New Roman" panose="02020603050405020304" pitchFamily="18" charset="0"/>
              </a:rPr>
              <a:t>65%</a:t>
            </a:r>
          </a:p>
        </p:txBody>
      </p:sp>
      <p:sp>
        <p:nvSpPr>
          <p:cNvPr id="54" name="TextBox 53">
            <a:extLst>
              <a:ext uri="{FF2B5EF4-FFF2-40B4-BE49-F238E27FC236}">
                <a16:creationId xmlns:a16="http://schemas.microsoft.com/office/drawing/2014/main" id="{3B524FA0-4E4D-0C17-F65D-35ADF94FC144}"/>
              </a:ext>
            </a:extLst>
          </p:cNvPr>
          <p:cNvSpPr txBox="1"/>
          <p:nvPr/>
        </p:nvSpPr>
        <p:spPr>
          <a:xfrm>
            <a:off x="7041367" y="2613847"/>
            <a:ext cx="389850" cy="215444"/>
          </a:xfrm>
          <a:prstGeom prst="rect">
            <a:avLst/>
          </a:prstGeom>
          <a:noFill/>
        </p:spPr>
        <p:txBody>
          <a:bodyPr wrap="none" anchor="ctr">
            <a:spAutoFit/>
          </a:bodyPr>
          <a:lstStyle/>
          <a:p>
            <a:pPr algn="ctr"/>
            <a:r>
              <a:rPr sz="800" b="1">
                <a:solidFill>
                  <a:srgbClr val="820A1C"/>
                </a:solidFill>
                <a:latin typeface="Times New Roman" panose="02020603050405020304" pitchFamily="18" charset="0"/>
                <a:cs typeface="Times New Roman" panose="02020603050405020304" pitchFamily="18" charset="0"/>
              </a:rPr>
              <a:t>69%</a:t>
            </a:r>
          </a:p>
        </p:txBody>
      </p:sp>
      <p:sp>
        <p:nvSpPr>
          <p:cNvPr id="56" name="Rounded Rectangle 30">
            <a:extLst>
              <a:ext uri="{FF2B5EF4-FFF2-40B4-BE49-F238E27FC236}">
                <a16:creationId xmlns:a16="http://schemas.microsoft.com/office/drawing/2014/main" id="{B5184470-828A-B028-40F0-669C7404B294}"/>
              </a:ext>
            </a:extLst>
          </p:cNvPr>
          <p:cNvSpPr/>
          <p:nvPr/>
        </p:nvSpPr>
        <p:spPr>
          <a:xfrm>
            <a:off x="341716" y="3050753"/>
            <a:ext cx="7296912" cy="493776"/>
          </a:xfrm>
          <a:prstGeom prst="roundRect">
            <a:avLst/>
          </a:prstGeom>
          <a:solidFill>
            <a:srgbClr val="F8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8" name="TextBox 57">
            <a:extLst>
              <a:ext uri="{FF2B5EF4-FFF2-40B4-BE49-F238E27FC236}">
                <a16:creationId xmlns:a16="http://schemas.microsoft.com/office/drawing/2014/main" id="{495920F8-BE00-DE9B-460F-36520224204B}"/>
              </a:ext>
            </a:extLst>
          </p:cNvPr>
          <p:cNvSpPr txBox="1"/>
          <p:nvPr/>
        </p:nvSpPr>
        <p:spPr>
          <a:xfrm>
            <a:off x="433156" y="3103776"/>
            <a:ext cx="553357" cy="223138"/>
          </a:xfrm>
          <a:prstGeom prst="rect">
            <a:avLst/>
          </a:prstGeom>
          <a:noFill/>
        </p:spPr>
        <p:txBody>
          <a:bodyPr wrap="none" anchor="ctr">
            <a:spAutoFit/>
          </a:bodyPr>
          <a:lstStyle/>
          <a:p>
            <a:pPr algn="l"/>
            <a:r>
              <a:rPr sz="850" b="1">
                <a:solidFill>
                  <a:srgbClr val="2D2D2D"/>
                </a:solidFill>
                <a:latin typeface="Times New Roman" panose="02020603050405020304" pitchFamily="18" charset="0"/>
                <a:cs typeface="Times New Roman" panose="02020603050405020304" pitchFamily="18" charset="0"/>
              </a:rPr>
              <a:t>Enclave</a:t>
            </a:r>
          </a:p>
        </p:txBody>
      </p:sp>
      <p:sp>
        <p:nvSpPr>
          <p:cNvPr id="60" name="TextBox 59">
            <a:extLst>
              <a:ext uri="{FF2B5EF4-FFF2-40B4-BE49-F238E27FC236}">
                <a16:creationId xmlns:a16="http://schemas.microsoft.com/office/drawing/2014/main" id="{3C2BAE43-DA63-3C96-1758-F3DE00268FE4}"/>
              </a:ext>
            </a:extLst>
          </p:cNvPr>
          <p:cNvSpPr txBox="1"/>
          <p:nvPr/>
        </p:nvSpPr>
        <p:spPr>
          <a:xfrm>
            <a:off x="1804564" y="3106148"/>
            <a:ext cx="558165" cy="218393"/>
          </a:xfrm>
          <a:prstGeom prst="rect">
            <a:avLst/>
          </a:prstGeom>
          <a:noFill/>
        </p:spPr>
        <p:txBody>
          <a:bodyPr wrap="none" anchor="ctr">
            <a:spAutoFit/>
          </a:bodyPr>
          <a:lstStyle/>
          <a:p>
            <a:pPr algn="ctr"/>
            <a:r>
              <a:rPr sz="819" b="0">
                <a:solidFill>
                  <a:srgbClr val="2D2D2D"/>
                </a:solidFill>
                <a:latin typeface="Times New Roman" panose="02020603050405020304" pitchFamily="18" charset="0"/>
                <a:cs typeface="Times New Roman" panose="02020603050405020304" pitchFamily="18" charset="0"/>
              </a:rPr>
              <a:t>Priyanka</a:t>
            </a:r>
          </a:p>
        </p:txBody>
      </p:sp>
      <p:sp>
        <p:nvSpPr>
          <p:cNvPr id="62" name="TextBox 61">
            <a:extLst>
              <a:ext uri="{FF2B5EF4-FFF2-40B4-BE49-F238E27FC236}">
                <a16:creationId xmlns:a16="http://schemas.microsoft.com/office/drawing/2014/main" id="{C47FB594-7296-B953-EF90-0B34BA6CD572}"/>
              </a:ext>
            </a:extLst>
          </p:cNvPr>
          <p:cNvSpPr txBox="1"/>
          <p:nvPr/>
        </p:nvSpPr>
        <p:spPr>
          <a:xfrm>
            <a:off x="3018899" y="3107623"/>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₹4.28</a:t>
            </a:r>
          </a:p>
        </p:txBody>
      </p:sp>
      <p:sp>
        <p:nvSpPr>
          <p:cNvPr id="64" name="TextBox 63">
            <a:extLst>
              <a:ext uri="{FF2B5EF4-FFF2-40B4-BE49-F238E27FC236}">
                <a16:creationId xmlns:a16="http://schemas.microsoft.com/office/drawing/2014/main" id="{115B786A-3F38-BE98-23A1-1C653F761444}"/>
              </a:ext>
            </a:extLst>
          </p:cNvPr>
          <p:cNvSpPr txBox="1"/>
          <p:nvPr/>
        </p:nvSpPr>
        <p:spPr>
          <a:xfrm>
            <a:off x="4070459" y="3107623"/>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₹4.13</a:t>
            </a:r>
          </a:p>
        </p:txBody>
      </p:sp>
      <p:sp>
        <p:nvSpPr>
          <p:cNvPr id="66" name="TextBox 65">
            <a:extLst>
              <a:ext uri="{FF2B5EF4-FFF2-40B4-BE49-F238E27FC236}">
                <a16:creationId xmlns:a16="http://schemas.microsoft.com/office/drawing/2014/main" id="{3CC2E700-5BC1-B461-CE97-07387A29E593}"/>
              </a:ext>
            </a:extLst>
          </p:cNvPr>
          <p:cNvSpPr txBox="1"/>
          <p:nvPr/>
        </p:nvSpPr>
        <p:spPr>
          <a:xfrm>
            <a:off x="5076299" y="3107623"/>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₹3.98</a:t>
            </a:r>
          </a:p>
        </p:txBody>
      </p:sp>
      <p:sp>
        <p:nvSpPr>
          <p:cNvPr id="68" name="TextBox 67">
            <a:extLst>
              <a:ext uri="{FF2B5EF4-FFF2-40B4-BE49-F238E27FC236}">
                <a16:creationId xmlns:a16="http://schemas.microsoft.com/office/drawing/2014/main" id="{ED8CE7FD-DA2F-32B7-7602-24BD830A7D45}"/>
              </a:ext>
            </a:extLst>
          </p:cNvPr>
          <p:cNvSpPr txBox="1"/>
          <p:nvPr/>
        </p:nvSpPr>
        <p:spPr>
          <a:xfrm>
            <a:off x="6180792" y="3104545"/>
            <a:ext cx="401072" cy="221599"/>
          </a:xfrm>
          <a:prstGeom prst="rect">
            <a:avLst/>
          </a:prstGeom>
          <a:noFill/>
        </p:spPr>
        <p:txBody>
          <a:bodyPr wrap="none" anchor="ctr">
            <a:spAutoFit/>
          </a:bodyPr>
          <a:lstStyle/>
          <a:p>
            <a:pPr algn="ctr"/>
            <a:r>
              <a:rPr sz="840" b="1">
                <a:solidFill>
                  <a:srgbClr val="477E38"/>
                </a:solidFill>
                <a:latin typeface="Times New Roman" panose="02020603050405020304" pitchFamily="18" charset="0"/>
                <a:cs typeface="Times New Roman" panose="02020603050405020304" pitchFamily="18" charset="0"/>
              </a:rPr>
              <a:t>93%</a:t>
            </a:r>
          </a:p>
        </p:txBody>
      </p:sp>
      <p:sp>
        <p:nvSpPr>
          <p:cNvPr id="70" name="TextBox 69">
            <a:extLst>
              <a:ext uri="{FF2B5EF4-FFF2-40B4-BE49-F238E27FC236}">
                <a16:creationId xmlns:a16="http://schemas.microsoft.com/office/drawing/2014/main" id="{C3CF6501-F318-D006-13CC-7E196BFAC8AF}"/>
              </a:ext>
            </a:extLst>
          </p:cNvPr>
          <p:cNvSpPr txBox="1"/>
          <p:nvPr/>
        </p:nvSpPr>
        <p:spPr>
          <a:xfrm>
            <a:off x="7041367" y="3107623"/>
            <a:ext cx="389850" cy="215444"/>
          </a:xfrm>
          <a:prstGeom prst="rect">
            <a:avLst/>
          </a:prstGeom>
          <a:noFill/>
        </p:spPr>
        <p:txBody>
          <a:bodyPr wrap="none" anchor="ctr">
            <a:spAutoFit/>
          </a:bodyPr>
          <a:lstStyle/>
          <a:p>
            <a:pPr algn="ctr"/>
            <a:r>
              <a:rPr sz="800" b="1">
                <a:solidFill>
                  <a:srgbClr val="2D2D2D"/>
                </a:solidFill>
                <a:latin typeface="Times New Roman" panose="02020603050405020304" pitchFamily="18" charset="0"/>
                <a:cs typeface="Times New Roman" panose="02020603050405020304" pitchFamily="18" charset="0"/>
              </a:rPr>
              <a:t>96%</a:t>
            </a:r>
          </a:p>
        </p:txBody>
      </p:sp>
      <p:sp>
        <p:nvSpPr>
          <p:cNvPr id="72" name="Rounded Rectangle 38">
            <a:extLst>
              <a:ext uri="{FF2B5EF4-FFF2-40B4-BE49-F238E27FC236}">
                <a16:creationId xmlns:a16="http://schemas.microsoft.com/office/drawing/2014/main" id="{48A7B065-9757-F1FE-946F-D972CF1590B8}"/>
              </a:ext>
            </a:extLst>
          </p:cNvPr>
          <p:cNvSpPr/>
          <p:nvPr/>
        </p:nvSpPr>
        <p:spPr>
          <a:xfrm>
            <a:off x="341716" y="3544529"/>
            <a:ext cx="7296912" cy="49377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4" name="TextBox 73">
            <a:extLst>
              <a:ext uri="{FF2B5EF4-FFF2-40B4-BE49-F238E27FC236}">
                <a16:creationId xmlns:a16="http://schemas.microsoft.com/office/drawing/2014/main" id="{523F0C5C-0E69-14EE-2892-89E5266989D7}"/>
              </a:ext>
            </a:extLst>
          </p:cNvPr>
          <p:cNvSpPr txBox="1"/>
          <p:nvPr/>
        </p:nvSpPr>
        <p:spPr>
          <a:xfrm>
            <a:off x="433156" y="3597552"/>
            <a:ext cx="535724" cy="223138"/>
          </a:xfrm>
          <a:prstGeom prst="rect">
            <a:avLst/>
          </a:prstGeom>
          <a:noFill/>
        </p:spPr>
        <p:txBody>
          <a:bodyPr wrap="none" anchor="ctr">
            <a:spAutoFit/>
          </a:bodyPr>
          <a:lstStyle/>
          <a:p>
            <a:pPr algn="l"/>
            <a:r>
              <a:rPr sz="850" b="1">
                <a:solidFill>
                  <a:srgbClr val="2D2D2D"/>
                </a:solidFill>
                <a:latin typeface="Times New Roman" panose="02020603050405020304" pitchFamily="18" charset="0"/>
                <a:cs typeface="Times New Roman" panose="02020603050405020304" pitchFamily="18" charset="0"/>
              </a:rPr>
              <a:t>Avenue</a:t>
            </a:r>
          </a:p>
        </p:txBody>
      </p:sp>
      <p:sp>
        <p:nvSpPr>
          <p:cNvPr id="76" name="TextBox 75">
            <a:extLst>
              <a:ext uri="{FF2B5EF4-FFF2-40B4-BE49-F238E27FC236}">
                <a16:creationId xmlns:a16="http://schemas.microsoft.com/office/drawing/2014/main" id="{96739C61-4D34-E48D-42CF-D609EECA8FCD}"/>
              </a:ext>
            </a:extLst>
          </p:cNvPr>
          <p:cNvSpPr txBox="1"/>
          <p:nvPr/>
        </p:nvSpPr>
        <p:spPr>
          <a:xfrm>
            <a:off x="1892729" y="3599924"/>
            <a:ext cx="381836" cy="218393"/>
          </a:xfrm>
          <a:prstGeom prst="rect">
            <a:avLst/>
          </a:prstGeom>
          <a:noFill/>
        </p:spPr>
        <p:txBody>
          <a:bodyPr wrap="none" anchor="ctr">
            <a:spAutoFit/>
          </a:bodyPr>
          <a:lstStyle/>
          <a:p>
            <a:pPr algn="ctr"/>
            <a:r>
              <a:rPr sz="819" b="0">
                <a:solidFill>
                  <a:srgbClr val="2D2D2D"/>
                </a:solidFill>
                <a:latin typeface="Times New Roman" panose="02020603050405020304" pitchFamily="18" charset="0"/>
                <a:cs typeface="Times New Roman" panose="02020603050405020304" pitchFamily="18" charset="0"/>
              </a:rPr>
              <a:t>Julie</a:t>
            </a:r>
          </a:p>
        </p:txBody>
      </p:sp>
      <p:sp>
        <p:nvSpPr>
          <p:cNvPr id="78" name="TextBox 77">
            <a:extLst>
              <a:ext uri="{FF2B5EF4-FFF2-40B4-BE49-F238E27FC236}">
                <a16:creationId xmlns:a16="http://schemas.microsoft.com/office/drawing/2014/main" id="{75ECA359-F9F8-EEC2-9193-CFFB4AB33AC5}"/>
              </a:ext>
            </a:extLst>
          </p:cNvPr>
          <p:cNvSpPr txBox="1"/>
          <p:nvPr/>
        </p:nvSpPr>
        <p:spPr>
          <a:xfrm>
            <a:off x="3018899" y="3601399"/>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₹4.15</a:t>
            </a:r>
          </a:p>
        </p:txBody>
      </p:sp>
      <p:sp>
        <p:nvSpPr>
          <p:cNvPr id="80" name="TextBox 79">
            <a:extLst>
              <a:ext uri="{FF2B5EF4-FFF2-40B4-BE49-F238E27FC236}">
                <a16:creationId xmlns:a16="http://schemas.microsoft.com/office/drawing/2014/main" id="{CF6C2829-C491-FADD-E6D5-80D88E484420}"/>
              </a:ext>
            </a:extLst>
          </p:cNvPr>
          <p:cNvSpPr txBox="1"/>
          <p:nvPr/>
        </p:nvSpPr>
        <p:spPr>
          <a:xfrm>
            <a:off x="4070459" y="3601399"/>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₹3.82</a:t>
            </a:r>
          </a:p>
        </p:txBody>
      </p:sp>
      <p:sp>
        <p:nvSpPr>
          <p:cNvPr id="82" name="TextBox 81">
            <a:extLst>
              <a:ext uri="{FF2B5EF4-FFF2-40B4-BE49-F238E27FC236}">
                <a16:creationId xmlns:a16="http://schemas.microsoft.com/office/drawing/2014/main" id="{D04C6837-8528-E940-6F6A-5F9E7563B436}"/>
              </a:ext>
            </a:extLst>
          </p:cNvPr>
          <p:cNvSpPr txBox="1"/>
          <p:nvPr/>
        </p:nvSpPr>
        <p:spPr>
          <a:xfrm>
            <a:off x="5076299" y="3601399"/>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₹2.89</a:t>
            </a:r>
          </a:p>
        </p:txBody>
      </p:sp>
      <p:sp>
        <p:nvSpPr>
          <p:cNvPr id="84" name="TextBox 83">
            <a:extLst>
              <a:ext uri="{FF2B5EF4-FFF2-40B4-BE49-F238E27FC236}">
                <a16:creationId xmlns:a16="http://schemas.microsoft.com/office/drawing/2014/main" id="{D4899D2B-598B-6CA0-8E50-5330F006E2EA}"/>
              </a:ext>
            </a:extLst>
          </p:cNvPr>
          <p:cNvSpPr txBox="1"/>
          <p:nvPr/>
        </p:nvSpPr>
        <p:spPr>
          <a:xfrm>
            <a:off x="6180792" y="3598321"/>
            <a:ext cx="401072" cy="221599"/>
          </a:xfrm>
          <a:prstGeom prst="rect">
            <a:avLst/>
          </a:prstGeom>
          <a:noFill/>
        </p:spPr>
        <p:txBody>
          <a:bodyPr wrap="none" anchor="ctr">
            <a:spAutoFit/>
          </a:bodyPr>
          <a:lstStyle/>
          <a:p>
            <a:pPr algn="ctr"/>
            <a:r>
              <a:rPr sz="840" b="1">
                <a:solidFill>
                  <a:srgbClr val="2D2D2D"/>
                </a:solidFill>
                <a:latin typeface="Times New Roman" panose="02020603050405020304" pitchFamily="18" charset="0"/>
                <a:cs typeface="Times New Roman" panose="02020603050405020304" pitchFamily="18" charset="0"/>
              </a:rPr>
              <a:t>70%</a:t>
            </a:r>
          </a:p>
        </p:txBody>
      </p:sp>
      <p:sp>
        <p:nvSpPr>
          <p:cNvPr id="86" name="TextBox 85">
            <a:extLst>
              <a:ext uri="{FF2B5EF4-FFF2-40B4-BE49-F238E27FC236}">
                <a16:creationId xmlns:a16="http://schemas.microsoft.com/office/drawing/2014/main" id="{955ED8FA-C37D-39D6-4FF3-F8368BDC9BC6}"/>
              </a:ext>
            </a:extLst>
          </p:cNvPr>
          <p:cNvSpPr txBox="1"/>
          <p:nvPr/>
        </p:nvSpPr>
        <p:spPr>
          <a:xfrm>
            <a:off x="7041367" y="3601399"/>
            <a:ext cx="389850" cy="215444"/>
          </a:xfrm>
          <a:prstGeom prst="rect">
            <a:avLst/>
          </a:prstGeom>
          <a:noFill/>
        </p:spPr>
        <p:txBody>
          <a:bodyPr wrap="none" anchor="ctr">
            <a:spAutoFit/>
          </a:bodyPr>
          <a:lstStyle/>
          <a:p>
            <a:pPr algn="ctr"/>
            <a:r>
              <a:rPr sz="800" b="1">
                <a:solidFill>
                  <a:srgbClr val="820A1C"/>
                </a:solidFill>
                <a:latin typeface="Times New Roman" panose="02020603050405020304" pitchFamily="18" charset="0"/>
                <a:cs typeface="Times New Roman" panose="02020603050405020304" pitchFamily="18" charset="0"/>
              </a:rPr>
              <a:t>76%</a:t>
            </a:r>
          </a:p>
        </p:txBody>
      </p:sp>
      <p:sp>
        <p:nvSpPr>
          <p:cNvPr id="88" name="Rounded Rectangle 46">
            <a:extLst>
              <a:ext uri="{FF2B5EF4-FFF2-40B4-BE49-F238E27FC236}">
                <a16:creationId xmlns:a16="http://schemas.microsoft.com/office/drawing/2014/main" id="{E74228C9-7D82-8523-9818-02BDCBAEA0CD}"/>
              </a:ext>
            </a:extLst>
          </p:cNvPr>
          <p:cNvSpPr/>
          <p:nvPr/>
        </p:nvSpPr>
        <p:spPr>
          <a:xfrm>
            <a:off x="341716" y="3910489"/>
            <a:ext cx="7296912" cy="493776"/>
          </a:xfrm>
          <a:prstGeom prst="roundRect">
            <a:avLst/>
          </a:prstGeom>
          <a:solidFill>
            <a:srgbClr val="F8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B9F72E98-428D-AF4E-9D92-C7158BFAA6F5}"/>
              </a:ext>
            </a:extLst>
          </p:cNvPr>
          <p:cNvSpPr txBox="1"/>
          <p:nvPr/>
        </p:nvSpPr>
        <p:spPr>
          <a:xfrm>
            <a:off x="433156" y="3963512"/>
            <a:ext cx="530915" cy="223138"/>
          </a:xfrm>
          <a:prstGeom prst="rect">
            <a:avLst/>
          </a:prstGeom>
          <a:noFill/>
        </p:spPr>
        <p:txBody>
          <a:bodyPr wrap="none" anchor="ctr">
            <a:spAutoFit/>
          </a:bodyPr>
          <a:lstStyle/>
          <a:p>
            <a:pPr algn="l"/>
            <a:r>
              <a:rPr sz="850" b="1">
                <a:solidFill>
                  <a:srgbClr val="2D2D2D"/>
                </a:solidFill>
                <a:latin typeface="Times New Roman" panose="02020603050405020304" pitchFamily="18" charset="0"/>
                <a:cs typeface="Times New Roman" panose="02020603050405020304" pitchFamily="18" charset="0"/>
              </a:rPr>
              <a:t>Ananta</a:t>
            </a:r>
          </a:p>
        </p:txBody>
      </p:sp>
      <p:sp>
        <p:nvSpPr>
          <p:cNvPr id="92" name="TextBox 91">
            <a:extLst>
              <a:ext uri="{FF2B5EF4-FFF2-40B4-BE49-F238E27FC236}">
                <a16:creationId xmlns:a16="http://schemas.microsoft.com/office/drawing/2014/main" id="{DA04D453-13A9-11C7-18AD-9B1BA73BA318}"/>
              </a:ext>
            </a:extLst>
          </p:cNvPr>
          <p:cNvSpPr txBox="1"/>
          <p:nvPr/>
        </p:nvSpPr>
        <p:spPr>
          <a:xfrm>
            <a:off x="1892729" y="3965884"/>
            <a:ext cx="381836" cy="218393"/>
          </a:xfrm>
          <a:prstGeom prst="rect">
            <a:avLst/>
          </a:prstGeom>
          <a:noFill/>
        </p:spPr>
        <p:txBody>
          <a:bodyPr wrap="none" anchor="ctr">
            <a:spAutoFit/>
          </a:bodyPr>
          <a:lstStyle/>
          <a:p>
            <a:pPr algn="ctr"/>
            <a:r>
              <a:rPr sz="819" b="0">
                <a:solidFill>
                  <a:srgbClr val="2D2D2D"/>
                </a:solidFill>
                <a:latin typeface="Times New Roman" panose="02020603050405020304" pitchFamily="18" charset="0"/>
                <a:cs typeface="Times New Roman" panose="02020603050405020304" pitchFamily="18" charset="0"/>
              </a:rPr>
              <a:t>Julie</a:t>
            </a:r>
          </a:p>
        </p:txBody>
      </p:sp>
      <p:sp>
        <p:nvSpPr>
          <p:cNvPr id="94" name="TextBox 93">
            <a:extLst>
              <a:ext uri="{FF2B5EF4-FFF2-40B4-BE49-F238E27FC236}">
                <a16:creationId xmlns:a16="http://schemas.microsoft.com/office/drawing/2014/main" id="{7262D48D-FD59-B562-6DD3-7F952D22D185}"/>
              </a:ext>
            </a:extLst>
          </p:cNvPr>
          <p:cNvSpPr txBox="1"/>
          <p:nvPr/>
        </p:nvSpPr>
        <p:spPr>
          <a:xfrm>
            <a:off x="3018899" y="3967359"/>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₹4.01</a:t>
            </a:r>
          </a:p>
        </p:txBody>
      </p:sp>
      <p:sp>
        <p:nvSpPr>
          <p:cNvPr id="96" name="TextBox 95">
            <a:extLst>
              <a:ext uri="{FF2B5EF4-FFF2-40B4-BE49-F238E27FC236}">
                <a16:creationId xmlns:a16="http://schemas.microsoft.com/office/drawing/2014/main" id="{772F2111-D579-D5B5-FB15-C0C23BBC4000}"/>
              </a:ext>
            </a:extLst>
          </p:cNvPr>
          <p:cNvSpPr txBox="1"/>
          <p:nvPr/>
        </p:nvSpPr>
        <p:spPr>
          <a:xfrm>
            <a:off x="4070459" y="3967359"/>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₹4.01</a:t>
            </a:r>
          </a:p>
        </p:txBody>
      </p:sp>
      <p:sp>
        <p:nvSpPr>
          <p:cNvPr id="98" name="TextBox 97">
            <a:extLst>
              <a:ext uri="{FF2B5EF4-FFF2-40B4-BE49-F238E27FC236}">
                <a16:creationId xmlns:a16="http://schemas.microsoft.com/office/drawing/2014/main" id="{31EF5F71-8769-47AA-DFE5-F070C7B4A831}"/>
              </a:ext>
            </a:extLst>
          </p:cNvPr>
          <p:cNvSpPr txBox="1"/>
          <p:nvPr/>
        </p:nvSpPr>
        <p:spPr>
          <a:xfrm>
            <a:off x="5076299" y="3967359"/>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₹2.61</a:t>
            </a:r>
          </a:p>
        </p:txBody>
      </p:sp>
      <p:sp>
        <p:nvSpPr>
          <p:cNvPr id="100" name="TextBox 99">
            <a:extLst>
              <a:ext uri="{FF2B5EF4-FFF2-40B4-BE49-F238E27FC236}">
                <a16:creationId xmlns:a16="http://schemas.microsoft.com/office/drawing/2014/main" id="{D8AE4AB4-42D1-36A6-9E50-EA79C42D958C}"/>
              </a:ext>
            </a:extLst>
          </p:cNvPr>
          <p:cNvSpPr txBox="1"/>
          <p:nvPr/>
        </p:nvSpPr>
        <p:spPr>
          <a:xfrm>
            <a:off x="6180792" y="3964281"/>
            <a:ext cx="401072" cy="221599"/>
          </a:xfrm>
          <a:prstGeom prst="rect">
            <a:avLst/>
          </a:prstGeom>
          <a:noFill/>
        </p:spPr>
        <p:txBody>
          <a:bodyPr wrap="none" anchor="ctr">
            <a:spAutoFit/>
          </a:bodyPr>
          <a:lstStyle/>
          <a:p>
            <a:pPr algn="ctr"/>
            <a:r>
              <a:rPr sz="840" b="1">
                <a:solidFill>
                  <a:srgbClr val="2D2D2D"/>
                </a:solidFill>
                <a:latin typeface="Times New Roman" panose="02020603050405020304" pitchFamily="18" charset="0"/>
                <a:cs typeface="Times New Roman" panose="02020603050405020304" pitchFamily="18" charset="0"/>
              </a:rPr>
              <a:t>65%</a:t>
            </a:r>
          </a:p>
        </p:txBody>
      </p:sp>
      <p:sp>
        <p:nvSpPr>
          <p:cNvPr id="102" name="TextBox 101">
            <a:extLst>
              <a:ext uri="{FF2B5EF4-FFF2-40B4-BE49-F238E27FC236}">
                <a16:creationId xmlns:a16="http://schemas.microsoft.com/office/drawing/2014/main" id="{C443A205-BAEA-C7B4-8951-1B72E1B460E5}"/>
              </a:ext>
            </a:extLst>
          </p:cNvPr>
          <p:cNvSpPr txBox="1"/>
          <p:nvPr/>
        </p:nvSpPr>
        <p:spPr>
          <a:xfrm>
            <a:off x="7041367" y="3967359"/>
            <a:ext cx="389850" cy="215444"/>
          </a:xfrm>
          <a:prstGeom prst="rect">
            <a:avLst/>
          </a:prstGeom>
          <a:noFill/>
        </p:spPr>
        <p:txBody>
          <a:bodyPr wrap="none" anchor="ctr">
            <a:spAutoFit/>
          </a:bodyPr>
          <a:lstStyle/>
          <a:p>
            <a:pPr algn="ctr"/>
            <a:r>
              <a:rPr sz="800" b="1">
                <a:solidFill>
                  <a:srgbClr val="820A1C"/>
                </a:solidFill>
                <a:latin typeface="Times New Roman" panose="02020603050405020304" pitchFamily="18" charset="0"/>
                <a:cs typeface="Times New Roman" panose="02020603050405020304" pitchFamily="18" charset="0"/>
              </a:rPr>
              <a:t>65%</a:t>
            </a:r>
          </a:p>
        </p:txBody>
      </p:sp>
      <p:sp>
        <p:nvSpPr>
          <p:cNvPr id="104" name="Rounded Rectangle 54">
            <a:extLst>
              <a:ext uri="{FF2B5EF4-FFF2-40B4-BE49-F238E27FC236}">
                <a16:creationId xmlns:a16="http://schemas.microsoft.com/office/drawing/2014/main" id="{27665CE8-4D94-8FC2-8BA1-63F0A9E2B24A}"/>
              </a:ext>
            </a:extLst>
          </p:cNvPr>
          <p:cNvSpPr/>
          <p:nvPr/>
        </p:nvSpPr>
        <p:spPr>
          <a:xfrm>
            <a:off x="341716" y="4404265"/>
            <a:ext cx="7296912" cy="493776"/>
          </a:xfrm>
          <a:prstGeom prst="roundRect">
            <a:avLst/>
          </a:prstGeom>
          <a:solidFill>
            <a:srgbClr val="F8EB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06" name="TextBox 105">
            <a:extLst>
              <a:ext uri="{FF2B5EF4-FFF2-40B4-BE49-F238E27FC236}">
                <a16:creationId xmlns:a16="http://schemas.microsoft.com/office/drawing/2014/main" id="{4D0EAC0D-A9E1-064C-3864-D20D027BF1CD}"/>
              </a:ext>
            </a:extLst>
          </p:cNvPr>
          <p:cNvSpPr txBox="1"/>
          <p:nvPr/>
        </p:nvSpPr>
        <p:spPr>
          <a:xfrm>
            <a:off x="433156" y="4457288"/>
            <a:ext cx="513282" cy="223138"/>
          </a:xfrm>
          <a:prstGeom prst="rect">
            <a:avLst/>
          </a:prstGeom>
          <a:noFill/>
        </p:spPr>
        <p:txBody>
          <a:bodyPr wrap="none" anchor="ctr">
            <a:spAutoFit/>
          </a:bodyPr>
          <a:lstStyle/>
          <a:p>
            <a:pPr algn="l"/>
            <a:r>
              <a:rPr sz="850" b="1">
                <a:solidFill>
                  <a:srgbClr val="2D2D2D"/>
                </a:solidFill>
                <a:latin typeface="Times New Roman" panose="02020603050405020304" pitchFamily="18" charset="0"/>
                <a:cs typeface="Times New Roman" panose="02020603050405020304" pitchFamily="18" charset="0"/>
              </a:rPr>
              <a:t>Parijat</a:t>
            </a:r>
          </a:p>
        </p:txBody>
      </p:sp>
      <p:sp>
        <p:nvSpPr>
          <p:cNvPr id="108" name="TextBox 107">
            <a:extLst>
              <a:ext uri="{FF2B5EF4-FFF2-40B4-BE49-F238E27FC236}">
                <a16:creationId xmlns:a16="http://schemas.microsoft.com/office/drawing/2014/main" id="{CE05CAFF-D819-DB56-AA19-E8C7D8528E16}"/>
              </a:ext>
            </a:extLst>
          </p:cNvPr>
          <p:cNvSpPr txBox="1"/>
          <p:nvPr/>
        </p:nvSpPr>
        <p:spPr>
          <a:xfrm>
            <a:off x="1857463" y="4459660"/>
            <a:ext cx="452368" cy="218393"/>
          </a:xfrm>
          <a:prstGeom prst="rect">
            <a:avLst/>
          </a:prstGeom>
          <a:noFill/>
        </p:spPr>
        <p:txBody>
          <a:bodyPr wrap="none" anchor="ctr">
            <a:spAutoFit/>
          </a:bodyPr>
          <a:lstStyle/>
          <a:p>
            <a:pPr algn="ctr"/>
            <a:r>
              <a:rPr sz="819" b="0">
                <a:solidFill>
                  <a:srgbClr val="2D2D2D"/>
                </a:solidFill>
                <a:latin typeface="Times New Roman" panose="02020603050405020304" pitchFamily="18" charset="0"/>
                <a:cs typeface="Times New Roman" panose="02020603050405020304" pitchFamily="18" charset="0"/>
              </a:rPr>
              <a:t>Pratap</a:t>
            </a:r>
          </a:p>
        </p:txBody>
      </p:sp>
      <p:sp>
        <p:nvSpPr>
          <p:cNvPr id="110" name="TextBox 109">
            <a:extLst>
              <a:ext uri="{FF2B5EF4-FFF2-40B4-BE49-F238E27FC236}">
                <a16:creationId xmlns:a16="http://schemas.microsoft.com/office/drawing/2014/main" id="{F631DDB3-AAC3-577B-4E76-0E7ED1ED94B1}"/>
              </a:ext>
            </a:extLst>
          </p:cNvPr>
          <p:cNvSpPr txBox="1"/>
          <p:nvPr/>
        </p:nvSpPr>
        <p:spPr>
          <a:xfrm>
            <a:off x="3018899" y="4461135"/>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₹2.81</a:t>
            </a:r>
          </a:p>
        </p:txBody>
      </p:sp>
      <p:sp>
        <p:nvSpPr>
          <p:cNvPr id="112" name="TextBox 111">
            <a:extLst>
              <a:ext uri="{FF2B5EF4-FFF2-40B4-BE49-F238E27FC236}">
                <a16:creationId xmlns:a16="http://schemas.microsoft.com/office/drawing/2014/main" id="{001D916E-FC74-CDA2-B12B-90FB2BE56CE3}"/>
              </a:ext>
            </a:extLst>
          </p:cNvPr>
          <p:cNvSpPr txBox="1"/>
          <p:nvPr/>
        </p:nvSpPr>
        <p:spPr>
          <a:xfrm>
            <a:off x="4070459" y="4461135"/>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₹0.52</a:t>
            </a:r>
          </a:p>
        </p:txBody>
      </p:sp>
      <p:sp>
        <p:nvSpPr>
          <p:cNvPr id="114" name="TextBox 113">
            <a:extLst>
              <a:ext uri="{FF2B5EF4-FFF2-40B4-BE49-F238E27FC236}">
                <a16:creationId xmlns:a16="http://schemas.microsoft.com/office/drawing/2014/main" id="{01EB0AC3-B05E-60FC-CC10-DB1F4B7899C8}"/>
              </a:ext>
            </a:extLst>
          </p:cNvPr>
          <p:cNvSpPr txBox="1"/>
          <p:nvPr/>
        </p:nvSpPr>
        <p:spPr>
          <a:xfrm>
            <a:off x="5076299" y="4461135"/>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₹0.93</a:t>
            </a:r>
          </a:p>
        </p:txBody>
      </p:sp>
      <p:sp>
        <p:nvSpPr>
          <p:cNvPr id="116" name="TextBox 115">
            <a:extLst>
              <a:ext uri="{FF2B5EF4-FFF2-40B4-BE49-F238E27FC236}">
                <a16:creationId xmlns:a16="http://schemas.microsoft.com/office/drawing/2014/main" id="{0FF528D3-4428-E153-F5EF-E4E3E39E987D}"/>
              </a:ext>
            </a:extLst>
          </p:cNvPr>
          <p:cNvSpPr txBox="1"/>
          <p:nvPr/>
        </p:nvSpPr>
        <p:spPr>
          <a:xfrm>
            <a:off x="6180792" y="4458057"/>
            <a:ext cx="401072" cy="221599"/>
          </a:xfrm>
          <a:prstGeom prst="rect">
            <a:avLst/>
          </a:prstGeom>
          <a:noFill/>
        </p:spPr>
        <p:txBody>
          <a:bodyPr wrap="none" anchor="ctr">
            <a:spAutoFit/>
          </a:bodyPr>
          <a:lstStyle/>
          <a:p>
            <a:pPr algn="ctr"/>
            <a:r>
              <a:rPr sz="840" b="1">
                <a:solidFill>
                  <a:srgbClr val="820A1C"/>
                </a:solidFill>
                <a:latin typeface="Times New Roman" panose="02020603050405020304" pitchFamily="18" charset="0"/>
                <a:cs typeface="Times New Roman" panose="02020603050405020304" pitchFamily="18" charset="0"/>
              </a:rPr>
              <a:t>33%</a:t>
            </a:r>
          </a:p>
        </p:txBody>
      </p:sp>
      <p:sp>
        <p:nvSpPr>
          <p:cNvPr id="118" name="TextBox 117">
            <a:extLst>
              <a:ext uri="{FF2B5EF4-FFF2-40B4-BE49-F238E27FC236}">
                <a16:creationId xmlns:a16="http://schemas.microsoft.com/office/drawing/2014/main" id="{67983E76-4E4B-AC6D-3C26-B0A36BE0F53D}"/>
              </a:ext>
            </a:extLst>
          </p:cNvPr>
          <p:cNvSpPr txBox="1"/>
          <p:nvPr/>
        </p:nvSpPr>
        <p:spPr>
          <a:xfrm>
            <a:off x="7015719" y="4461135"/>
            <a:ext cx="441146" cy="215444"/>
          </a:xfrm>
          <a:prstGeom prst="rect">
            <a:avLst/>
          </a:prstGeom>
          <a:noFill/>
        </p:spPr>
        <p:txBody>
          <a:bodyPr wrap="none" anchor="ctr">
            <a:spAutoFit/>
          </a:bodyPr>
          <a:lstStyle/>
          <a:p>
            <a:pPr algn="ctr"/>
            <a:r>
              <a:rPr sz="800" b="1">
                <a:solidFill>
                  <a:srgbClr val="C49D20"/>
                </a:solidFill>
                <a:latin typeface="Times New Roman" panose="02020603050405020304" pitchFamily="18" charset="0"/>
                <a:cs typeface="Times New Roman" panose="02020603050405020304" pitchFamily="18" charset="0"/>
              </a:rPr>
              <a:t>179%</a:t>
            </a:r>
          </a:p>
        </p:txBody>
      </p:sp>
      <p:sp>
        <p:nvSpPr>
          <p:cNvPr id="120" name="Rounded Rectangle 62">
            <a:extLst>
              <a:ext uri="{FF2B5EF4-FFF2-40B4-BE49-F238E27FC236}">
                <a16:creationId xmlns:a16="http://schemas.microsoft.com/office/drawing/2014/main" id="{CCA27755-F89B-746A-9B9E-10207F1D288B}"/>
              </a:ext>
            </a:extLst>
          </p:cNvPr>
          <p:cNvSpPr/>
          <p:nvPr/>
        </p:nvSpPr>
        <p:spPr>
          <a:xfrm>
            <a:off x="341716" y="4898041"/>
            <a:ext cx="7296912" cy="493776"/>
          </a:xfrm>
          <a:prstGeom prst="roundRect">
            <a:avLst/>
          </a:prstGeom>
          <a:solidFill>
            <a:srgbClr val="F8F3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122" name="TextBox 121">
            <a:extLst>
              <a:ext uri="{FF2B5EF4-FFF2-40B4-BE49-F238E27FC236}">
                <a16:creationId xmlns:a16="http://schemas.microsoft.com/office/drawing/2014/main" id="{7DDCCA4A-9FD2-2DDB-60C5-C7E0074B6AB0}"/>
              </a:ext>
            </a:extLst>
          </p:cNvPr>
          <p:cNvSpPr txBox="1"/>
          <p:nvPr/>
        </p:nvSpPr>
        <p:spPr>
          <a:xfrm>
            <a:off x="433156" y="4951064"/>
            <a:ext cx="590226" cy="223138"/>
          </a:xfrm>
          <a:prstGeom prst="rect">
            <a:avLst/>
          </a:prstGeom>
          <a:noFill/>
        </p:spPr>
        <p:txBody>
          <a:bodyPr wrap="none" anchor="ctr">
            <a:spAutoFit/>
          </a:bodyPr>
          <a:lstStyle/>
          <a:p>
            <a:pPr algn="l"/>
            <a:r>
              <a:rPr sz="850" b="1">
                <a:solidFill>
                  <a:srgbClr val="2D2D2D"/>
                </a:solidFill>
                <a:latin typeface="Times New Roman" panose="02020603050405020304" pitchFamily="18" charset="0"/>
                <a:cs typeface="Times New Roman" panose="02020603050405020304" pitchFamily="18" charset="0"/>
              </a:rPr>
              <a:t>Paradise</a:t>
            </a:r>
          </a:p>
        </p:txBody>
      </p:sp>
      <p:sp>
        <p:nvSpPr>
          <p:cNvPr id="124" name="TextBox 123">
            <a:extLst>
              <a:ext uri="{FF2B5EF4-FFF2-40B4-BE49-F238E27FC236}">
                <a16:creationId xmlns:a16="http://schemas.microsoft.com/office/drawing/2014/main" id="{9DD2577A-E09C-CCEC-35B0-C1C8C2273A46}"/>
              </a:ext>
            </a:extLst>
          </p:cNvPr>
          <p:cNvSpPr txBox="1"/>
          <p:nvPr/>
        </p:nvSpPr>
        <p:spPr>
          <a:xfrm>
            <a:off x="1857463" y="4953436"/>
            <a:ext cx="452368" cy="218393"/>
          </a:xfrm>
          <a:prstGeom prst="rect">
            <a:avLst/>
          </a:prstGeom>
          <a:noFill/>
        </p:spPr>
        <p:txBody>
          <a:bodyPr wrap="none" anchor="ctr">
            <a:spAutoFit/>
          </a:bodyPr>
          <a:lstStyle/>
          <a:p>
            <a:pPr algn="ctr"/>
            <a:r>
              <a:rPr sz="819" b="0">
                <a:solidFill>
                  <a:srgbClr val="2D2D2D"/>
                </a:solidFill>
                <a:latin typeface="Times New Roman" panose="02020603050405020304" pitchFamily="18" charset="0"/>
                <a:cs typeface="Times New Roman" panose="02020603050405020304" pitchFamily="18" charset="0"/>
              </a:rPr>
              <a:t>Pratap</a:t>
            </a:r>
          </a:p>
        </p:txBody>
      </p:sp>
      <p:sp>
        <p:nvSpPr>
          <p:cNvPr id="126" name="TextBox 125">
            <a:extLst>
              <a:ext uri="{FF2B5EF4-FFF2-40B4-BE49-F238E27FC236}">
                <a16:creationId xmlns:a16="http://schemas.microsoft.com/office/drawing/2014/main" id="{F2ED9508-596C-626C-86CD-B3E705F43200}"/>
              </a:ext>
            </a:extLst>
          </p:cNvPr>
          <p:cNvSpPr txBox="1"/>
          <p:nvPr/>
        </p:nvSpPr>
        <p:spPr>
          <a:xfrm>
            <a:off x="3018899" y="4954911"/>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₹2.09</a:t>
            </a:r>
          </a:p>
        </p:txBody>
      </p:sp>
      <p:sp>
        <p:nvSpPr>
          <p:cNvPr id="128" name="TextBox 127">
            <a:extLst>
              <a:ext uri="{FF2B5EF4-FFF2-40B4-BE49-F238E27FC236}">
                <a16:creationId xmlns:a16="http://schemas.microsoft.com/office/drawing/2014/main" id="{E25BBD08-10DB-563E-A406-FCC1B0F8036F}"/>
              </a:ext>
            </a:extLst>
          </p:cNvPr>
          <p:cNvSpPr txBox="1"/>
          <p:nvPr/>
        </p:nvSpPr>
        <p:spPr>
          <a:xfrm>
            <a:off x="4070459" y="4954911"/>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₹1.72</a:t>
            </a:r>
          </a:p>
        </p:txBody>
      </p:sp>
      <p:sp>
        <p:nvSpPr>
          <p:cNvPr id="130" name="TextBox 129">
            <a:extLst>
              <a:ext uri="{FF2B5EF4-FFF2-40B4-BE49-F238E27FC236}">
                <a16:creationId xmlns:a16="http://schemas.microsoft.com/office/drawing/2014/main" id="{EE379C72-C52E-FB73-8AB2-F54CEE5F5C52}"/>
              </a:ext>
            </a:extLst>
          </p:cNvPr>
          <p:cNvSpPr txBox="1"/>
          <p:nvPr/>
        </p:nvSpPr>
        <p:spPr>
          <a:xfrm>
            <a:off x="5076299" y="4954911"/>
            <a:ext cx="415498" cy="215444"/>
          </a:xfrm>
          <a:prstGeom prst="rect">
            <a:avLst/>
          </a:prstGeom>
          <a:noFill/>
        </p:spPr>
        <p:txBody>
          <a:bodyPr wrap="none" anchor="ctr">
            <a:spAutoFit/>
          </a:bodyPr>
          <a:lstStyle/>
          <a:p>
            <a:pPr algn="ctr"/>
            <a:r>
              <a:rPr sz="800" b="0">
                <a:solidFill>
                  <a:srgbClr val="2D2D2D"/>
                </a:solidFill>
                <a:latin typeface="Times New Roman" panose="02020603050405020304" pitchFamily="18" charset="0"/>
                <a:cs typeface="Times New Roman" panose="02020603050405020304" pitchFamily="18" charset="0"/>
              </a:rPr>
              <a:t>₹1.90</a:t>
            </a:r>
          </a:p>
        </p:txBody>
      </p:sp>
      <p:sp>
        <p:nvSpPr>
          <p:cNvPr id="132" name="TextBox 131">
            <a:extLst>
              <a:ext uri="{FF2B5EF4-FFF2-40B4-BE49-F238E27FC236}">
                <a16:creationId xmlns:a16="http://schemas.microsoft.com/office/drawing/2014/main" id="{DCE79283-FF70-AA9A-471E-DC1776DC5429}"/>
              </a:ext>
            </a:extLst>
          </p:cNvPr>
          <p:cNvSpPr txBox="1"/>
          <p:nvPr/>
        </p:nvSpPr>
        <p:spPr>
          <a:xfrm>
            <a:off x="6180792" y="4951833"/>
            <a:ext cx="401072" cy="221599"/>
          </a:xfrm>
          <a:prstGeom prst="rect">
            <a:avLst/>
          </a:prstGeom>
          <a:noFill/>
        </p:spPr>
        <p:txBody>
          <a:bodyPr wrap="none" anchor="ctr">
            <a:spAutoFit/>
          </a:bodyPr>
          <a:lstStyle/>
          <a:p>
            <a:pPr algn="ctr"/>
            <a:r>
              <a:rPr sz="840" b="1">
                <a:solidFill>
                  <a:srgbClr val="477E38"/>
                </a:solidFill>
                <a:latin typeface="Times New Roman" panose="02020603050405020304" pitchFamily="18" charset="0"/>
                <a:cs typeface="Times New Roman" panose="02020603050405020304" pitchFamily="18" charset="0"/>
              </a:rPr>
              <a:t>91%</a:t>
            </a:r>
          </a:p>
        </p:txBody>
      </p:sp>
      <p:sp>
        <p:nvSpPr>
          <p:cNvPr id="134" name="TextBox 133">
            <a:extLst>
              <a:ext uri="{FF2B5EF4-FFF2-40B4-BE49-F238E27FC236}">
                <a16:creationId xmlns:a16="http://schemas.microsoft.com/office/drawing/2014/main" id="{B5936AFD-18AC-B7E9-C648-D149E8505456}"/>
              </a:ext>
            </a:extLst>
          </p:cNvPr>
          <p:cNvSpPr txBox="1"/>
          <p:nvPr/>
        </p:nvSpPr>
        <p:spPr>
          <a:xfrm>
            <a:off x="7015719" y="4954911"/>
            <a:ext cx="441146" cy="215444"/>
          </a:xfrm>
          <a:prstGeom prst="rect">
            <a:avLst/>
          </a:prstGeom>
          <a:noFill/>
        </p:spPr>
        <p:txBody>
          <a:bodyPr wrap="none" anchor="ctr">
            <a:spAutoFit/>
          </a:bodyPr>
          <a:lstStyle/>
          <a:p>
            <a:pPr algn="ctr"/>
            <a:r>
              <a:rPr sz="800" b="1">
                <a:solidFill>
                  <a:srgbClr val="477E38"/>
                </a:solidFill>
                <a:latin typeface="Times New Roman" panose="02020603050405020304" pitchFamily="18" charset="0"/>
                <a:cs typeface="Times New Roman" panose="02020603050405020304" pitchFamily="18" charset="0"/>
              </a:rPr>
              <a:t>110%</a:t>
            </a:r>
          </a:p>
        </p:txBody>
      </p:sp>
      <p:sp>
        <p:nvSpPr>
          <p:cNvPr id="136" name="TextBox 135">
            <a:extLst>
              <a:ext uri="{FF2B5EF4-FFF2-40B4-BE49-F238E27FC236}">
                <a16:creationId xmlns:a16="http://schemas.microsoft.com/office/drawing/2014/main" id="{B208B5A4-FCFC-97ED-578A-44828D3CEF3D}"/>
              </a:ext>
            </a:extLst>
          </p:cNvPr>
          <p:cNvSpPr txBox="1"/>
          <p:nvPr/>
        </p:nvSpPr>
        <p:spPr>
          <a:xfrm>
            <a:off x="414868" y="5183618"/>
            <a:ext cx="3126177" cy="198516"/>
          </a:xfrm>
          <a:prstGeom prst="rect">
            <a:avLst/>
          </a:prstGeom>
          <a:noFill/>
        </p:spPr>
        <p:txBody>
          <a:bodyPr wrap="none" anchor="ctr">
            <a:spAutoFit/>
          </a:bodyPr>
          <a:lstStyle/>
          <a:p>
            <a:pPr algn="l"/>
            <a:r>
              <a:rPr sz="690" b="0">
                <a:solidFill>
                  <a:srgbClr val="696969"/>
                </a:solidFill>
                <a:latin typeface="Times New Roman" panose="02020603050405020304" pitchFamily="18" charset="0"/>
                <a:cs typeface="Times New Roman" panose="02020603050405020304" pitchFamily="18" charset="0"/>
              </a:rPr>
              <a:t>Target achievement = Actual ÷ Target   |   Forecast realization = Actual ÷ Forecast</a:t>
            </a:r>
          </a:p>
        </p:txBody>
      </p:sp>
      <p:sp>
        <p:nvSpPr>
          <p:cNvPr id="138" name="Rounded Rectangle 71">
            <a:extLst>
              <a:ext uri="{FF2B5EF4-FFF2-40B4-BE49-F238E27FC236}">
                <a16:creationId xmlns:a16="http://schemas.microsoft.com/office/drawing/2014/main" id="{75394CC1-D355-C088-11A1-6184BB493760}"/>
              </a:ext>
            </a:extLst>
          </p:cNvPr>
          <p:cNvSpPr/>
          <p:nvPr/>
        </p:nvSpPr>
        <p:spPr>
          <a:xfrm>
            <a:off x="8077540" y="1057361"/>
            <a:ext cx="3291840" cy="4526280"/>
          </a:xfrm>
          <a:prstGeom prst="roundRect">
            <a:avLst/>
          </a:prstGeom>
          <a:solidFill>
            <a:srgbClr val="2D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0" name="TextBox 139">
            <a:extLst>
              <a:ext uri="{FF2B5EF4-FFF2-40B4-BE49-F238E27FC236}">
                <a16:creationId xmlns:a16="http://schemas.microsoft.com/office/drawing/2014/main" id="{5C677BBD-D97E-516A-BDC2-14272108AB8C}"/>
              </a:ext>
            </a:extLst>
          </p:cNvPr>
          <p:cNvSpPr txBox="1"/>
          <p:nvPr/>
        </p:nvSpPr>
        <p:spPr>
          <a:xfrm>
            <a:off x="8324428" y="1276817"/>
            <a:ext cx="2788920" cy="256032"/>
          </a:xfrm>
          <a:prstGeom prst="rect">
            <a:avLst/>
          </a:prstGeom>
          <a:noFill/>
        </p:spPr>
        <p:txBody>
          <a:bodyPr wrap="none" anchor="ctr">
            <a:spAutoFit/>
          </a:bodyPr>
          <a:lstStyle/>
          <a:p>
            <a:pPr algn="l"/>
            <a:r>
              <a:rPr sz="950" b="1">
                <a:solidFill>
                  <a:srgbClr val="C49D20"/>
                </a:solidFill>
                <a:latin typeface="Aptos"/>
              </a:rPr>
              <a:t>WHAT MANAGEMENT SHOULD SEE</a:t>
            </a:r>
          </a:p>
        </p:txBody>
      </p:sp>
      <p:sp>
        <p:nvSpPr>
          <p:cNvPr id="142" name="TextBox 141">
            <a:extLst>
              <a:ext uri="{FF2B5EF4-FFF2-40B4-BE49-F238E27FC236}">
                <a16:creationId xmlns:a16="http://schemas.microsoft.com/office/drawing/2014/main" id="{36041630-BC0D-FB90-3C3C-12F70B2B0CF4}"/>
              </a:ext>
            </a:extLst>
          </p:cNvPr>
          <p:cNvSpPr txBox="1"/>
          <p:nvPr/>
        </p:nvSpPr>
        <p:spPr>
          <a:xfrm>
            <a:off x="8316119" y="1664322"/>
            <a:ext cx="300083" cy="230832"/>
          </a:xfrm>
          <a:prstGeom prst="rect">
            <a:avLst/>
          </a:prstGeom>
          <a:noFill/>
        </p:spPr>
        <p:txBody>
          <a:bodyPr wrap="none" anchor="ctr">
            <a:spAutoFit/>
          </a:bodyPr>
          <a:lstStyle/>
          <a:p>
            <a:pPr algn="ctr"/>
            <a:r>
              <a:rPr sz="900" b="1">
                <a:solidFill>
                  <a:srgbClr val="C49D20"/>
                </a:solidFill>
                <a:latin typeface="Times New Roman" panose="02020603050405020304" pitchFamily="18" charset="0"/>
                <a:cs typeface="Times New Roman" panose="02020603050405020304" pitchFamily="18" charset="0"/>
              </a:rPr>
              <a:t>01</a:t>
            </a:r>
          </a:p>
        </p:txBody>
      </p:sp>
      <p:sp>
        <p:nvSpPr>
          <p:cNvPr id="144" name="TextBox 143">
            <a:extLst>
              <a:ext uri="{FF2B5EF4-FFF2-40B4-BE49-F238E27FC236}">
                <a16:creationId xmlns:a16="http://schemas.microsoft.com/office/drawing/2014/main" id="{BD44E38B-C0EE-D6C1-1126-D36FA25ADAD9}"/>
              </a:ext>
            </a:extLst>
          </p:cNvPr>
          <p:cNvSpPr txBox="1"/>
          <p:nvPr/>
        </p:nvSpPr>
        <p:spPr>
          <a:xfrm>
            <a:off x="8717620" y="1665771"/>
            <a:ext cx="811441" cy="246221"/>
          </a:xfrm>
          <a:prstGeom prst="rect">
            <a:avLst/>
          </a:prstGeom>
          <a:noFill/>
        </p:spPr>
        <p:txBody>
          <a:bodyPr wrap="none" anchor="ctr">
            <a:spAutoFit/>
          </a:bodyPr>
          <a:lstStyle/>
          <a:p>
            <a:pPr algn="l"/>
            <a:r>
              <a:rPr sz="1000" b="1">
                <a:solidFill>
                  <a:srgbClr val="FFFFFF"/>
                </a:solidFill>
                <a:latin typeface="Times New Roman" panose="02020603050405020304" pitchFamily="18" charset="0"/>
                <a:cs typeface="Times New Roman" panose="02020603050405020304" pitchFamily="18" charset="0"/>
              </a:rPr>
              <a:t>ENCLAVE</a:t>
            </a:r>
          </a:p>
        </p:txBody>
      </p:sp>
      <p:sp>
        <p:nvSpPr>
          <p:cNvPr id="146" name="TextBox 145">
            <a:extLst>
              <a:ext uri="{FF2B5EF4-FFF2-40B4-BE49-F238E27FC236}">
                <a16:creationId xmlns:a16="http://schemas.microsoft.com/office/drawing/2014/main" id="{FB0B48FA-F44B-11DF-F88C-5BD201CE57DF}"/>
              </a:ext>
            </a:extLst>
          </p:cNvPr>
          <p:cNvSpPr txBox="1"/>
          <p:nvPr/>
        </p:nvSpPr>
        <p:spPr>
          <a:xfrm>
            <a:off x="8306140" y="1984361"/>
            <a:ext cx="3046027" cy="230832"/>
          </a:xfrm>
          <a:prstGeom prst="rect">
            <a:avLst/>
          </a:prstGeom>
          <a:noFill/>
        </p:spPr>
        <p:txBody>
          <a:bodyPr wrap="none" anchor="ctr">
            <a:spAutoFit/>
          </a:bodyPr>
          <a:lstStyle/>
          <a:p>
            <a:pPr algn="l"/>
            <a:r>
              <a:rPr sz="900" b="0">
                <a:solidFill>
                  <a:srgbClr val="DCDCDC"/>
                </a:solidFill>
                <a:latin typeface="Times New Roman" panose="02020603050405020304" pitchFamily="18" charset="0"/>
                <a:cs typeface="Times New Roman" panose="02020603050405020304" pitchFamily="18" charset="0"/>
              </a:rPr>
              <a:t>Priyanka: 93% target achievement + 96% forecast realization.</a:t>
            </a:r>
          </a:p>
        </p:txBody>
      </p:sp>
      <p:sp>
        <p:nvSpPr>
          <p:cNvPr id="148" name="TextBox 147">
            <a:extLst>
              <a:ext uri="{FF2B5EF4-FFF2-40B4-BE49-F238E27FC236}">
                <a16:creationId xmlns:a16="http://schemas.microsoft.com/office/drawing/2014/main" id="{FF83BFAA-6A22-B2C5-ACE1-808798A6ACDB}"/>
              </a:ext>
            </a:extLst>
          </p:cNvPr>
          <p:cNvSpPr txBox="1"/>
          <p:nvPr/>
        </p:nvSpPr>
        <p:spPr>
          <a:xfrm>
            <a:off x="8306140" y="2162795"/>
            <a:ext cx="873957" cy="215444"/>
          </a:xfrm>
          <a:prstGeom prst="rect">
            <a:avLst/>
          </a:prstGeom>
          <a:noFill/>
        </p:spPr>
        <p:txBody>
          <a:bodyPr wrap="none" anchor="ctr">
            <a:spAutoFit/>
          </a:bodyPr>
          <a:lstStyle/>
          <a:p>
            <a:pPr algn="l"/>
            <a:r>
              <a:rPr sz="800" b="1">
                <a:solidFill>
                  <a:srgbClr val="C49D20"/>
                </a:solidFill>
                <a:latin typeface="Times New Roman" panose="02020603050405020304" pitchFamily="18" charset="0"/>
                <a:cs typeface="Times New Roman" panose="02020603050405020304" pitchFamily="18" charset="0"/>
              </a:rPr>
              <a:t>BENCHMARK</a:t>
            </a:r>
          </a:p>
        </p:txBody>
      </p:sp>
      <p:sp>
        <p:nvSpPr>
          <p:cNvPr id="150" name="TextBox 149">
            <a:extLst>
              <a:ext uri="{FF2B5EF4-FFF2-40B4-BE49-F238E27FC236}">
                <a16:creationId xmlns:a16="http://schemas.microsoft.com/office/drawing/2014/main" id="{84ED20F0-12CD-12C9-BBD6-5F6717576B77}"/>
              </a:ext>
            </a:extLst>
          </p:cNvPr>
          <p:cNvSpPr txBox="1"/>
          <p:nvPr/>
        </p:nvSpPr>
        <p:spPr>
          <a:xfrm>
            <a:off x="8316119" y="2386698"/>
            <a:ext cx="300083" cy="230832"/>
          </a:xfrm>
          <a:prstGeom prst="rect">
            <a:avLst/>
          </a:prstGeom>
          <a:noFill/>
        </p:spPr>
        <p:txBody>
          <a:bodyPr wrap="none" anchor="ctr">
            <a:spAutoFit/>
          </a:bodyPr>
          <a:lstStyle/>
          <a:p>
            <a:pPr algn="ctr"/>
            <a:r>
              <a:rPr sz="900" b="1">
                <a:solidFill>
                  <a:srgbClr val="C49D20"/>
                </a:solidFill>
                <a:latin typeface="Times New Roman" panose="02020603050405020304" pitchFamily="18" charset="0"/>
                <a:cs typeface="Times New Roman" panose="02020603050405020304" pitchFamily="18" charset="0"/>
              </a:rPr>
              <a:t>02</a:t>
            </a:r>
          </a:p>
        </p:txBody>
      </p:sp>
      <p:sp>
        <p:nvSpPr>
          <p:cNvPr id="152" name="TextBox 151">
            <a:extLst>
              <a:ext uri="{FF2B5EF4-FFF2-40B4-BE49-F238E27FC236}">
                <a16:creationId xmlns:a16="http://schemas.microsoft.com/office/drawing/2014/main" id="{E4128858-B601-294D-EE2E-D3DE44E4D62B}"/>
              </a:ext>
            </a:extLst>
          </p:cNvPr>
          <p:cNvSpPr txBox="1"/>
          <p:nvPr/>
        </p:nvSpPr>
        <p:spPr>
          <a:xfrm>
            <a:off x="8717620" y="2388147"/>
            <a:ext cx="575799" cy="246221"/>
          </a:xfrm>
          <a:prstGeom prst="rect">
            <a:avLst/>
          </a:prstGeom>
          <a:noFill/>
        </p:spPr>
        <p:txBody>
          <a:bodyPr wrap="none" anchor="ctr">
            <a:spAutoFit/>
          </a:bodyPr>
          <a:lstStyle/>
          <a:p>
            <a:pPr algn="l"/>
            <a:r>
              <a:rPr sz="1000" b="1">
                <a:solidFill>
                  <a:srgbClr val="FFFFFF"/>
                </a:solidFill>
                <a:latin typeface="Times New Roman" panose="02020603050405020304" pitchFamily="18" charset="0"/>
                <a:cs typeface="Times New Roman" panose="02020603050405020304" pitchFamily="18" charset="0"/>
              </a:rPr>
              <a:t>VISTA</a:t>
            </a:r>
          </a:p>
        </p:txBody>
      </p:sp>
      <p:sp>
        <p:nvSpPr>
          <p:cNvPr id="154" name="TextBox 153">
            <a:extLst>
              <a:ext uri="{FF2B5EF4-FFF2-40B4-BE49-F238E27FC236}">
                <a16:creationId xmlns:a16="http://schemas.microsoft.com/office/drawing/2014/main" id="{984EC70A-7C32-94D5-E58D-D59871D91690}"/>
              </a:ext>
            </a:extLst>
          </p:cNvPr>
          <p:cNvSpPr txBox="1"/>
          <p:nvPr/>
        </p:nvSpPr>
        <p:spPr>
          <a:xfrm>
            <a:off x="8306140" y="2706737"/>
            <a:ext cx="3046027" cy="230832"/>
          </a:xfrm>
          <a:prstGeom prst="rect">
            <a:avLst/>
          </a:prstGeom>
          <a:noFill/>
        </p:spPr>
        <p:txBody>
          <a:bodyPr wrap="none" anchor="ctr">
            <a:spAutoFit/>
          </a:bodyPr>
          <a:lstStyle/>
          <a:p>
            <a:pPr algn="l"/>
            <a:r>
              <a:rPr sz="900" b="0">
                <a:solidFill>
                  <a:srgbClr val="DCDCDC"/>
                </a:solidFill>
                <a:latin typeface="Times New Roman" panose="02020603050405020304" pitchFamily="18" charset="0"/>
                <a:cs typeface="Times New Roman" panose="02020603050405020304" pitchFamily="18" charset="0"/>
              </a:rPr>
              <a:t>Priyanka: 65% target achievement + 69% forecast realization.</a:t>
            </a:r>
          </a:p>
        </p:txBody>
      </p:sp>
      <p:sp>
        <p:nvSpPr>
          <p:cNvPr id="156" name="TextBox 155">
            <a:extLst>
              <a:ext uri="{FF2B5EF4-FFF2-40B4-BE49-F238E27FC236}">
                <a16:creationId xmlns:a16="http://schemas.microsoft.com/office/drawing/2014/main" id="{63575784-79B9-1000-C67E-D5F2BE97643A}"/>
              </a:ext>
            </a:extLst>
          </p:cNvPr>
          <p:cNvSpPr txBox="1"/>
          <p:nvPr/>
        </p:nvSpPr>
        <p:spPr>
          <a:xfrm>
            <a:off x="8306140" y="2895004"/>
            <a:ext cx="1048685" cy="215444"/>
          </a:xfrm>
          <a:prstGeom prst="rect">
            <a:avLst/>
          </a:prstGeom>
          <a:noFill/>
        </p:spPr>
        <p:txBody>
          <a:bodyPr wrap="none" anchor="ctr">
            <a:spAutoFit/>
          </a:bodyPr>
          <a:lstStyle/>
          <a:p>
            <a:pPr algn="l"/>
            <a:r>
              <a:rPr sz="800" b="1">
                <a:solidFill>
                  <a:srgbClr val="820A1C"/>
                </a:solidFill>
                <a:latin typeface="Times New Roman" panose="02020603050405020304" pitchFamily="18" charset="0"/>
                <a:cs typeface="Times New Roman" panose="02020603050405020304" pitchFamily="18" charset="0"/>
              </a:rPr>
              <a:t>EXECUTION GAP</a:t>
            </a:r>
          </a:p>
        </p:txBody>
      </p:sp>
      <p:sp>
        <p:nvSpPr>
          <p:cNvPr id="158" name="TextBox 157">
            <a:extLst>
              <a:ext uri="{FF2B5EF4-FFF2-40B4-BE49-F238E27FC236}">
                <a16:creationId xmlns:a16="http://schemas.microsoft.com/office/drawing/2014/main" id="{B46B8CBD-C83F-8056-55AB-3F7142E5078D}"/>
              </a:ext>
            </a:extLst>
          </p:cNvPr>
          <p:cNvSpPr txBox="1"/>
          <p:nvPr/>
        </p:nvSpPr>
        <p:spPr>
          <a:xfrm>
            <a:off x="8316119" y="3109074"/>
            <a:ext cx="300083" cy="230832"/>
          </a:xfrm>
          <a:prstGeom prst="rect">
            <a:avLst/>
          </a:prstGeom>
          <a:noFill/>
        </p:spPr>
        <p:txBody>
          <a:bodyPr wrap="none" anchor="ctr">
            <a:spAutoFit/>
          </a:bodyPr>
          <a:lstStyle/>
          <a:p>
            <a:pPr algn="ctr"/>
            <a:r>
              <a:rPr sz="900" b="1">
                <a:solidFill>
                  <a:srgbClr val="C49D20"/>
                </a:solidFill>
                <a:latin typeface="Times New Roman" panose="02020603050405020304" pitchFamily="18" charset="0"/>
                <a:cs typeface="Times New Roman" panose="02020603050405020304" pitchFamily="18" charset="0"/>
              </a:rPr>
              <a:t>03</a:t>
            </a:r>
          </a:p>
        </p:txBody>
      </p:sp>
      <p:sp>
        <p:nvSpPr>
          <p:cNvPr id="160" name="TextBox 159">
            <a:extLst>
              <a:ext uri="{FF2B5EF4-FFF2-40B4-BE49-F238E27FC236}">
                <a16:creationId xmlns:a16="http://schemas.microsoft.com/office/drawing/2014/main" id="{9D83E75C-FA35-24E3-FE4B-9FABFC74881D}"/>
              </a:ext>
            </a:extLst>
          </p:cNvPr>
          <p:cNvSpPr txBox="1"/>
          <p:nvPr/>
        </p:nvSpPr>
        <p:spPr>
          <a:xfrm>
            <a:off x="8717620" y="3110523"/>
            <a:ext cx="1375698" cy="246221"/>
          </a:xfrm>
          <a:prstGeom prst="rect">
            <a:avLst/>
          </a:prstGeom>
          <a:noFill/>
        </p:spPr>
        <p:txBody>
          <a:bodyPr wrap="none" anchor="ctr">
            <a:spAutoFit/>
          </a:bodyPr>
          <a:lstStyle/>
          <a:p>
            <a:pPr algn="l"/>
            <a:r>
              <a:rPr sz="1000" b="1">
                <a:solidFill>
                  <a:srgbClr val="FFFFFF"/>
                </a:solidFill>
                <a:latin typeface="Times New Roman" panose="02020603050405020304" pitchFamily="18" charset="0"/>
                <a:cs typeface="Times New Roman" panose="02020603050405020304" pitchFamily="18" charset="0"/>
              </a:rPr>
              <a:t>ANANTA / AVENUE</a:t>
            </a:r>
          </a:p>
        </p:txBody>
      </p:sp>
      <p:sp>
        <p:nvSpPr>
          <p:cNvPr id="162" name="TextBox 161">
            <a:extLst>
              <a:ext uri="{FF2B5EF4-FFF2-40B4-BE49-F238E27FC236}">
                <a16:creationId xmlns:a16="http://schemas.microsoft.com/office/drawing/2014/main" id="{4AD65213-9FA6-9D87-E7B5-91342924EB53}"/>
              </a:ext>
            </a:extLst>
          </p:cNvPr>
          <p:cNvSpPr txBox="1"/>
          <p:nvPr/>
        </p:nvSpPr>
        <p:spPr>
          <a:xfrm>
            <a:off x="8306140" y="3429113"/>
            <a:ext cx="3199915" cy="230832"/>
          </a:xfrm>
          <a:prstGeom prst="rect">
            <a:avLst/>
          </a:prstGeom>
          <a:noFill/>
        </p:spPr>
        <p:txBody>
          <a:bodyPr wrap="none" anchor="ctr">
            <a:spAutoFit/>
          </a:bodyPr>
          <a:lstStyle/>
          <a:p>
            <a:pPr algn="l"/>
            <a:r>
              <a:rPr sz="900" b="0">
                <a:solidFill>
                  <a:srgbClr val="DCDCDC"/>
                </a:solidFill>
                <a:latin typeface="Times New Roman" panose="02020603050405020304" pitchFamily="18" charset="0"/>
                <a:cs typeface="Times New Roman" panose="02020603050405020304" pitchFamily="18" charset="0"/>
              </a:rPr>
              <a:t>Julie: 65–70% target achievement + 65–76% forecast realization.</a:t>
            </a:r>
          </a:p>
        </p:txBody>
      </p:sp>
      <p:sp>
        <p:nvSpPr>
          <p:cNvPr id="164" name="TextBox 163">
            <a:extLst>
              <a:ext uri="{FF2B5EF4-FFF2-40B4-BE49-F238E27FC236}">
                <a16:creationId xmlns:a16="http://schemas.microsoft.com/office/drawing/2014/main" id="{5EDB362C-C497-E17B-4C69-8F72BDACFB39}"/>
              </a:ext>
            </a:extLst>
          </p:cNvPr>
          <p:cNvSpPr txBox="1"/>
          <p:nvPr/>
        </p:nvSpPr>
        <p:spPr>
          <a:xfrm>
            <a:off x="8306140" y="3627210"/>
            <a:ext cx="1048685" cy="215444"/>
          </a:xfrm>
          <a:prstGeom prst="rect">
            <a:avLst/>
          </a:prstGeom>
          <a:noFill/>
        </p:spPr>
        <p:txBody>
          <a:bodyPr wrap="none" anchor="ctr">
            <a:spAutoFit/>
          </a:bodyPr>
          <a:lstStyle/>
          <a:p>
            <a:pPr algn="l"/>
            <a:r>
              <a:rPr sz="800" b="1">
                <a:solidFill>
                  <a:srgbClr val="820A1C"/>
                </a:solidFill>
                <a:latin typeface="Times New Roman" panose="02020603050405020304" pitchFamily="18" charset="0"/>
                <a:cs typeface="Times New Roman" panose="02020603050405020304" pitchFamily="18" charset="0"/>
              </a:rPr>
              <a:t>EXECUTION GAP</a:t>
            </a:r>
          </a:p>
        </p:txBody>
      </p:sp>
      <p:sp>
        <p:nvSpPr>
          <p:cNvPr id="166" name="TextBox 165">
            <a:extLst>
              <a:ext uri="{FF2B5EF4-FFF2-40B4-BE49-F238E27FC236}">
                <a16:creationId xmlns:a16="http://schemas.microsoft.com/office/drawing/2014/main" id="{80D87D6E-89E1-1068-845F-5B52E5B1E442}"/>
              </a:ext>
            </a:extLst>
          </p:cNvPr>
          <p:cNvSpPr txBox="1"/>
          <p:nvPr/>
        </p:nvSpPr>
        <p:spPr>
          <a:xfrm>
            <a:off x="8316119" y="3831450"/>
            <a:ext cx="300083" cy="230832"/>
          </a:xfrm>
          <a:prstGeom prst="rect">
            <a:avLst/>
          </a:prstGeom>
          <a:noFill/>
        </p:spPr>
        <p:txBody>
          <a:bodyPr wrap="none" anchor="ctr">
            <a:spAutoFit/>
          </a:bodyPr>
          <a:lstStyle/>
          <a:p>
            <a:pPr algn="ctr"/>
            <a:r>
              <a:rPr sz="900" b="1">
                <a:solidFill>
                  <a:srgbClr val="C49D20"/>
                </a:solidFill>
                <a:latin typeface="Times New Roman" panose="02020603050405020304" pitchFamily="18" charset="0"/>
                <a:cs typeface="Times New Roman" panose="02020603050405020304" pitchFamily="18" charset="0"/>
              </a:rPr>
              <a:t>04</a:t>
            </a:r>
          </a:p>
        </p:txBody>
      </p:sp>
      <p:sp>
        <p:nvSpPr>
          <p:cNvPr id="168" name="TextBox 167">
            <a:extLst>
              <a:ext uri="{FF2B5EF4-FFF2-40B4-BE49-F238E27FC236}">
                <a16:creationId xmlns:a16="http://schemas.microsoft.com/office/drawing/2014/main" id="{B3ABDA78-AD94-47B5-156D-B0229C1D7951}"/>
              </a:ext>
            </a:extLst>
          </p:cNvPr>
          <p:cNvSpPr txBox="1"/>
          <p:nvPr/>
        </p:nvSpPr>
        <p:spPr>
          <a:xfrm>
            <a:off x="8717620" y="3832899"/>
            <a:ext cx="740908" cy="246221"/>
          </a:xfrm>
          <a:prstGeom prst="rect">
            <a:avLst/>
          </a:prstGeom>
          <a:noFill/>
        </p:spPr>
        <p:txBody>
          <a:bodyPr wrap="none" anchor="ctr">
            <a:spAutoFit/>
          </a:bodyPr>
          <a:lstStyle/>
          <a:p>
            <a:pPr algn="l"/>
            <a:r>
              <a:rPr sz="1000" b="1">
                <a:solidFill>
                  <a:srgbClr val="FFFFFF"/>
                </a:solidFill>
                <a:latin typeface="Times New Roman" panose="02020603050405020304" pitchFamily="18" charset="0"/>
                <a:cs typeface="Times New Roman" panose="02020603050405020304" pitchFamily="18" charset="0"/>
              </a:rPr>
              <a:t>PARIJAT</a:t>
            </a:r>
          </a:p>
        </p:txBody>
      </p:sp>
      <p:sp>
        <p:nvSpPr>
          <p:cNvPr id="170" name="TextBox 169">
            <a:extLst>
              <a:ext uri="{FF2B5EF4-FFF2-40B4-BE49-F238E27FC236}">
                <a16:creationId xmlns:a16="http://schemas.microsoft.com/office/drawing/2014/main" id="{9E770EDF-B54E-CDC2-D510-EEFCD918328B}"/>
              </a:ext>
            </a:extLst>
          </p:cNvPr>
          <p:cNvSpPr txBox="1"/>
          <p:nvPr/>
        </p:nvSpPr>
        <p:spPr>
          <a:xfrm>
            <a:off x="8306140" y="4151489"/>
            <a:ext cx="3098925" cy="230832"/>
          </a:xfrm>
          <a:prstGeom prst="rect">
            <a:avLst/>
          </a:prstGeom>
          <a:noFill/>
        </p:spPr>
        <p:txBody>
          <a:bodyPr wrap="none" anchor="ctr">
            <a:spAutoFit/>
          </a:bodyPr>
          <a:lstStyle/>
          <a:p>
            <a:pPr algn="l"/>
            <a:r>
              <a:rPr sz="900" b="0">
                <a:solidFill>
                  <a:srgbClr val="DCDCDC"/>
                </a:solidFill>
                <a:latin typeface="Times New Roman" panose="02020603050405020304" pitchFamily="18" charset="0"/>
                <a:cs typeface="Times New Roman" panose="02020603050405020304" pitchFamily="18" charset="0"/>
              </a:rPr>
              <a:t>Pratap: 33% target achievement, but 179% forecast realization.</a:t>
            </a:r>
          </a:p>
        </p:txBody>
      </p:sp>
      <p:sp>
        <p:nvSpPr>
          <p:cNvPr id="172" name="TextBox 171">
            <a:extLst>
              <a:ext uri="{FF2B5EF4-FFF2-40B4-BE49-F238E27FC236}">
                <a16:creationId xmlns:a16="http://schemas.microsoft.com/office/drawing/2014/main" id="{9980E31F-A465-D27E-7BDF-CB299EB08D3A}"/>
              </a:ext>
            </a:extLst>
          </p:cNvPr>
          <p:cNvSpPr txBox="1"/>
          <p:nvPr/>
        </p:nvSpPr>
        <p:spPr>
          <a:xfrm>
            <a:off x="8306140" y="4349587"/>
            <a:ext cx="1019831" cy="215444"/>
          </a:xfrm>
          <a:prstGeom prst="rect">
            <a:avLst/>
          </a:prstGeom>
          <a:noFill/>
        </p:spPr>
        <p:txBody>
          <a:bodyPr wrap="none" anchor="ctr">
            <a:spAutoFit/>
          </a:bodyPr>
          <a:lstStyle/>
          <a:p>
            <a:pPr algn="l"/>
            <a:r>
              <a:rPr sz="800" b="1">
                <a:solidFill>
                  <a:srgbClr val="C49D20"/>
                </a:solidFill>
                <a:latin typeface="Times New Roman" panose="02020603050405020304" pitchFamily="18" charset="0"/>
                <a:cs typeface="Times New Roman" panose="02020603050405020304" pitchFamily="18" charset="0"/>
              </a:rPr>
              <a:t>COVERAGE GAP</a:t>
            </a:r>
          </a:p>
        </p:txBody>
      </p:sp>
      <p:sp>
        <p:nvSpPr>
          <p:cNvPr id="174" name="TextBox 173">
            <a:extLst>
              <a:ext uri="{FF2B5EF4-FFF2-40B4-BE49-F238E27FC236}">
                <a16:creationId xmlns:a16="http://schemas.microsoft.com/office/drawing/2014/main" id="{19B758B7-8471-ECF2-F27D-2B1D098EA7B3}"/>
              </a:ext>
            </a:extLst>
          </p:cNvPr>
          <p:cNvSpPr txBox="1"/>
          <p:nvPr/>
        </p:nvSpPr>
        <p:spPr>
          <a:xfrm>
            <a:off x="8316119" y="4553826"/>
            <a:ext cx="300083" cy="230832"/>
          </a:xfrm>
          <a:prstGeom prst="rect">
            <a:avLst/>
          </a:prstGeom>
          <a:noFill/>
        </p:spPr>
        <p:txBody>
          <a:bodyPr wrap="none" anchor="ctr">
            <a:spAutoFit/>
          </a:bodyPr>
          <a:lstStyle/>
          <a:p>
            <a:pPr algn="ctr"/>
            <a:r>
              <a:rPr sz="900" b="1">
                <a:solidFill>
                  <a:srgbClr val="C49D20"/>
                </a:solidFill>
                <a:latin typeface="Times New Roman" panose="02020603050405020304" pitchFamily="18" charset="0"/>
                <a:cs typeface="Times New Roman" panose="02020603050405020304" pitchFamily="18" charset="0"/>
              </a:rPr>
              <a:t>05</a:t>
            </a:r>
          </a:p>
        </p:txBody>
      </p:sp>
      <p:sp>
        <p:nvSpPr>
          <p:cNvPr id="176" name="TextBox 175">
            <a:extLst>
              <a:ext uri="{FF2B5EF4-FFF2-40B4-BE49-F238E27FC236}">
                <a16:creationId xmlns:a16="http://schemas.microsoft.com/office/drawing/2014/main" id="{100B5176-E836-263C-6A9D-C131702B5562}"/>
              </a:ext>
            </a:extLst>
          </p:cNvPr>
          <p:cNvSpPr txBox="1"/>
          <p:nvPr/>
        </p:nvSpPr>
        <p:spPr>
          <a:xfrm>
            <a:off x="8717620" y="4555275"/>
            <a:ext cx="683200" cy="246221"/>
          </a:xfrm>
          <a:prstGeom prst="rect">
            <a:avLst/>
          </a:prstGeom>
          <a:noFill/>
        </p:spPr>
        <p:txBody>
          <a:bodyPr wrap="none" anchor="ctr">
            <a:spAutoFit/>
          </a:bodyPr>
          <a:lstStyle/>
          <a:p>
            <a:pPr algn="l"/>
            <a:r>
              <a:rPr sz="1000" b="1">
                <a:solidFill>
                  <a:srgbClr val="FFFFFF"/>
                </a:solidFill>
                <a:latin typeface="Times New Roman" panose="02020603050405020304" pitchFamily="18" charset="0"/>
                <a:cs typeface="Times New Roman" panose="02020603050405020304" pitchFamily="18" charset="0"/>
              </a:rPr>
              <a:t>UTOPIA</a:t>
            </a:r>
          </a:p>
        </p:txBody>
      </p:sp>
      <p:sp>
        <p:nvSpPr>
          <p:cNvPr id="178" name="TextBox 177">
            <a:extLst>
              <a:ext uri="{FF2B5EF4-FFF2-40B4-BE49-F238E27FC236}">
                <a16:creationId xmlns:a16="http://schemas.microsoft.com/office/drawing/2014/main" id="{2B226AFF-BB7E-F953-2332-C019FE6F506A}"/>
              </a:ext>
            </a:extLst>
          </p:cNvPr>
          <p:cNvSpPr txBox="1"/>
          <p:nvPr/>
        </p:nvSpPr>
        <p:spPr>
          <a:xfrm>
            <a:off x="8306140" y="4873865"/>
            <a:ext cx="3182281" cy="230832"/>
          </a:xfrm>
          <a:prstGeom prst="rect">
            <a:avLst/>
          </a:prstGeom>
          <a:noFill/>
        </p:spPr>
        <p:txBody>
          <a:bodyPr wrap="none" anchor="ctr">
            <a:spAutoFit/>
          </a:bodyPr>
          <a:lstStyle/>
          <a:p>
            <a:pPr algn="l"/>
            <a:r>
              <a:rPr sz="900" b="0">
                <a:solidFill>
                  <a:srgbClr val="DCDCDC"/>
                </a:solidFill>
                <a:latin typeface="Times New Roman" panose="02020603050405020304" pitchFamily="18" charset="0"/>
                <a:cs typeface="Times New Roman" panose="02020603050405020304" pitchFamily="18" charset="0"/>
              </a:rPr>
              <a:t>Snigdha: 90% target achievement, but 747% forecast realization.</a:t>
            </a:r>
          </a:p>
        </p:txBody>
      </p:sp>
      <p:sp>
        <p:nvSpPr>
          <p:cNvPr id="180" name="TextBox 179">
            <a:extLst>
              <a:ext uri="{FF2B5EF4-FFF2-40B4-BE49-F238E27FC236}">
                <a16:creationId xmlns:a16="http://schemas.microsoft.com/office/drawing/2014/main" id="{108D6C28-3226-4534-8DD6-1361F6BA8AC5}"/>
              </a:ext>
            </a:extLst>
          </p:cNvPr>
          <p:cNvSpPr txBox="1"/>
          <p:nvPr/>
        </p:nvSpPr>
        <p:spPr>
          <a:xfrm>
            <a:off x="8306140" y="5091627"/>
            <a:ext cx="1335622" cy="215444"/>
          </a:xfrm>
          <a:prstGeom prst="rect">
            <a:avLst/>
          </a:prstGeom>
          <a:noFill/>
        </p:spPr>
        <p:txBody>
          <a:bodyPr wrap="none" anchor="ctr">
            <a:spAutoFit/>
          </a:bodyPr>
          <a:lstStyle/>
          <a:p>
            <a:pPr algn="l"/>
            <a:r>
              <a:rPr sz="800" b="1">
                <a:solidFill>
                  <a:srgbClr val="C49D20"/>
                </a:solidFill>
                <a:latin typeface="Times New Roman" panose="02020603050405020304" pitchFamily="18" charset="0"/>
                <a:cs typeface="Times New Roman" panose="02020603050405020304" pitchFamily="18" charset="0"/>
              </a:rPr>
              <a:t>UNDER-FORECASTING</a:t>
            </a:r>
          </a:p>
        </p:txBody>
      </p:sp>
      <p:sp>
        <p:nvSpPr>
          <p:cNvPr id="182" name="Rounded Rectangle 93">
            <a:extLst>
              <a:ext uri="{FF2B5EF4-FFF2-40B4-BE49-F238E27FC236}">
                <a16:creationId xmlns:a16="http://schemas.microsoft.com/office/drawing/2014/main" id="{CE0C61BA-93F4-A15B-CC01-5322B4ED6E52}"/>
              </a:ext>
            </a:extLst>
          </p:cNvPr>
          <p:cNvSpPr/>
          <p:nvPr/>
        </p:nvSpPr>
        <p:spPr>
          <a:xfrm>
            <a:off x="186268" y="5720801"/>
            <a:ext cx="11183112" cy="365760"/>
          </a:xfrm>
          <a:prstGeom prst="roundRect">
            <a:avLst/>
          </a:prstGeom>
          <a:solidFill>
            <a:srgbClr val="820A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4" name="TextBox 183">
            <a:extLst>
              <a:ext uri="{FF2B5EF4-FFF2-40B4-BE49-F238E27FC236}">
                <a16:creationId xmlns:a16="http://schemas.microsoft.com/office/drawing/2014/main" id="{76D1BA93-C92B-B302-945F-17E6762CBA5A}"/>
              </a:ext>
            </a:extLst>
          </p:cNvPr>
          <p:cNvSpPr txBox="1"/>
          <p:nvPr/>
        </p:nvSpPr>
        <p:spPr>
          <a:xfrm>
            <a:off x="369148" y="5757377"/>
            <a:ext cx="10835640" cy="274320"/>
          </a:xfrm>
          <a:prstGeom prst="rect">
            <a:avLst/>
          </a:prstGeom>
          <a:noFill/>
        </p:spPr>
        <p:txBody>
          <a:bodyPr wrap="none" anchor="ctr">
            <a:spAutoFit/>
          </a:bodyPr>
          <a:lstStyle/>
          <a:p>
            <a:pPr algn="ctr"/>
            <a:r>
              <a:rPr sz="850" b="1">
                <a:solidFill>
                  <a:srgbClr val="FFFFFF"/>
                </a:solidFill>
                <a:latin typeface="Aptos"/>
              </a:rPr>
              <a:t>KEY INSIGHT  |  RM performance is project-specific: fix execution in Vista / Ananta / Avenue, while challenging forecast coverage in Parijat and Utopia.</a:t>
            </a:r>
          </a:p>
        </p:txBody>
      </p:sp>
      <p:sp>
        <p:nvSpPr>
          <p:cNvPr id="4" name="TextBox 3">
            <a:extLst>
              <a:ext uri="{FF2B5EF4-FFF2-40B4-BE49-F238E27FC236}">
                <a16:creationId xmlns:a16="http://schemas.microsoft.com/office/drawing/2014/main" id="{EA0A2645-A99A-379E-0A09-C36B1DE5561D}"/>
              </a:ext>
            </a:extLst>
          </p:cNvPr>
          <p:cNvSpPr txBox="1"/>
          <p:nvPr/>
        </p:nvSpPr>
        <p:spPr>
          <a:xfrm>
            <a:off x="160387" y="-32906"/>
            <a:ext cx="153760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AUGUST OUTLOOK</a:t>
            </a:r>
            <a:endParaRPr sz="1100" b="0">
              <a:solidFill>
                <a:srgbClr val="2D2D2D"/>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96148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C715C-5F97-4683-35DE-047BD696D3EF}"/>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7BD7D478-456B-8FD4-2DE6-BBD3CCBE342B}"/>
              </a:ext>
            </a:extLst>
          </p:cNvPr>
          <p:cNvSpPr/>
          <p:nvPr/>
        </p:nvSpPr>
        <p:spPr>
          <a:xfrm>
            <a:off x="111228" y="1054235"/>
            <a:ext cx="5713839" cy="5033297"/>
          </a:xfrm>
          <a:prstGeom prst="roundRect">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latin typeface="Times New Roman" panose="02020603050405020304" pitchFamily="18" charset="0"/>
              <a:cs typeface="Times New Roman" panose="02020603050405020304" pitchFamily="18" charset="0"/>
            </a:endParaRPr>
          </a:p>
        </p:txBody>
      </p:sp>
      <p:sp>
        <p:nvSpPr>
          <p:cNvPr id="5" name="Rectangle: Rounded Corners 4">
            <a:extLst>
              <a:ext uri="{FF2B5EF4-FFF2-40B4-BE49-F238E27FC236}">
                <a16:creationId xmlns:a16="http://schemas.microsoft.com/office/drawing/2014/main" id="{DEB23234-4491-AA75-B773-806FE429B851}"/>
              </a:ext>
            </a:extLst>
          </p:cNvPr>
          <p:cNvSpPr/>
          <p:nvPr/>
        </p:nvSpPr>
        <p:spPr>
          <a:xfrm>
            <a:off x="111228" y="1054234"/>
            <a:ext cx="5713839" cy="914400"/>
          </a:xfrm>
          <a:prstGeom prst="roundRect">
            <a:avLst/>
          </a:prstGeom>
          <a:solidFill>
            <a:srgbClr val="5B0C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Times New Roman" panose="02020603050405020304" pitchFamily="18" charset="0"/>
                <a:cs typeface="Times New Roman" panose="02020603050405020304" pitchFamily="18" charset="0"/>
              </a:rPr>
              <a:t>Sales</a:t>
            </a:r>
            <a:endParaRPr lang="en-IN" sz="2800">
              <a:latin typeface="Times New Roman" panose="02020603050405020304" pitchFamily="18" charset="0"/>
              <a:cs typeface="Times New Roman" panose="02020603050405020304" pitchFamily="18" charset="0"/>
            </a:endParaRPr>
          </a:p>
        </p:txBody>
      </p:sp>
      <p:sp>
        <p:nvSpPr>
          <p:cNvPr id="7" name="Rectangle: Rounded Corners 6">
            <a:extLst>
              <a:ext uri="{FF2B5EF4-FFF2-40B4-BE49-F238E27FC236}">
                <a16:creationId xmlns:a16="http://schemas.microsoft.com/office/drawing/2014/main" id="{48D81216-40AE-7DE8-A4E9-D93169D47E6A}"/>
              </a:ext>
            </a:extLst>
          </p:cNvPr>
          <p:cNvSpPr/>
          <p:nvPr/>
        </p:nvSpPr>
        <p:spPr>
          <a:xfrm>
            <a:off x="6274962" y="1054234"/>
            <a:ext cx="5713839" cy="5033297"/>
          </a:xfrm>
          <a:prstGeom prst="roundRect">
            <a:avLst/>
          </a:prstGeom>
          <a:solidFill>
            <a:schemeClr val="bg1">
              <a:lumMod val="50000"/>
            </a:schemeClr>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a:solidFill>
                <a:schemeClr val="bg1">
                  <a:lumMod val="50000"/>
                </a:schemeClr>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A6C624B4-42CD-71A1-5DDC-767D5DCC00DB}"/>
              </a:ext>
            </a:extLst>
          </p:cNvPr>
          <p:cNvSpPr txBox="1"/>
          <p:nvPr/>
        </p:nvSpPr>
        <p:spPr>
          <a:xfrm>
            <a:off x="423333" y="2370667"/>
            <a:ext cx="5012267" cy="1815882"/>
          </a:xfrm>
          <a:prstGeom prst="rect">
            <a:avLst/>
          </a:prstGeom>
          <a:noFill/>
        </p:spPr>
        <p:txBody>
          <a:bodyPr wrap="square" rtlCol="0">
            <a:spAutoFit/>
          </a:bodyPr>
          <a:lstStyle/>
          <a:p>
            <a:r>
              <a:rPr lang="en-US" sz="1600">
                <a:solidFill>
                  <a:schemeClr val="bg1"/>
                </a:solidFill>
                <a:latin typeface="Times New Roman" panose="02020603050405020304" pitchFamily="18" charset="0"/>
                <a:cs typeface="Times New Roman" panose="02020603050405020304" pitchFamily="18" charset="0"/>
              </a:rPr>
              <a:t>Time linked payments should be of month start and not month end.</a:t>
            </a:r>
            <a:br>
              <a:rPr lang="en-US" sz="1600">
                <a:solidFill>
                  <a:schemeClr val="bg1"/>
                </a:solidFill>
                <a:latin typeface="Times New Roman" panose="02020603050405020304" pitchFamily="18" charset="0"/>
                <a:cs typeface="Times New Roman" panose="02020603050405020304" pitchFamily="18" charset="0"/>
              </a:rPr>
            </a:br>
            <a:br>
              <a:rPr lang="en-US" sz="1600">
                <a:solidFill>
                  <a:schemeClr val="bg1"/>
                </a:solidFill>
                <a:latin typeface="Times New Roman" panose="02020603050405020304" pitchFamily="18" charset="0"/>
                <a:cs typeface="Times New Roman" panose="02020603050405020304" pitchFamily="18" charset="0"/>
              </a:rPr>
            </a:br>
            <a:r>
              <a:rPr lang="en-US" sz="1600">
                <a:solidFill>
                  <a:schemeClr val="bg1"/>
                </a:solidFill>
                <a:latin typeface="Times New Roman" panose="02020603050405020304" pitchFamily="18" charset="0"/>
                <a:cs typeface="Times New Roman" panose="02020603050405020304" pitchFamily="18" charset="0"/>
              </a:rPr>
              <a:t>Registration dates should be realistic.</a:t>
            </a:r>
            <a:br>
              <a:rPr lang="en-US" sz="1600">
                <a:solidFill>
                  <a:schemeClr val="bg1"/>
                </a:solidFill>
                <a:latin typeface="Times New Roman" panose="02020603050405020304" pitchFamily="18" charset="0"/>
                <a:cs typeface="Times New Roman" panose="02020603050405020304" pitchFamily="18" charset="0"/>
              </a:rPr>
            </a:br>
            <a:br>
              <a:rPr lang="en-US" sz="1600">
                <a:solidFill>
                  <a:schemeClr val="bg1"/>
                </a:solidFill>
                <a:latin typeface="Times New Roman" panose="02020603050405020304" pitchFamily="18" charset="0"/>
                <a:cs typeface="Times New Roman" panose="02020603050405020304" pitchFamily="18" charset="0"/>
              </a:rPr>
            </a:br>
            <a:r>
              <a:rPr lang="en-US" sz="1600">
                <a:solidFill>
                  <a:schemeClr val="bg1"/>
                </a:solidFill>
                <a:latin typeface="Times New Roman" panose="02020603050405020304" pitchFamily="18" charset="0"/>
                <a:cs typeface="Times New Roman" panose="02020603050405020304" pitchFamily="18" charset="0"/>
              </a:rPr>
              <a:t>Confirm details for ROC should be given in advance.</a:t>
            </a:r>
            <a:br>
              <a:rPr lang="en-US" sz="1600">
                <a:solidFill>
                  <a:schemeClr val="bg1"/>
                </a:solidFill>
                <a:latin typeface="Times New Roman" panose="02020603050405020304" pitchFamily="18" charset="0"/>
                <a:cs typeface="Times New Roman" panose="02020603050405020304" pitchFamily="18" charset="0"/>
              </a:rPr>
            </a:br>
            <a:endParaRPr lang="en-IN" sz="1600">
              <a:solidFill>
                <a:schemeClr val="bg1"/>
              </a:solidFill>
              <a:latin typeface="Times New Roman" panose="02020603050405020304" pitchFamily="18" charset="0"/>
              <a:cs typeface="Times New Roman" panose="02020603050405020304" pitchFamily="18" charset="0"/>
            </a:endParaRPr>
          </a:p>
        </p:txBody>
      </p:sp>
      <p:sp>
        <p:nvSpPr>
          <p:cNvPr id="14" name="Rectangle: Rounded Corners 13">
            <a:extLst>
              <a:ext uri="{FF2B5EF4-FFF2-40B4-BE49-F238E27FC236}">
                <a16:creationId xmlns:a16="http://schemas.microsoft.com/office/drawing/2014/main" id="{3EF89BCD-F953-72E3-D339-5244D8E6355E}"/>
              </a:ext>
            </a:extLst>
          </p:cNvPr>
          <p:cNvSpPr/>
          <p:nvPr/>
        </p:nvSpPr>
        <p:spPr>
          <a:xfrm>
            <a:off x="6274962" y="1054234"/>
            <a:ext cx="5713839" cy="914400"/>
          </a:xfrm>
          <a:prstGeom prst="roundRect">
            <a:avLst/>
          </a:prstGeom>
          <a:solidFill>
            <a:srgbClr val="5B0C1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a:latin typeface="Times New Roman" panose="02020603050405020304" pitchFamily="18" charset="0"/>
                <a:cs typeface="Times New Roman" panose="02020603050405020304" pitchFamily="18" charset="0"/>
              </a:rPr>
              <a:t>Management</a:t>
            </a:r>
            <a:endParaRPr lang="en-IN" sz="280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496EA2BD-DBC8-48F5-7FCF-BD16AA8C895B}"/>
              </a:ext>
            </a:extLst>
          </p:cNvPr>
          <p:cNvSpPr txBox="1"/>
          <p:nvPr/>
        </p:nvSpPr>
        <p:spPr>
          <a:xfrm>
            <a:off x="6625746" y="2394212"/>
            <a:ext cx="5012267" cy="2554545"/>
          </a:xfrm>
          <a:prstGeom prst="rect">
            <a:avLst/>
          </a:prstGeom>
          <a:noFill/>
        </p:spPr>
        <p:txBody>
          <a:bodyPr wrap="square" rtlCol="0">
            <a:spAutoFit/>
          </a:bodyPr>
          <a:lstStyle/>
          <a:p>
            <a:r>
              <a:rPr lang="en-US" sz="1600">
                <a:solidFill>
                  <a:schemeClr val="bg1"/>
                </a:solidFill>
                <a:latin typeface="Times New Roman" panose="02020603050405020304" pitchFamily="18" charset="0"/>
                <a:cs typeface="Times New Roman" panose="02020603050405020304" pitchFamily="18" charset="0"/>
              </a:rPr>
              <a:t>Plan/CC/ Architect Certificate should be in place for accurate target setting.</a:t>
            </a:r>
            <a:br>
              <a:rPr lang="en-US" sz="1600">
                <a:solidFill>
                  <a:schemeClr val="bg1"/>
                </a:solidFill>
                <a:latin typeface="Times New Roman" panose="02020603050405020304" pitchFamily="18" charset="0"/>
                <a:cs typeface="Times New Roman" panose="02020603050405020304" pitchFamily="18" charset="0"/>
              </a:rPr>
            </a:br>
            <a:br>
              <a:rPr lang="en-US" sz="1600">
                <a:solidFill>
                  <a:schemeClr val="bg1"/>
                </a:solidFill>
                <a:latin typeface="Times New Roman" panose="02020603050405020304" pitchFamily="18" charset="0"/>
                <a:cs typeface="Times New Roman" panose="02020603050405020304" pitchFamily="18" charset="0"/>
              </a:rPr>
            </a:br>
            <a:r>
              <a:rPr lang="en-US" sz="1600">
                <a:solidFill>
                  <a:schemeClr val="bg1"/>
                </a:solidFill>
                <a:latin typeface="Times New Roman" panose="02020603050405020304" pitchFamily="18" charset="0"/>
                <a:cs typeface="Times New Roman" panose="02020603050405020304" pitchFamily="18" charset="0"/>
              </a:rPr>
              <a:t>Plans and Construction should go hand in hand. </a:t>
            </a:r>
            <a:br>
              <a:rPr lang="en-US" sz="1600">
                <a:solidFill>
                  <a:schemeClr val="bg1"/>
                </a:solidFill>
                <a:latin typeface="Times New Roman" panose="02020603050405020304" pitchFamily="18" charset="0"/>
                <a:cs typeface="Times New Roman" panose="02020603050405020304" pitchFamily="18" charset="0"/>
              </a:rPr>
            </a:br>
            <a:br>
              <a:rPr lang="en-US" sz="1600">
                <a:solidFill>
                  <a:schemeClr val="bg1"/>
                </a:solidFill>
                <a:latin typeface="Times New Roman" panose="02020603050405020304" pitchFamily="18" charset="0"/>
                <a:cs typeface="Times New Roman" panose="02020603050405020304" pitchFamily="18" charset="0"/>
              </a:rPr>
            </a:br>
            <a:r>
              <a:rPr lang="en-US" sz="1600">
                <a:solidFill>
                  <a:schemeClr val="bg1"/>
                </a:solidFill>
                <a:latin typeface="Times New Roman" panose="02020603050405020304" pitchFamily="18" charset="0"/>
                <a:cs typeface="Times New Roman" panose="02020603050405020304" pitchFamily="18" charset="0"/>
              </a:rPr>
              <a:t>Agreements should come within 48 hours of registration and not after 4-5 days.</a:t>
            </a:r>
            <a:br>
              <a:rPr lang="en-US" sz="1600">
                <a:solidFill>
                  <a:schemeClr val="bg1"/>
                </a:solidFill>
                <a:latin typeface="Times New Roman" panose="02020603050405020304" pitchFamily="18" charset="0"/>
                <a:cs typeface="Times New Roman" panose="02020603050405020304" pitchFamily="18" charset="0"/>
              </a:rPr>
            </a:br>
            <a:br>
              <a:rPr lang="en-US" sz="1600">
                <a:latin typeface="Times New Roman" panose="02020603050405020304" pitchFamily="18" charset="0"/>
                <a:cs typeface="Times New Roman" panose="02020603050405020304" pitchFamily="18" charset="0"/>
              </a:rPr>
            </a:br>
            <a:br>
              <a:rPr lang="en-US" sz="1600">
                <a:latin typeface="Times New Roman" panose="02020603050405020304" pitchFamily="18" charset="0"/>
                <a:cs typeface="Times New Roman" panose="02020603050405020304" pitchFamily="18" charset="0"/>
              </a:rPr>
            </a:br>
            <a:endParaRPr lang="en-IN" sz="1600">
              <a:latin typeface="Times New Roman" panose="02020603050405020304" pitchFamily="18" charset="0"/>
              <a:cs typeface="Times New Roman" panose="02020603050405020304" pitchFamily="18" charset="0"/>
            </a:endParaRPr>
          </a:p>
        </p:txBody>
      </p:sp>
      <p:sp>
        <p:nvSpPr>
          <p:cNvPr id="21" name="TextBox 199 Eyebrow">
            <a:extLst>
              <a:ext uri="{FF2B5EF4-FFF2-40B4-BE49-F238E27FC236}">
                <a16:creationId xmlns:a16="http://schemas.microsoft.com/office/drawing/2014/main" id="{2284C550-B440-83BE-F494-2D0D0F118BDF}"/>
              </a:ext>
            </a:extLst>
          </p:cNvPr>
          <p:cNvSpPr txBox="1"/>
          <p:nvPr/>
        </p:nvSpPr>
        <p:spPr>
          <a:xfrm>
            <a:off x="111227" y="16254"/>
            <a:ext cx="153760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AUGUST OUTLOOK</a:t>
            </a:r>
          </a:p>
        </p:txBody>
      </p:sp>
      <p:sp>
        <p:nvSpPr>
          <p:cNvPr id="24" name="Rectangle 23">
            <a:extLst>
              <a:ext uri="{FF2B5EF4-FFF2-40B4-BE49-F238E27FC236}">
                <a16:creationId xmlns:a16="http://schemas.microsoft.com/office/drawing/2014/main" id="{58D4702C-C962-ACD5-6D98-DDBBB265754F}"/>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What needs to change to protect collections</a:t>
            </a:r>
          </a:p>
        </p:txBody>
      </p:sp>
    </p:spTree>
    <p:extLst>
      <p:ext uri="{BB962C8B-B14F-4D97-AF65-F5344CB8AC3E}">
        <p14:creationId xmlns:p14="http://schemas.microsoft.com/office/powerpoint/2010/main" val="1492811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3DC4-0EAB-451A-4B90-3580B1727545}"/>
            </a:ext>
          </a:extLst>
        </p:cNvPr>
        <p:cNvGrpSpPr/>
        <p:nvPr/>
      </p:nvGrpSpPr>
      <p:grpSpPr>
        <a:xfrm>
          <a:off x="0" y="0"/>
          <a:ext cx="0" cy="0"/>
          <a:chOff x="0" y="0"/>
          <a:chExt cx="0" cy="0"/>
        </a:xfrm>
      </p:grpSpPr>
      <p:sp>
        <p:nvSpPr>
          <p:cNvPr id="72" name="TextBox 71">
            <a:extLst>
              <a:ext uri="{FF2B5EF4-FFF2-40B4-BE49-F238E27FC236}">
                <a16:creationId xmlns:a16="http://schemas.microsoft.com/office/drawing/2014/main" id="{24B46001-0D3A-0800-096D-FEBCADE2718F}"/>
              </a:ext>
            </a:extLst>
          </p:cNvPr>
          <p:cNvSpPr txBox="1"/>
          <p:nvPr/>
        </p:nvSpPr>
        <p:spPr>
          <a:xfrm>
            <a:off x="111227" y="16254"/>
            <a:ext cx="1537600" cy="261610"/>
          </a:xfrm>
          <a:prstGeom prst="rect">
            <a:avLst/>
          </a:prstGeom>
          <a:noFill/>
        </p:spPr>
        <p:txBody>
          <a:bodyPr wrap="none" anchor="ctr">
            <a:spAutoFit/>
          </a:bodyPr>
          <a:lstStyle/>
          <a:p>
            <a:r>
              <a:rPr lang="en-IN" sz="1100" b="1">
                <a:solidFill>
                  <a:srgbClr val="820A1C"/>
                </a:solidFill>
                <a:latin typeface="Times New Roman" panose="02020603050405020304" pitchFamily="18" charset="0"/>
                <a:cs typeface="Times New Roman" panose="02020603050405020304" pitchFamily="18" charset="0"/>
              </a:rPr>
              <a:t>AUGUST OUTLOOK</a:t>
            </a:r>
            <a:endParaRPr sz="1100" b="0">
              <a:solidFill>
                <a:srgbClr val="2D2D2D"/>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E31F551F-15CB-8E3D-6C03-72E3A88C7ACC}"/>
              </a:ext>
            </a:extLst>
          </p:cNvPr>
          <p:cNvSpPr txBox="1"/>
          <p:nvPr/>
        </p:nvSpPr>
        <p:spPr>
          <a:xfrm>
            <a:off x="186223" y="263368"/>
            <a:ext cx="7680244" cy="523220"/>
          </a:xfrm>
          <a:prstGeom prst="rect">
            <a:avLst/>
          </a:prstGeom>
          <a:noFill/>
        </p:spPr>
        <p:txBody>
          <a:bodyPr wrap="none" anchor="ctr">
            <a:spAutoFit/>
          </a:bodyPr>
          <a:lstStyle/>
          <a:p>
            <a:pPr algn="l"/>
            <a:r>
              <a:rPr lang="en-IN" sz="2800" b="1">
                <a:solidFill>
                  <a:srgbClr val="303030"/>
                </a:solidFill>
                <a:latin typeface="Times New Roman" panose="02020603050405020304" pitchFamily="18" charset="0"/>
                <a:cs typeface="Times New Roman" panose="02020603050405020304" pitchFamily="18" charset="0"/>
              </a:rPr>
              <a:t>Three</a:t>
            </a:r>
            <a:r>
              <a:rPr sz="2800" b="1">
                <a:solidFill>
                  <a:srgbClr val="303030"/>
                </a:solidFill>
                <a:latin typeface="Times New Roman" panose="02020603050405020304" pitchFamily="18" charset="0"/>
                <a:cs typeface="Times New Roman" panose="02020603050405020304" pitchFamily="18" charset="0"/>
              </a:rPr>
              <a:t> decisions that</a:t>
            </a:r>
            <a:r>
              <a:rPr lang="en-IN" sz="2800" b="1">
                <a:solidFill>
                  <a:srgbClr val="303030"/>
                </a:solidFill>
                <a:latin typeface="Times New Roman" panose="02020603050405020304" pitchFamily="18" charset="0"/>
                <a:cs typeface="Times New Roman" panose="02020603050405020304" pitchFamily="18" charset="0"/>
              </a:rPr>
              <a:t> can close the gap this month</a:t>
            </a:r>
            <a:endParaRPr sz="2800" b="1">
              <a:solidFill>
                <a:srgbClr val="303030"/>
              </a:solidFill>
              <a:latin typeface="Times New Roman" panose="02020603050405020304" pitchFamily="18" charset="0"/>
              <a:cs typeface="Times New Roman" panose="02020603050405020304" pitchFamily="18" charset="0"/>
            </a:endParaRPr>
          </a:p>
        </p:txBody>
      </p:sp>
      <p:sp>
        <p:nvSpPr>
          <p:cNvPr id="51" name="White Card">
            <a:extLst>
              <a:ext uri="{FF2B5EF4-FFF2-40B4-BE49-F238E27FC236}">
                <a16:creationId xmlns:a16="http://schemas.microsoft.com/office/drawing/2014/main" id="{E6F16008-93D3-1AB1-E2DC-7CD1BD728B2D}"/>
              </a:ext>
            </a:extLst>
          </p:cNvPr>
          <p:cNvSpPr/>
          <p:nvPr/>
        </p:nvSpPr>
        <p:spPr>
          <a:xfrm>
            <a:off x="427212" y="1186556"/>
            <a:ext cx="6903720" cy="4160520"/>
          </a:xfrm>
          <a:prstGeom prst="roundRect">
            <a:avLst/>
          </a:prstGeom>
          <a:solidFill>
            <a:srgbClr val="FFFFFF"/>
          </a:solidFill>
          <a:ln>
            <a:solidFill>
              <a:srgbClr val="E8E8E8"/>
            </a:solidFill>
          </a:ln>
          <a:effectLst>
            <a:outerShdw blurRad="50800" dist="38100" dir="2700000" algn="tl" rotWithShape="0">
              <a:prstClr val="black">
                <a:alpha val="20000"/>
              </a:prstClr>
            </a:outerShdw>
          </a:effectLst>
        </p:spPr>
        <p:txBody>
          <a:bodyPr rtlCol="0" anchor="ctr"/>
          <a:lstStyle/>
          <a:p>
            <a:endParaRPr lang="en-US">
              <a:latin typeface="Times New Roman" panose="02020603050405020304" pitchFamily="18" charset="0"/>
              <a:cs typeface="Times New Roman" panose="02020603050405020304" pitchFamily="18" charset="0"/>
            </a:endParaRPr>
          </a:p>
        </p:txBody>
      </p:sp>
      <p:sp>
        <p:nvSpPr>
          <p:cNvPr id="55" name="Card Kicker">
            <a:extLst>
              <a:ext uri="{FF2B5EF4-FFF2-40B4-BE49-F238E27FC236}">
                <a16:creationId xmlns:a16="http://schemas.microsoft.com/office/drawing/2014/main" id="{65021D1A-19FD-26DD-1FBD-4F4A7CA2B543}"/>
              </a:ext>
            </a:extLst>
          </p:cNvPr>
          <p:cNvSpPr txBox="1"/>
          <p:nvPr/>
        </p:nvSpPr>
        <p:spPr>
          <a:xfrm>
            <a:off x="680000" y="1330000"/>
            <a:ext cx="3266535" cy="276999"/>
          </a:xfrm>
          <a:prstGeom prst="rect">
            <a:avLst/>
          </a:prstGeom>
          <a:noFill/>
        </p:spPr>
        <p:txBody>
          <a:bodyPr wrap="none" anchor="ctr">
            <a:spAutoFit/>
          </a:bodyPr>
          <a:lstStyle/>
          <a:p>
            <a:r>
              <a:rPr lang="en-US" sz="1200" b="1">
                <a:solidFill>
                  <a:srgbClr val="910D22"/>
                </a:solidFill>
                <a:latin typeface="Times New Roman" panose="02020603050405020304" pitchFamily="18" charset="0"/>
                <a:cs typeface="Times New Roman" panose="02020603050405020304" pitchFamily="18" charset="0"/>
              </a:rPr>
              <a:t>MANAGEMENT DECISIONS THIS MONTH</a:t>
            </a:r>
          </a:p>
        </p:txBody>
      </p:sp>
      <p:sp>
        <p:nvSpPr>
          <p:cNvPr id="59" name="Decisions List">
            <a:extLst>
              <a:ext uri="{FF2B5EF4-FFF2-40B4-BE49-F238E27FC236}">
                <a16:creationId xmlns:a16="http://schemas.microsoft.com/office/drawing/2014/main" id="{3E8CFAA1-08EF-3F62-2597-6BFE7DEC49EC}"/>
              </a:ext>
            </a:extLst>
          </p:cNvPr>
          <p:cNvSpPr txBox="1"/>
          <p:nvPr/>
        </p:nvSpPr>
        <p:spPr>
          <a:xfrm>
            <a:off x="680000" y="1709114"/>
            <a:ext cx="6350000" cy="3520000"/>
          </a:xfrm>
          <a:prstGeom prst="rect">
            <a:avLst/>
          </a:prstGeom>
          <a:noFill/>
        </p:spPr>
        <p:txBody>
          <a:bodyPr wrap="square" rtlCol="0">
            <a:normAutofit/>
          </a:bodyPr>
          <a:lstStyle/>
          <a:p>
            <a:pPr marL="285750" indent="-285750">
              <a:buFont typeface="Wingdings" panose="05000000000000000000" pitchFamily="2" charset="2"/>
              <a:buChar char="q"/>
            </a:pPr>
            <a:r>
              <a:rPr lang="en-US" sz="1400" b="1">
                <a:solidFill>
                  <a:schemeClr val="tx1"/>
                </a:solidFill>
                <a:latin typeface="Times New Roman" panose="02020603050405020304" pitchFamily="18" charset="0"/>
                <a:cs typeface="Times New Roman" panose="02020603050405020304" pitchFamily="18" charset="0"/>
              </a:rPr>
              <a:t>Expedite the Utopia / Orchid amendment-plan approval</a:t>
            </a:r>
            <a:br>
              <a:rPr lang="en-US" sz="1200">
                <a:solidFill>
                  <a:srgbClr val="595959"/>
                </a:solidFill>
                <a:latin typeface="Times New Roman" panose="02020603050405020304" pitchFamily="18" charset="0"/>
                <a:cs typeface="Times New Roman" panose="02020603050405020304" pitchFamily="18" charset="0"/>
              </a:rPr>
            </a:br>
            <a:r>
              <a:rPr lang="en-US" sz="1200">
                <a:solidFill>
                  <a:srgbClr val="595959"/>
                </a:solidFill>
                <a:latin typeface="Times New Roman" panose="02020603050405020304" pitchFamily="18" charset="0"/>
                <a:cs typeface="Times New Roman" panose="02020603050405020304" pitchFamily="18" charset="0"/>
              </a:rPr>
              <a:t>Unlocks Rs 4.95 Cr (56% of August's non-collectable amount). Owner: Promoter + Legal. Target: 2 weeks.</a:t>
            </a:r>
          </a:p>
          <a:p>
            <a:pPr marL="285750" indent="-285750">
              <a:buFont typeface="Wingdings" panose="05000000000000000000" pitchFamily="2" charset="2"/>
              <a:buChar char="q"/>
            </a:pPr>
            <a:endParaRPr lang="en-US" sz="6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400" b="1">
                <a:solidFill>
                  <a:schemeClr val="tx1"/>
                </a:solidFill>
                <a:latin typeface="Times New Roman" panose="02020603050405020304" pitchFamily="18" charset="0"/>
                <a:cs typeface="Times New Roman" panose="02020603050405020304" pitchFamily="18" charset="0"/>
              </a:rPr>
              <a:t>Decide the recovery track for Parijat's aged accounts</a:t>
            </a:r>
            <a:br>
              <a:rPr lang="en-US" sz="1200">
                <a:solidFill>
                  <a:srgbClr val="595959"/>
                </a:solidFill>
                <a:latin typeface="Times New Roman" panose="02020603050405020304" pitchFamily="18" charset="0"/>
                <a:cs typeface="Times New Roman" panose="02020603050405020304" pitchFamily="18" charset="0"/>
              </a:rPr>
            </a:br>
            <a:r>
              <a:rPr lang="en-US" sz="1200">
                <a:solidFill>
                  <a:srgbClr val="595959"/>
                </a:solidFill>
                <a:latin typeface="Times New Roman" panose="02020603050405020304" pitchFamily="18" charset="0"/>
                <a:cs typeface="Times New Roman" panose="02020603050405020304" pitchFamily="18" charset="0"/>
              </a:rPr>
              <a:t>Rs 1.89 Cr sits beyond 90 days - 76% of all aged risk. Owner: CRM + Legal. Target: this month.</a:t>
            </a:r>
          </a:p>
          <a:p>
            <a:pPr marL="285750" indent="-285750">
              <a:buFont typeface="Wingdings" panose="05000000000000000000" pitchFamily="2" charset="2"/>
              <a:buChar char="q"/>
            </a:pPr>
            <a:endParaRPr lang="en-US" sz="6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endParaRPr lang="en-US" sz="6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q"/>
            </a:pPr>
            <a:r>
              <a:rPr lang="en-US" sz="1400" b="1">
                <a:solidFill>
                  <a:schemeClr val="tx1"/>
                </a:solidFill>
                <a:latin typeface="Times New Roman" panose="02020603050405020304" pitchFamily="18" charset="0"/>
                <a:cs typeface="Times New Roman" panose="02020603050405020304" pitchFamily="18" charset="0"/>
              </a:rPr>
              <a:t>Protect the Week 4 &amp; 5 heavy lifters</a:t>
            </a:r>
            <a:br>
              <a:rPr lang="en-US" sz="1200">
                <a:solidFill>
                  <a:srgbClr val="595959"/>
                </a:solidFill>
                <a:latin typeface="Times New Roman" panose="02020603050405020304" pitchFamily="18" charset="0"/>
                <a:cs typeface="Times New Roman" panose="02020603050405020304" pitchFamily="18" charset="0"/>
              </a:rPr>
            </a:br>
            <a:r>
              <a:rPr lang="en-US" sz="1200">
                <a:solidFill>
                  <a:srgbClr val="595959"/>
                </a:solidFill>
                <a:latin typeface="Times New Roman" panose="02020603050405020304" pitchFamily="18" charset="0"/>
                <a:cs typeface="Times New Roman" panose="02020603050405020304" pitchFamily="18" charset="0"/>
              </a:rPr>
              <a:t>69% of August's charted forecast (Rs 20.91 Cr) sits in the final two weeks, concentrated in Vista, Ananta and Avenue. Owner: Sales Team &amp; CRM Team</a:t>
            </a:r>
          </a:p>
        </p:txBody>
      </p:sp>
      <p:sp>
        <p:nvSpPr>
          <p:cNvPr id="63" name="Dark Panel">
            <a:extLst>
              <a:ext uri="{FF2B5EF4-FFF2-40B4-BE49-F238E27FC236}">
                <a16:creationId xmlns:a16="http://schemas.microsoft.com/office/drawing/2014/main" id="{BD3E7EBD-1F27-30FD-3A5B-7ACB65E79BE2}"/>
              </a:ext>
            </a:extLst>
          </p:cNvPr>
          <p:cNvSpPr/>
          <p:nvPr/>
        </p:nvSpPr>
        <p:spPr>
          <a:xfrm>
            <a:off x="7559531" y="1204844"/>
            <a:ext cx="3931920" cy="4160520"/>
          </a:xfrm>
          <a:prstGeom prst="roundRect">
            <a:avLst/>
          </a:prstGeom>
          <a:solidFill>
            <a:srgbClr val="2B2B2B"/>
          </a:solidFill>
          <a:ln>
            <a:noFill/>
          </a:ln>
        </p:spPr>
        <p:txBody>
          <a:bodyPr rtlCol="0" anchor="ctr"/>
          <a:lstStyle/>
          <a:p>
            <a:endParaRPr lang="en-US">
              <a:latin typeface="Times New Roman" panose="02020603050405020304" pitchFamily="18" charset="0"/>
              <a:cs typeface="Times New Roman" panose="02020603050405020304" pitchFamily="18" charset="0"/>
            </a:endParaRPr>
          </a:p>
        </p:txBody>
      </p:sp>
      <p:sp>
        <p:nvSpPr>
          <p:cNvPr id="67" name="Panel Kicker">
            <a:extLst>
              <a:ext uri="{FF2B5EF4-FFF2-40B4-BE49-F238E27FC236}">
                <a16:creationId xmlns:a16="http://schemas.microsoft.com/office/drawing/2014/main" id="{6F8343D2-101D-FFC6-4AEA-D2DE65F64285}"/>
              </a:ext>
            </a:extLst>
          </p:cNvPr>
          <p:cNvSpPr txBox="1"/>
          <p:nvPr/>
        </p:nvSpPr>
        <p:spPr>
          <a:xfrm>
            <a:off x="7838425" y="1450000"/>
            <a:ext cx="3400000" cy="300000"/>
          </a:xfrm>
          <a:prstGeom prst="rect">
            <a:avLst/>
          </a:prstGeom>
          <a:noFill/>
        </p:spPr>
        <p:txBody>
          <a:bodyPr wrap="square" anchor="ctr"/>
          <a:lstStyle/>
          <a:p>
            <a:r>
              <a:rPr lang="en-US" sz="1100" b="1">
                <a:solidFill>
                  <a:srgbClr val="CAA323"/>
                </a:solidFill>
                <a:latin typeface="Times New Roman" panose="02020603050405020304" pitchFamily="18" charset="0"/>
                <a:cs typeface="Times New Roman" panose="02020603050405020304" pitchFamily="18" charset="0"/>
              </a:rPr>
              <a:t>SINGLE BIGGEST LEVER</a:t>
            </a:r>
          </a:p>
        </p:txBody>
      </p:sp>
      <p:sp>
        <p:nvSpPr>
          <p:cNvPr id="71" name="Panel Stat">
            <a:extLst>
              <a:ext uri="{FF2B5EF4-FFF2-40B4-BE49-F238E27FC236}">
                <a16:creationId xmlns:a16="http://schemas.microsoft.com/office/drawing/2014/main" id="{8FA4320E-7CE3-6556-426C-B4033B113B33}"/>
              </a:ext>
            </a:extLst>
          </p:cNvPr>
          <p:cNvSpPr txBox="1"/>
          <p:nvPr/>
        </p:nvSpPr>
        <p:spPr>
          <a:xfrm>
            <a:off x="7838425" y="1800000"/>
            <a:ext cx="3400000" cy="620000"/>
          </a:xfrm>
          <a:prstGeom prst="rect">
            <a:avLst/>
          </a:prstGeom>
          <a:noFill/>
        </p:spPr>
        <p:txBody>
          <a:bodyPr wrap="square" anchor="ctr"/>
          <a:lstStyle/>
          <a:p>
            <a:r>
              <a:rPr lang="en-US" sz="3400" b="1">
                <a:solidFill>
                  <a:srgbClr val="FFFFFF"/>
                </a:solidFill>
                <a:latin typeface="Times New Roman" panose="02020603050405020304" pitchFamily="18" charset="0"/>
                <a:cs typeface="Times New Roman" panose="02020603050405020304" pitchFamily="18" charset="0"/>
              </a:rPr>
              <a:t>Rs 4.95 Cr</a:t>
            </a:r>
          </a:p>
        </p:txBody>
      </p:sp>
      <p:sp>
        <p:nvSpPr>
          <p:cNvPr id="74" name="Panel Label">
            <a:extLst>
              <a:ext uri="{FF2B5EF4-FFF2-40B4-BE49-F238E27FC236}">
                <a16:creationId xmlns:a16="http://schemas.microsoft.com/office/drawing/2014/main" id="{DAE18E07-5758-F27E-7809-DD6F92E7B5F9}"/>
              </a:ext>
            </a:extLst>
          </p:cNvPr>
          <p:cNvSpPr txBox="1"/>
          <p:nvPr/>
        </p:nvSpPr>
        <p:spPr>
          <a:xfrm>
            <a:off x="7838425" y="2470000"/>
            <a:ext cx="3400000" cy="330000"/>
          </a:xfrm>
          <a:prstGeom prst="rect">
            <a:avLst/>
          </a:prstGeom>
          <a:noFill/>
        </p:spPr>
        <p:txBody>
          <a:bodyPr wrap="square" anchor="ctr"/>
          <a:lstStyle/>
          <a:p>
            <a:r>
              <a:rPr lang="en-US" sz="1200" b="1">
                <a:solidFill>
                  <a:srgbClr val="CAA323"/>
                </a:solidFill>
                <a:latin typeface="Times New Roman" panose="02020603050405020304" pitchFamily="18" charset="0"/>
                <a:cs typeface="Times New Roman" panose="02020603050405020304" pitchFamily="18" charset="0"/>
              </a:rPr>
              <a:t>unlockable with one bank approval</a:t>
            </a:r>
          </a:p>
        </p:txBody>
      </p:sp>
      <p:sp>
        <p:nvSpPr>
          <p:cNvPr id="76" name="Panel Body">
            <a:extLst>
              <a:ext uri="{FF2B5EF4-FFF2-40B4-BE49-F238E27FC236}">
                <a16:creationId xmlns:a16="http://schemas.microsoft.com/office/drawing/2014/main" id="{65D12ADB-A7B8-D4E7-8BA7-2D4386E14ECF}"/>
              </a:ext>
            </a:extLst>
          </p:cNvPr>
          <p:cNvSpPr txBox="1"/>
          <p:nvPr/>
        </p:nvSpPr>
        <p:spPr>
          <a:xfrm>
            <a:off x="7838425" y="2870000"/>
            <a:ext cx="3400000" cy="1450000"/>
          </a:xfrm>
          <a:prstGeom prst="rect">
            <a:avLst/>
          </a:prstGeom>
          <a:noFill/>
        </p:spPr>
        <p:txBody>
          <a:bodyPr wrap="square" anchor="t"/>
          <a:lstStyle/>
          <a:p>
            <a:r>
              <a:rPr lang="en-US" sz="1150">
                <a:solidFill>
                  <a:srgbClr val="FFFFFF"/>
                </a:solidFill>
                <a:latin typeface="Times New Roman" panose="02020603050405020304" pitchFamily="18" charset="0"/>
                <a:cs typeface="Times New Roman" panose="02020603050405020304" pitchFamily="18" charset="0"/>
              </a:rPr>
              <a:t>Utopia and Orchid amendment-plan approval is the single highest-leverage decision this month - it unlocks more value than the other three asks combined.</a:t>
            </a:r>
          </a:p>
        </p:txBody>
      </p:sp>
      <p:sp>
        <p:nvSpPr>
          <p:cNvPr id="80" name="Banner">
            <a:extLst>
              <a:ext uri="{FF2B5EF4-FFF2-40B4-BE49-F238E27FC236}">
                <a16:creationId xmlns:a16="http://schemas.microsoft.com/office/drawing/2014/main" id="{AC814CA3-23B7-D899-E39C-328AE7A723F1}"/>
              </a:ext>
            </a:extLst>
          </p:cNvPr>
          <p:cNvSpPr/>
          <p:nvPr/>
        </p:nvSpPr>
        <p:spPr>
          <a:xfrm>
            <a:off x="465328" y="5761703"/>
            <a:ext cx="10989253" cy="835742"/>
          </a:xfrm>
          <a:prstGeom prst="roundRect">
            <a:avLst/>
          </a:prstGeom>
          <a:solidFill>
            <a:srgbClr val="5B0C15"/>
          </a:solidFill>
          <a:ln>
            <a:noFill/>
          </a:ln>
          <a:effectLst>
            <a:outerShdw blurRad="50800" dist="38100" dir="2700000" algn="tl" rotWithShape="0">
              <a:prstClr val="black">
                <a:alpha val="40000"/>
              </a:prstClr>
            </a:outerShdw>
          </a:effectLst>
        </p:spPr>
        <p:txBody>
          <a:bodyPr wrap="square" anchor="ctr">
            <a:normAutofit/>
          </a:bodyPr>
          <a:lstStyle/>
          <a:p>
            <a:pPr algn="ctr"/>
            <a:r>
              <a:rPr lang="en-US" sz="1400" b="1">
                <a:solidFill>
                  <a:srgbClr val="FFFFFF"/>
                </a:solidFill>
                <a:latin typeface="Times New Roman" panose="02020603050405020304" pitchFamily="18" charset="0"/>
                <a:cs typeface="Times New Roman" panose="02020603050405020304" pitchFamily="18" charset="0"/>
              </a:rPr>
              <a:t>These decisions determine whether August closes above or below July's recovery.</a:t>
            </a:r>
          </a:p>
        </p:txBody>
      </p:sp>
    </p:spTree>
    <p:extLst>
      <p:ext uri="{BB962C8B-B14F-4D97-AF65-F5344CB8AC3E}">
        <p14:creationId xmlns:p14="http://schemas.microsoft.com/office/powerpoint/2010/main" val="3572085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ocuments and graphs on table">
            <a:extLst>
              <a:ext uri="{FF2B5EF4-FFF2-40B4-BE49-F238E27FC236}">
                <a16:creationId xmlns:a16="http://schemas.microsoft.com/office/drawing/2014/main" id="{B6BFF2E8-94C1-6212-EB4D-B13FA73229F4}"/>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7827" r="7827"/>
          <a:stretch/>
        </p:blipFill>
        <p:spPr>
          <a:xfrm>
            <a:off x="0" y="10"/>
            <a:ext cx="12192000" cy="6857990"/>
          </a:xfrm>
          <a:prstGeom prst="rect">
            <a:avLst/>
          </a:prstGeom>
        </p:spPr>
      </p:pic>
      <p:sp>
        <p:nvSpPr>
          <p:cNvPr id="2" name="Title 1">
            <a:extLst>
              <a:ext uri="{FF2B5EF4-FFF2-40B4-BE49-F238E27FC236}">
                <a16:creationId xmlns:a16="http://schemas.microsoft.com/office/drawing/2014/main" id="{2991C24A-7871-7F65-8196-C95899D78D4B}"/>
              </a:ext>
            </a:extLst>
          </p:cNvPr>
          <p:cNvSpPr>
            <a:spLocks noGrp="1"/>
          </p:cNvSpPr>
          <p:nvPr>
            <p:ph type="title"/>
          </p:nvPr>
        </p:nvSpPr>
        <p:spPr>
          <a:xfrm>
            <a:off x="-31720" y="0"/>
            <a:ext cx="12223720" cy="6872504"/>
          </a:xfrm>
          <a:prstGeom prst="round2DiagRect">
            <a:avLst>
              <a:gd name="adj1" fmla="val 0"/>
              <a:gd name="adj2" fmla="val 0"/>
            </a:avLst>
          </a:prstGeom>
          <a:solidFill>
            <a:srgbClr val="0D0D0D">
              <a:alpha val="65098"/>
            </a:srgbClr>
          </a:solidFill>
        </p:spPr>
        <p:txBody>
          <a:bodyPr vert="horz" lIns="91440" tIns="45720" rIns="91440" bIns="45720" rtlCol="0" anchor="ctr">
            <a:normAutofit/>
          </a:bodyPr>
          <a:lstStyle/>
          <a:p>
            <a:pPr algn="ctr"/>
            <a:r>
              <a:rPr lang="en-US" sz="5400" b="1">
                <a:solidFill>
                  <a:schemeClr val="bg1"/>
                </a:solidFill>
                <a:latin typeface="Times New Roman" panose="02020603050405020304" pitchFamily="18" charset="0"/>
                <a:cs typeface="Times New Roman" panose="02020603050405020304" pitchFamily="18" charset="0"/>
              </a:rPr>
              <a:t>THANK YOU!</a:t>
            </a:r>
            <a:endParaRPr lang="en-US" sz="1100" b="1">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10174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42EBB-8D1D-7EBC-D102-2A1D79E8948D}"/>
            </a:ext>
          </a:extLst>
        </p:cNvPr>
        <p:cNvGrpSpPr/>
        <p:nvPr/>
      </p:nvGrpSpPr>
      <p:grpSpPr>
        <a:xfrm>
          <a:off x="0" y="0"/>
          <a:ext cx="0" cy="0"/>
          <a:chOff x="0" y="0"/>
          <a:chExt cx="0" cy="0"/>
        </a:xfrm>
      </p:grpSpPr>
      <p:pic>
        <p:nvPicPr>
          <p:cNvPr id="4" name="Picture 3" descr="Documents and graphs on table">
            <a:extLst>
              <a:ext uri="{FF2B5EF4-FFF2-40B4-BE49-F238E27FC236}">
                <a16:creationId xmlns:a16="http://schemas.microsoft.com/office/drawing/2014/main" id="{0E3CBF06-8DA4-1C09-CF29-934812E2E783}"/>
              </a:ext>
            </a:extLst>
          </p:cNvPr>
          <p:cNvPicPr>
            <a:picLocks noChangeAspect="1"/>
          </p:cNvPicPr>
          <p:nvPr/>
        </p:nvPicPr>
        <p:blipFill>
          <a:blip r:embed="rId3">
            <a:extLst>
              <a:ext uri="{BEBA8EAE-BF5A-486C-A8C5-ECC9F3942E4B}">
                <a14:imgProps xmlns:a14="http://schemas.microsoft.com/office/drawing/2010/main">
                  <a14:imgLayer r:embed="rId4">
                    <a14:imgEffect>
                      <a14:artisticBlur/>
                    </a14:imgEffect>
                    <a14:imgEffect>
                      <a14:sharpenSoften amount="-50000"/>
                    </a14:imgEffect>
                    <a14:imgEffect>
                      <a14:brightnessContrast bright="-40000" contrast="-40000"/>
                    </a14:imgEffect>
                  </a14:imgLayer>
                </a14:imgProps>
              </a:ext>
              <a:ext uri="{28A0092B-C50C-407E-A947-70E740481C1C}">
                <a14:useLocalDpi xmlns:a14="http://schemas.microsoft.com/office/drawing/2010/main" val="0"/>
              </a:ext>
            </a:extLst>
          </a:blip>
          <a:srcRect l="7827" r="7827"/>
          <a:stretch/>
        </p:blipFill>
        <p:spPr>
          <a:xfrm>
            <a:off x="0" y="10"/>
            <a:ext cx="12192000" cy="6857990"/>
          </a:xfrm>
          <a:prstGeom prst="rect">
            <a:avLst/>
          </a:prstGeom>
        </p:spPr>
      </p:pic>
      <p:sp>
        <p:nvSpPr>
          <p:cNvPr id="2" name="Title 1">
            <a:extLst>
              <a:ext uri="{FF2B5EF4-FFF2-40B4-BE49-F238E27FC236}">
                <a16:creationId xmlns:a16="http://schemas.microsoft.com/office/drawing/2014/main" id="{87B44728-4FF2-28BB-8B6C-CE51C25F0D8D}"/>
              </a:ext>
            </a:extLst>
          </p:cNvPr>
          <p:cNvSpPr>
            <a:spLocks noGrp="1"/>
          </p:cNvSpPr>
          <p:nvPr>
            <p:ph type="title"/>
          </p:nvPr>
        </p:nvSpPr>
        <p:spPr>
          <a:xfrm>
            <a:off x="-31720" y="0"/>
            <a:ext cx="12223720" cy="6872504"/>
          </a:xfrm>
          <a:prstGeom prst="round2DiagRect">
            <a:avLst>
              <a:gd name="adj1" fmla="val 0"/>
              <a:gd name="adj2" fmla="val 0"/>
            </a:avLst>
          </a:prstGeom>
          <a:solidFill>
            <a:srgbClr val="0D0D0D">
              <a:alpha val="65098"/>
            </a:srgbClr>
          </a:solidFill>
        </p:spPr>
        <p:txBody>
          <a:bodyPr vert="horz" lIns="91440" tIns="45720" rIns="91440" bIns="45720" rtlCol="0" anchor="ctr">
            <a:normAutofit/>
          </a:bodyPr>
          <a:lstStyle/>
          <a:p>
            <a:pPr algn="ctr"/>
            <a:r>
              <a:rPr lang="en-US" sz="5400" b="1">
                <a:solidFill>
                  <a:schemeClr val="bg1"/>
                </a:solidFill>
                <a:latin typeface="Times New Roman" panose="02020603050405020304" pitchFamily="18" charset="0"/>
                <a:cs typeface="Times New Roman" panose="02020603050405020304" pitchFamily="18" charset="0"/>
              </a:rPr>
              <a:t>ANNEXURE</a:t>
            </a:r>
            <a:endParaRPr lang="en-US" sz="1100" b="1">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8149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CE1ED-E64E-6027-65CA-FC3C4534E00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86EE7AE-8BE4-8F16-C87E-55820014DF92}"/>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A1- Not collected from the forecast – July </a:t>
            </a:r>
          </a:p>
        </p:txBody>
      </p:sp>
      <p:sp>
        <p:nvSpPr>
          <p:cNvPr id="3" name="Rectangle: Rounded Corners 2">
            <a:extLst>
              <a:ext uri="{FF2B5EF4-FFF2-40B4-BE49-F238E27FC236}">
                <a16:creationId xmlns:a16="http://schemas.microsoft.com/office/drawing/2014/main" id="{45A9E0B3-15B7-DFC5-A3AE-B975C7382964}"/>
              </a:ext>
            </a:extLst>
          </p:cNvPr>
          <p:cNvSpPr/>
          <p:nvPr/>
        </p:nvSpPr>
        <p:spPr>
          <a:xfrm>
            <a:off x="268683" y="1012722"/>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latin typeface="Times New Roman" panose="02020603050405020304" pitchFamily="18" charset="0"/>
                <a:cs typeface="Times New Roman" panose="02020603050405020304" pitchFamily="18" charset="0"/>
              </a:rPr>
              <a:t>  Reason behind the Rs 4.31 Cr shortfall by Project </a:t>
            </a:r>
          </a:p>
        </p:txBody>
      </p:sp>
      <p:graphicFrame>
        <p:nvGraphicFramePr>
          <p:cNvPr id="4" name="Table 3">
            <a:extLst>
              <a:ext uri="{FF2B5EF4-FFF2-40B4-BE49-F238E27FC236}">
                <a16:creationId xmlns:a16="http://schemas.microsoft.com/office/drawing/2014/main" id="{62BBEF1B-330D-9834-0DF9-6697E3DCBD50}"/>
              </a:ext>
            </a:extLst>
          </p:cNvPr>
          <p:cNvGraphicFramePr>
            <a:graphicFrameLocks noGrp="1"/>
          </p:cNvGraphicFramePr>
          <p:nvPr>
            <p:extLst>
              <p:ext uri="{D42A27DB-BD31-4B8C-83A1-F6EECF244321}">
                <p14:modId xmlns:p14="http://schemas.microsoft.com/office/powerpoint/2010/main" val="2541757468"/>
              </p:ext>
            </p:extLst>
          </p:nvPr>
        </p:nvGraphicFramePr>
        <p:xfrm>
          <a:off x="268682" y="3623682"/>
          <a:ext cx="10989253" cy="2382750"/>
        </p:xfrm>
        <a:graphic>
          <a:graphicData uri="http://schemas.openxmlformats.org/drawingml/2006/table">
            <a:tbl>
              <a:tblPr firstRow="1" bandRow="1">
                <a:tableStyleId>{5C22544A-7EE6-4342-B048-85BDC9FD1C3A}</a:tableStyleId>
              </a:tblPr>
              <a:tblGrid>
                <a:gridCol w="874641">
                  <a:extLst>
                    <a:ext uri="{9D8B030D-6E8A-4147-A177-3AD203B41FA5}">
                      <a16:colId xmlns:a16="http://schemas.microsoft.com/office/drawing/2014/main" val="2569056078"/>
                    </a:ext>
                  </a:extLst>
                </a:gridCol>
                <a:gridCol w="2504788">
                  <a:extLst>
                    <a:ext uri="{9D8B030D-6E8A-4147-A177-3AD203B41FA5}">
                      <a16:colId xmlns:a16="http://schemas.microsoft.com/office/drawing/2014/main" val="3350721099"/>
                    </a:ext>
                  </a:extLst>
                </a:gridCol>
                <a:gridCol w="1363072">
                  <a:extLst>
                    <a:ext uri="{9D8B030D-6E8A-4147-A177-3AD203B41FA5}">
                      <a16:colId xmlns:a16="http://schemas.microsoft.com/office/drawing/2014/main" val="1363093552"/>
                    </a:ext>
                  </a:extLst>
                </a:gridCol>
                <a:gridCol w="1188319">
                  <a:extLst>
                    <a:ext uri="{9D8B030D-6E8A-4147-A177-3AD203B41FA5}">
                      <a16:colId xmlns:a16="http://schemas.microsoft.com/office/drawing/2014/main" val="3104419526"/>
                    </a:ext>
                  </a:extLst>
                </a:gridCol>
                <a:gridCol w="5058433">
                  <a:extLst>
                    <a:ext uri="{9D8B030D-6E8A-4147-A177-3AD203B41FA5}">
                      <a16:colId xmlns:a16="http://schemas.microsoft.com/office/drawing/2014/main" val="1026927331"/>
                    </a:ext>
                  </a:extLst>
                </a:gridCol>
              </a:tblGrid>
              <a:tr h="370840">
                <a:tc>
                  <a:txBody>
                    <a:bodyPr/>
                    <a:lstStyle/>
                    <a:p>
                      <a:pPr algn="ctr"/>
                      <a:r>
                        <a:rPr lang="en-IN">
                          <a:latin typeface="Times New Roman" panose="02020603050405020304" pitchFamily="18" charset="0"/>
                          <a:cs typeface="Times New Roman" panose="02020603050405020304" pitchFamily="18" charset="0"/>
                        </a:rPr>
                        <a:t>Sr.no</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Category</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Project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Amount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Reason</a:t>
                      </a:r>
                    </a:p>
                  </a:txBody>
                  <a:tcPr>
                    <a:solidFill>
                      <a:srgbClr val="5B0C15"/>
                    </a:solidFill>
                  </a:tcPr>
                </a:tc>
                <a:extLst>
                  <a:ext uri="{0D108BD9-81ED-4DB2-BD59-A6C34878D82A}">
                    <a16:rowId xmlns:a16="http://schemas.microsoft.com/office/drawing/2014/main" val="2368263038"/>
                  </a:ext>
                </a:extLst>
              </a:tr>
              <a:tr h="370840">
                <a:tc>
                  <a:txBody>
                    <a:bodyPr/>
                    <a:lstStyle/>
                    <a:p>
                      <a:pPr algn="ctr"/>
                      <a:r>
                        <a:rPr lang="en-IN" sz="1600">
                          <a:latin typeface="Times New Roman" panose="02020603050405020304" pitchFamily="18" charset="0"/>
                          <a:cs typeface="Times New Roman" panose="02020603050405020304" pitchFamily="18" charset="0"/>
                        </a:rPr>
                        <a:t>1</a:t>
                      </a:r>
                    </a:p>
                  </a:txBody>
                  <a:tcPr anchor="ctr"/>
                </a:tc>
                <a:tc>
                  <a:txBody>
                    <a:bodyPr/>
                    <a:lstStyle/>
                    <a:p>
                      <a:pPr algn="ctr"/>
                      <a:r>
                        <a:rPr lang="en-IN" sz="1600">
                          <a:latin typeface="Times New Roman" panose="02020603050405020304" pitchFamily="18" charset="0"/>
                          <a:cs typeface="Times New Roman" panose="02020603050405020304" pitchFamily="18" charset="0"/>
                        </a:rPr>
                        <a:t>Expected Registration</a:t>
                      </a:r>
                    </a:p>
                  </a:txBody>
                  <a:tcPr anchor="ctr"/>
                </a:tc>
                <a:tc>
                  <a:txBody>
                    <a:bodyPr/>
                    <a:lstStyle/>
                    <a:p>
                      <a:pPr algn="ctr"/>
                      <a:r>
                        <a:rPr lang="en-IN" sz="1600">
                          <a:latin typeface="Times New Roman" panose="02020603050405020304" pitchFamily="18" charset="0"/>
                          <a:cs typeface="Times New Roman" panose="02020603050405020304" pitchFamily="18" charset="0"/>
                        </a:rPr>
                        <a:t>Ananta</a:t>
                      </a:r>
                    </a:p>
                  </a:txBody>
                  <a:tcPr anchor="ctr"/>
                </a:tc>
                <a:tc>
                  <a:txBody>
                    <a:bodyPr/>
                    <a:lstStyle/>
                    <a:p>
                      <a:pPr algn="ctr"/>
                      <a:r>
                        <a:rPr lang="en-IN" sz="1600">
                          <a:latin typeface="Times New Roman" panose="02020603050405020304" pitchFamily="18" charset="0"/>
                          <a:cs typeface="Times New Roman" panose="02020603050405020304" pitchFamily="18" charset="0"/>
                        </a:rPr>
                        <a:t>0.29</a:t>
                      </a:r>
                    </a:p>
                  </a:txBody>
                  <a:tcPr anchor="ctr"/>
                </a:tc>
                <a:tc>
                  <a:txBody>
                    <a:bodyPr/>
                    <a:lstStyle/>
                    <a:p>
                      <a:r>
                        <a:rPr lang="en-US" sz="1600" b="0" i="0" u="none" strike="noStrike" kern="1200" baseline="0">
                          <a:solidFill>
                            <a:schemeClr val="dk1"/>
                          </a:solidFill>
                          <a:latin typeface="Times New Roman" panose="02020603050405020304" pitchFamily="18" charset="0"/>
                          <a:ea typeface="+mn-ea"/>
                          <a:cs typeface="Times New Roman" panose="02020603050405020304" pitchFamily="18" charset="0"/>
                        </a:rPr>
                        <a:t>1205 Vikram More -Registration done on 24 July 2026 and demand raised on 28 July 2026 - Part Disbursement done. Rest in 2nd week of August post OCR clearance.(Demand Raised after 20)</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41894824"/>
                  </a:ext>
                </a:extLst>
              </a:tr>
              <a:tr h="945110">
                <a:tc>
                  <a:txBody>
                    <a:bodyPr/>
                    <a:lstStyle/>
                    <a:p>
                      <a:pPr algn="ctr"/>
                      <a:r>
                        <a:rPr lang="en-IN" sz="1600">
                          <a:latin typeface="Times New Roman" panose="02020603050405020304" pitchFamily="18" charset="0"/>
                          <a:cs typeface="Times New Roman" panose="02020603050405020304" pitchFamily="18" charset="0"/>
                        </a:rPr>
                        <a:t>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a:latin typeface="Times New Roman" panose="02020603050405020304" pitchFamily="18" charset="0"/>
                          <a:cs typeface="Times New Roman" panose="02020603050405020304" pitchFamily="18" charset="0"/>
                        </a:rPr>
                        <a:t>Expected Registration</a:t>
                      </a:r>
                    </a:p>
                  </a:txBody>
                  <a:tcPr anchor="ctr"/>
                </a:tc>
                <a:tc>
                  <a:txBody>
                    <a:bodyPr/>
                    <a:lstStyle/>
                    <a:p>
                      <a:pPr algn="ctr"/>
                      <a:r>
                        <a:rPr lang="en-IN" sz="1600">
                          <a:latin typeface="Times New Roman" panose="02020603050405020304" pitchFamily="18" charset="0"/>
                          <a:cs typeface="Times New Roman" panose="02020603050405020304" pitchFamily="18" charset="0"/>
                        </a:rPr>
                        <a:t>Ananta</a:t>
                      </a:r>
                    </a:p>
                  </a:txBody>
                  <a:tcPr anchor="ctr"/>
                </a:tc>
                <a:tc>
                  <a:txBody>
                    <a:bodyPr/>
                    <a:lstStyle/>
                    <a:p>
                      <a:pPr algn="ctr"/>
                      <a:r>
                        <a:rPr lang="en-IN" sz="1600">
                          <a:latin typeface="Times New Roman" panose="02020603050405020304" pitchFamily="18" charset="0"/>
                          <a:cs typeface="Times New Roman" panose="02020603050405020304" pitchFamily="18" charset="0"/>
                        </a:rPr>
                        <a:t>1.87</a:t>
                      </a:r>
                    </a:p>
                  </a:txBody>
                  <a:tcPr anchor="ctr"/>
                </a:tc>
                <a:tc>
                  <a:txBody>
                    <a:bodyPr/>
                    <a:lstStyle/>
                    <a:p>
                      <a:r>
                        <a:rPr lang="en-US" sz="1600" b="0" i="0" u="none" strike="noStrike" kern="1200" baseline="0">
                          <a:solidFill>
                            <a:schemeClr val="dk1"/>
                          </a:solidFill>
                          <a:latin typeface="Times New Roman" panose="02020603050405020304" pitchFamily="18" charset="0"/>
                          <a:ea typeface="+mn-ea"/>
                          <a:cs typeface="Times New Roman" panose="02020603050405020304" pitchFamily="18" charset="0"/>
                        </a:rPr>
                        <a:t>0.91- 1605 Rajesh Redkar - Registration not done due to </a:t>
                      </a:r>
                      <a:r>
                        <a:rPr lang="en-US" sz="1600" b="1" i="0" u="none" strike="noStrike" kern="1200" baseline="0">
                          <a:solidFill>
                            <a:schemeClr val="dk1"/>
                          </a:solidFill>
                          <a:latin typeface="Times New Roman" panose="02020603050405020304" pitchFamily="18" charset="0"/>
                          <a:ea typeface="+mn-ea"/>
                          <a:cs typeface="Times New Roman" panose="02020603050405020304" pitchFamily="18" charset="0"/>
                        </a:rPr>
                        <a:t>ROC Issue </a:t>
                      </a:r>
                      <a:r>
                        <a:rPr lang="en-US" sz="1600" b="0" i="0" u="none" strike="noStrike" kern="1200" baseline="0">
                          <a:solidFill>
                            <a:schemeClr val="dk1"/>
                          </a:solidFill>
                          <a:latin typeface="Times New Roman" panose="02020603050405020304" pitchFamily="18" charset="0"/>
                          <a:ea typeface="+mn-ea"/>
                          <a:cs typeface="Times New Roman" panose="02020603050405020304" pitchFamily="18" charset="0"/>
                        </a:rPr>
                        <a:t>&amp; </a:t>
                      </a:r>
                      <a:r>
                        <a:rPr lang="en-IN" sz="1600" b="0" i="0" u="none" strike="noStrike" kern="1200" baseline="0">
                          <a:solidFill>
                            <a:schemeClr val="dk1"/>
                          </a:solidFill>
                          <a:latin typeface="Times New Roman" panose="02020603050405020304" pitchFamily="18" charset="0"/>
                          <a:ea typeface="+mn-ea"/>
                          <a:cs typeface="Times New Roman" panose="02020603050405020304" pitchFamily="18" charset="0"/>
                        </a:rPr>
                        <a:t>0.96 – 1905 Disha Shriyan </a:t>
                      </a:r>
                      <a:r>
                        <a:rPr lang="en-US" sz="1600" b="0" i="0" u="none" strike="noStrike" kern="1200" baseline="0">
                          <a:solidFill>
                            <a:schemeClr val="dk1"/>
                          </a:solidFill>
                          <a:latin typeface="Times New Roman" panose="02020603050405020304" pitchFamily="18" charset="0"/>
                          <a:ea typeface="+mn-ea"/>
                          <a:cs typeface="Times New Roman" panose="02020603050405020304" pitchFamily="18" charset="0"/>
                        </a:rPr>
                        <a:t>Registration not done due to details pending from </a:t>
                      </a:r>
                      <a:r>
                        <a:rPr lang="en-US" sz="1600" b="1" i="0" u="none" strike="noStrike" kern="1200" baseline="0">
                          <a:solidFill>
                            <a:schemeClr val="dk1"/>
                          </a:solidFill>
                          <a:latin typeface="Times New Roman" panose="02020603050405020304" pitchFamily="18" charset="0"/>
                          <a:ea typeface="+mn-ea"/>
                          <a:cs typeface="Times New Roman" panose="02020603050405020304" pitchFamily="18" charset="0"/>
                        </a:rPr>
                        <a:t>sales team.</a:t>
                      </a:r>
                      <a:endParaRPr lang="en-IN" sz="1600" b="1">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344749"/>
                  </a:ext>
                </a:extLst>
              </a:tr>
            </a:tbl>
          </a:graphicData>
        </a:graphic>
      </p:graphicFrame>
      <p:sp>
        <p:nvSpPr>
          <p:cNvPr id="13" name="Rounded Rectangle 4">
            <a:extLst>
              <a:ext uri="{FF2B5EF4-FFF2-40B4-BE49-F238E27FC236}">
                <a16:creationId xmlns:a16="http://schemas.microsoft.com/office/drawing/2014/main" id="{F75FD3AC-BCEC-7398-AD96-7E8A6F69693E}"/>
              </a:ext>
            </a:extLst>
          </p:cNvPr>
          <p:cNvSpPr/>
          <p:nvPr/>
        </p:nvSpPr>
        <p:spPr>
          <a:xfrm>
            <a:off x="268683" y="2091318"/>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B3F6E307-9E52-1135-0C18-4F1BAA7C3CEB}"/>
              </a:ext>
            </a:extLst>
          </p:cNvPr>
          <p:cNvSpPr/>
          <p:nvPr/>
        </p:nvSpPr>
        <p:spPr>
          <a:xfrm>
            <a:off x="268683" y="2091318"/>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0F619EAB-CDC5-AE38-52D3-D5FD8CACB814}"/>
              </a:ext>
            </a:extLst>
          </p:cNvPr>
          <p:cNvSpPr txBox="1"/>
          <p:nvPr/>
        </p:nvSpPr>
        <p:spPr>
          <a:xfrm>
            <a:off x="284392" y="2208558"/>
            <a:ext cx="1401346"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E</a:t>
            </a:r>
            <a:r>
              <a:rPr lang="en-IN" sz="1000" b="1" kern="0" err="1">
                <a:solidFill>
                  <a:srgbClr val="696969"/>
                </a:solidFill>
                <a:latin typeface="Times New Roman" panose="02020603050405020304" pitchFamily="18" charset="0"/>
                <a:cs typeface="Times New Roman" panose="02020603050405020304" pitchFamily="18" charset="0"/>
              </a:rPr>
              <a:t>xp</a:t>
            </a:r>
            <a:r>
              <a:rPr kumimoji="0" lang="en-IN" sz="1000" b="1" i="0" u="none" strike="noStrike" kern="0" cap="none" spc="0" normalizeH="0" baseline="0" noProof="0" err="1">
                <a:ln>
                  <a:noFill/>
                </a:ln>
                <a:solidFill>
                  <a:srgbClr val="696969"/>
                </a:solidFill>
                <a:effectLst/>
                <a:uLnTx/>
                <a:uFillTx/>
                <a:latin typeface="Times New Roman" panose="02020603050405020304" pitchFamily="18" charset="0"/>
                <a:cs typeface="Times New Roman" panose="02020603050405020304" pitchFamily="18" charset="0"/>
              </a:rPr>
              <a:t>ected</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Registration</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599D7063-DD50-993E-B3DE-45A8077746BD}"/>
              </a:ext>
            </a:extLst>
          </p:cNvPr>
          <p:cNvSpPr txBox="1"/>
          <p:nvPr/>
        </p:nvSpPr>
        <p:spPr>
          <a:xfrm>
            <a:off x="378411" y="2574164"/>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3.37</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
        <p:nvSpPr>
          <p:cNvPr id="21" name="Rounded Rectangle 8">
            <a:extLst>
              <a:ext uri="{FF2B5EF4-FFF2-40B4-BE49-F238E27FC236}">
                <a16:creationId xmlns:a16="http://schemas.microsoft.com/office/drawing/2014/main" id="{13815A56-18DD-CCB3-561A-54FD1031F47B}"/>
              </a:ext>
            </a:extLst>
          </p:cNvPr>
          <p:cNvSpPr/>
          <p:nvPr/>
        </p:nvSpPr>
        <p:spPr>
          <a:xfrm>
            <a:off x="1878026" y="2091318"/>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97CDBAB6-984E-1A5F-7199-85396FA51069}"/>
              </a:ext>
            </a:extLst>
          </p:cNvPr>
          <p:cNvSpPr/>
          <p:nvPr/>
        </p:nvSpPr>
        <p:spPr>
          <a:xfrm>
            <a:off x="1878026" y="2091318"/>
            <a:ext cx="1490472" cy="82296"/>
          </a:xfrm>
          <a:prstGeom prst="rect">
            <a:avLst/>
          </a:prstGeom>
          <a:solidFill>
            <a:srgbClr val="696969"/>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E753F7D4-D1CF-B8B6-7D65-31F739A9C347}"/>
              </a:ext>
            </a:extLst>
          </p:cNvPr>
          <p:cNvSpPr txBox="1"/>
          <p:nvPr/>
        </p:nvSpPr>
        <p:spPr>
          <a:xfrm>
            <a:off x="1987754" y="2242526"/>
            <a:ext cx="742511"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pill Over</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48BB7D56-4969-B137-66DB-BBE473469478}"/>
              </a:ext>
            </a:extLst>
          </p:cNvPr>
          <p:cNvSpPr txBox="1"/>
          <p:nvPr/>
        </p:nvSpPr>
        <p:spPr>
          <a:xfrm>
            <a:off x="1987754" y="2574164"/>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₹0.41</a:t>
            </a:r>
            <a:r>
              <a:rPr kumimoji="0"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Cr</a:t>
            </a:r>
          </a:p>
        </p:txBody>
      </p:sp>
      <p:sp>
        <p:nvSpPr>
          <p:cNvPr id="29" name="Rounded Rectangle 12">
            <a:extLst>
              <a:ext uri="{FF2B5EF4-FFF2-40B4-BE49-F238E27FC236}">
                <a16:creationId xmlns:a16="http://schemas.microsoft.com/office/drawing/2014/main" id="{C155405C-D8CB-72E1-2BE2-ABF25C069FC4}"/>
              </a:ext>
            </a:extLst>
          </p:cNvPr>
          <p:cNvSpPr/>
          <p:nvPr/>
        </p:nvSpPr>
        <p:spPr>
          <a:xfrm>
            <a:off x="3487370" y="2091318"/>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31" name="Rectangle 30">
            <a:extLst>
              <a:ext uri="{FF2B5EF4-FFF2-40B4-BE49-F238E27FC236}">
                <a16:creationId xmlns:a16="http://schemas.microsoft.com/office/drawing/2014/main" id="{DE891CA2-817D-CA34-D05A-A9ECA53F6CD2}"/>
              </a:ext>
            </a:extLst>
          </p:cNvPr>
          <p:cNvSpPr/>
          <p:nvPr/>
        </p:nvSpPr>
        <p:spPr>
          <a:xfrm>
            <a:off x="3487370" y="2091318"/>
            <a:ext cx="1490472" cy="82296"/>
          </a:xfrm>
          <a:prstGeom prst="rect">
            <a:avLst/>
          </a:prstGeom>
          <a:solidFill>
            <a:srgbClr val="CAA32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5D74A9EC-5A20-94DD-D316-E967FFB668B7}"/>
              </a:ext>
            </a:extLst>
          </p:cNvPr>
          <p:cNvSpPr txBox="1"/>
          <p:nvPr/>
        </p:nvSpPr>
        <p:spPr>
          <a:xfrm>
            <a:off x="3597098" y="2242526"/>
            <a:ext cx="1362874"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New slab/ time linked</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35" name="TextBox 34">
            <a:extLst>
              <a:ext uri="{FF2B5EF4-FFF2-40B4-BE49-F238E27FC236}">
                <a16:creationId xmlns:a16="http://schemas.microsoft.com/office/drawing/2014/main" id="{09C1C8B0-1913-FA4F-7EF3-E4358C4AFD5B}"/>
              </a:ext>
            </a:extLst>
          </p:cNvPr>
          <p:cNvSpPr txBox="1"/>
          <p:nvPr/>
        </p:nvSpPr>
        <p:spPr>
          <a:xfrm>
            <a:off x="3597098" y="2574164"/>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rPr>
              <a:t>₹</a:t>
            </a:r>
            <a:r>
              <a:rPr lang="en-US" b="1" kern="0">
                <a:solidFill>
                  <a:srgbClr val="CAA323"/>
                </a:solidFill>
                <a:latin typeface="Times New Roman" panose="02020603050405020304" pitchFamily="18" charset="0"/>
                <a:cs typeface="Times New Roman" panose="02020603050405020304" pitchFamily="18" charset="0"/>
              </a:rPr>
              <a:t>0.52</a:t>
            </a:r>
            <a:r>
              <a:rPr kumimoji="0"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rPr>
              <a:t> Cr</a:t>
            </a:r>
          </a:p>
        </p:txBody>
      </p:sp>
      <p:sp>
        <p:nvSpPr>
          <p:cNvPr id="2" name="TextBox 1">
            <a:extLst>
              <a:ext uri="{FF2B5EF4-FFF2-40B4-BE49-F238E27FC236}">
                <a16:creationId xmlns:a16="http://schemas.microsoft.com/office/drawing/2014/main" id="{BAAEAF64-FDFB-84F2-8195-AE7E09A84AAC}"/>
              </a:ext>
            </a:extLst>
          </p:cNvPr>
          <p:cNvSpPr txBox="1"/>
          <p:nvPr/>
        </p:nvSpPr>
        <p:spPr>
          <a:xfrm>
            <a:off x="5134729" y="2126498"/>
            <a:ext cx="184731" cy="1015663"/>
          </a:xfrm>
          <a:prstGeom prst="rect">
            <a:avLst/>
          </a:prstGeom>
          <a:noFill/>
        </p:spPr>
        <p:txBody>
          <a:bodyPr wrap="square" rtlCol="0">
            <a:spAutoFit/>
          </a:bodyPr>
          <a:lstStyle/>
          <a:p>
            <a:r>
              <a:rPr lang="en-US" sz="6000"/>
              <a:t>|</a:t>
            </a:r>
            <a:endParaRPr lang="en-IN" sz="6000"/>
          </a:p>
        </p:txBody>
      </p:sp>
      <p:sp>
        <p:nvSpPr>
          <p:cNvPr id="7" name="Rounded Rectangle 4">
            <a:extLst>
              <a:ext uri="{FF2B5EF4-FFF2-40B4-BE49-F238E27FC236}">
                <a16:creationId xmlns:a16="http://schemas.microsoft.com/office/drawing/2014/main" id="{A4CD2258-D11D-509F-FA2C-AFB05D2DFEA6}"/>
              </a:ext>
            </a:extLst>
          </p:cNvPr>
          <p:cNvSpPr/>
          <p:nvPr/>
        </p:nvSpPr>
        <p:spPr>
          <a:xfrm>
            <a:off x="5640446" y="205305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6CDBD110-DFD9-4985-BA39-CAC656720242}"/>
              </a:ext>
            </a:extLst>
          </p:cNvPr>
          <p:cNvSpPr txBox="1"/>
          <p:nvPr/>
        </p:nvSpPr>
        <p:spPr>
          <a:xfrm>
            <a:off x="5763308" y="2274222"/>
            <a:ext cx="1108183" cy="246221"/>
          </a:xfrm>
          <a:prstGeom prst="rect">
            <a:avLst/>
          </a:prstGeom>
          <a:no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Sales</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AA34A48-D098-05B9-173A-6CAC835B7A83}"/>
              </a:ext>
            </a:extLst>
          </p:cNvPr>
          <p:cNvSpPr txBox="1"/>
          <p:nvPr/>
        </p:nvSpPr>
        <p:spPr>
          <a:xfrm>
            <a:off x="5840440" y="2628791"/>
            <a:ext cx="1031052" cy="369332"/>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2.11</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
        <p:nvSpPr>
          <p:cNvPr id="14" name="Rectangle 13">
            <a:extLst>
              <a:ext uri="{FF2B5EF4-FFF2-40B4-BE49-F238E27FC236}">
                <a16:creationId xmlns:a16="http://schemas.microsoft.com/office/drawing/2014/main" id="{CC831701-0A37-52D1-5B96-C033FCA72C9F}"/>
              </a:ext>
            </a:extLst>
          </p:cNvPr>
          <p:cNvSpPr/>
          <p:nvPr/>
        </p:nvSpPr>
        <p:spPr>
          <a:xfrm>
            <a:off x="5640446" y="2115139"/>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8" name="Rounded Rectangle 4">
            <a:extLst>
              <a:ext uri="{FF2B5EF4-FFF2-40B4-BE49-F238E27FC236}">
                <a16:creationId xmlns:a16="http://schemas.microsoft.com/office/drawing/2014/main" id="{2F8B10B8-2797-50CB-D3A6-B7E49C3A090B}"/>
              </a:ext>
            </a:extLst>
          </p:cNvPr>
          <p:cNvSpPr/>
          <p:nvPr/>
        </p:nvSpPr>
        <p:spPr>
          <a:xfrm>
            <a:off x="7333032" y="205305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118BC903-43BA-8396-9217-6D963703B2EE}"/>
              </a:ext>
            </a:extLst>
          </p:cNvPr>
          <p:cNvSpPr/>
          <p:nvPr/>
        </p:nvSpPr>
        <p:spPr>
          <a:xfrm>
            <a:off x="7333032" y="2115139"/>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14C82152-A754-3A3B-B621-6E1CB9D533AD}"/>
              </a:ext>
            </a:extLst>
          </p:cNvPr>
          <p:cNvSpPr txBox="1"/>
          <p:nvPr/>
        </p:nvSpPr>
        <p:spPr>
          <a:xfrm>
            <a:off x="7489919" y="2259521"/>
            <a:ext cx="1108183" cy="246221"/>
          </a:xfrm>
          <a:prstGeom prst="rect">
            <a:avLst/>
          </a:prstGeom>
          <a:no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lang="en-US" sz="1000" b="1" kern="0">
                <a:solidFill>
                  <a:srgbClr val="696969"/>
                </a:solidFill>
                <a:latin typeface="Times New Roman" panose="02020603050405020304" pitchFamily="18" charset="0"/>
                <a:cs typeface="Times New Roman" panose="02020603050405020304" pitchFamily="18" charset="0"/>
              </a:rPr>
              <a:t>Management</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38058AFD-B76F-3130-B09D-E07C167B38C8}"/>
              </a:ext>
            </a:extLst>
          </p:cNvPr>
          <p:cNvSpPr txBox="1"/>
          <p:nvPr/>
        </p:nvSpPr>
        <p:spPr>
          <a:xfrm>
            <a:off x="7567051" y="2634330"/>
            <a:ext cx="1031052" cy="369332"/>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0.91</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Tree>
    <p:extLst>
      <p:ext uri="{BB962C8B-B14F-4D97-AF65-F5344CB8AC3E}">
        <p14:creationId xmlns:p14="http://schemas.microsoft.com/office/powerpoint/2010/main" val="26896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717A6-7B4D-CE43-3A7D-1829696B666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4DFF9CC-C64B-F5A6-D0A7-3156D959ADC0}"/>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A1- Not collected from the forecast – July </a:t>
            </a:r>
          </a:p>
        </p:txBody>
      </p:sp>
      <p:sp>
        <p:nvSpPr>
          <p:cNvPr id="3" name="Rectangle: Rounded Corners 2">
            <a:extLst>
              <a:ext uri="{FF2B5EF4-FFF2-40B4-BE49-F238E27FC236}">
                <a16:creationId xmlns:a16="http://schemas.microsoft.com/office/drawing/2014/main" id="{5E2D5ED9-02C3-39DC-E46C-4C3A2D22561C}"/>
              </a:ext>
            </a:extLst>
          </p:cNvPr>
          <p:cNvSpPr/>
          <p:nvPr/>
        </p:nvSpPr>
        <p:spPr>
          <a:xfrm>
            <a:off x="268683" y="1012722"/>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latin typeface="Times New Roman" panose="02020603050405020304" pitchFamily="18" charset="0"/>
                <a:cs typeface="Times New Roman" panose="02020603050405020304" pitchFamily="18" charset="0"/>
              </a:rPr>
              <a:t>  Reason behind the Rs 4.31 Cr shortfall by Project </a:t>
            </a:r>
          </a:p>
        </p:txBody>
      </p:sp>
      <p:graphicFrame>
        <p:nvGraphicFramePr>
          <p:cNvPr id="4" name="Table 3">
            <a:extLst>
              <a:ext uri="{FF2B5EF4-FFF2-40B4-BE49-F238E27FC236}">
                <a16:creationId xmlns:a16="http://schemas.microsoft.com/office/drawing/2014/main" id="{EFA9617D-0DF8-E3E6-D5DF-DACF3F36240D}"/>
              </a:ext>
            </a:extLst>
          </p:cNvPr>
          <p:cNvGraphicFramePr>
            <a:graphicFrameLocks noGrp="1"/>
          </p:cNvGraphicFramePr>
          <p:nvPr>
            <p:extLst>
              <p:ext uri="{D42A27DB-BD31-4B8C-83A1-F6EECF244321}">
                <p14:modId xmlns:p14="http://schemas.microsoft.com/office/powerpoint/2010/main" val="3899320080"/>
              </p:ext>
            </p:extLst>
          </p:nvPr>
        </p:nvGraphicFramePr>
        <p:xfrm>
          <a:off x="268683" y="3569678"/>
          <a:ext cx="10816593" cy="2765444"/>
        </p:xfrm>
        <a:graphic>
          <a:graphicData uri="http://schemas.openxmlformats.org/drawingml/2006/table">
            <a:tbl>
              <a:tblPr firstRow="1" bandRow="1">
                <a:tableStyleId>{5C22544A-7EE6-4342-B048-85BDC9FD1C3A}</a:tableStyleId>
              </a:tblPr>
              <a:tblGrid>
                <a:gridCol w="860900">
                  <a:extLst>
                    <a:ext uri="{9D8B030D-6E8A-4147-A177-3AD203B41FA5}">
                      <a16:colId xmlns:a16="http://schemas.microsoft.com/office/drawing/2014/main" val="2569056078"/>
                    </a:ext>
                  </a:extLst>
                </a:gridCol>
                <a:gridCol w="2465434">
                  <a:extLst>
                    <a:ext uri="{9D8B030D-6E8A-4147-A177-3AD203B41FA5}">
                      <a16:colId xmlns:a16="http://schemas.microsoft.com/office/drawing/2014/main" val="3350721099"/>
                    </a:ext>
                  </a:extLst>
                </a:gridCol>
                <a:gridCol w="1341655">
                  <a:extLst>
                    <a:ext uri="{9D8B030D-6E8A-4147-A177-3AD203B41FA5}">
                      <a16:colId xmlns:a16="http://schemas.microsoft.com/office/drawing/2014/main" val="1363093552"/>
                    </a:ext>
                  </a:extLst>
                </a:gridCol>
                <a:gridCol w="1169648">
                  <a:extLst>
                    <a:ext uri="{9D8B030D-6E8A-4147-A177-3AD203B41FA5}">
                      <a16:colId xmlns:a16="http://schemas.microsoft.com/office/drawing/2014/main" val="3104419526"/>
                    </a:ext>
                  </a:extLst>
                </a:gridCol>
                <a:gridCol w="4978956">
                  <a:extLst>
                    <a:ext uri="{9D8B030D-6E8A-4147-A177-3AD203B41FA5}">
                      <a16:colId xmlns:a16="http://schemas.microsoft.com/office/drawing/2014/main" val="1026927331"/>
                    </a:ext>
                  </a:extLst>
                </a:gridCol>
              </a:tblGrid>
              <a:tr h="347683">
                <a:tc>
                  <a:txBody>
                    <a:bodyPr/>
                    <a:lstStyle/>
                    <a:p>
                      <a:pPr algn="ctr"/>
                      <a:r>
                        <a:rPr lang="en-IN">
                          <a:latin typeface="Times New Roman" panose="02020603050405020304" pitchFamily="18" charset="0"/>
                          <a:cs typeface="Times New Roman" panose="02020603050405020304" pitchFamily="18" charset="0"/>
                        </a:rPr>
                        <a:t>Sr.no</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Category</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Project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Amount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Reason</a:t>
                      </a:r>
                    </a:p>
                  </a:txBody>
                  <a:tcPr>
                    <a:solidFill>
                      <a:srgbClr val="5B0C15"/>
                    </a:solidFill>
                  </a:tcPr>
                </a:tc>
                <a:extLst>
                  <a:ext uri="{0D108BD9-81ED-4DB2-BD59-A6C34878D82A}">
                    <a16:rowId xmlns:a16="http://schemas.microsoft.com/office/drawing/2014/main" val="2368263038"/>
                  </a:ext>
                </a:extLst>
              </a:tr>
              <a:tr h="1512818">
                <a:tc>
                  <a:txBody>
                    <a:bodyPr/>
                    <a:lstStyle/>
                    <a:p>
                      <a:pPr algn="ctr"/>
                      <a:r>
                        <a:rPr lang="en-IN" sz="1600">
                          <a:latin typeface="Times New Roman" panose="02020603050405020304" pitchFamily="18" charset="0"/>
                          <a:cs typeface="Times New Roman" panose="02020603050405020304" pitchFamily="18" charset="0"/>
                        </a:rPr>
                        <a:t>3</a:t>
                      </a:r>
                    </a:p>
                  </a:txBody>
                  <a:tcPr anchor="ctr"/>
                </a:tc>
                <a:tc>
                  <a:txBody>
                    <a:bodyPr/>
                    <a:lstStyle/>
                    <a:p>
                      <a:pPr algn="ctr"/>
                      <a:r>
                        <a:rPr lang="en-IN" sz="1600">
                          <a:latin typeface="Times New Roman" panose="02020603050405020304" pitchFamily="18" charset="0"/>
                          <a:cs typeface="Times New Roman" panose="02020603050405020304" pitchFamily="18" charset="0"/>
                        </a:rPr>
                        <a:t>Expected Registration</a:t>
                      </a:r>
                    </a:p>
                  </a:txBody>
                  <a:tcPr anchor="ctr"/>
                </a:tc>
                <a:tc>
                  <a:txBody>
                    <a:bodyPr/>
                    <a:lstStyle/>
                    <a:p>
                      <a:pPr algn="ctr"/>
                      <a:r>
                        <a:rPr lang="en-IN" sz="1600">
                          <a:latin typeface="Times New Roman" panose="02020603050405020304" pitchFamily="18" charset="0"/>
                          <a:cs typeface="Times New Roman" panose="02020603050405020304" pitchFamily="18" charset="0"/>
                        </a:rPr>
                        <a:t>Avenue</a:t>
                      </a:r>
                    </a:p>
                  </a:txBody>
                  <a:tcPr anchor="ctr"/>
                </a:tc>
                <a:tc>
                  <a:txBody>
                    <a:bodyPr/>
                    <a:lstStyle/>
                    <a:p>
                      <a:pPr algn="ctr"/>
                      <a:r>
                        <a:rPr lang="en-IN" sz="1600">
                          <a:latin typeface="Times New Roman" panose="02020603050405020304" pitchFamily="18" charset="0"/>
                          <a:cs typeface="Times New Roman" panose="02020603050405020304" pitchFamily="18" charset="0"/>
                        </a:rPr>
                        <a:t>0.86</a:t>
                      </a:r>
                    </a:p>
                  </a:txBody>
                  <a:tcPr anchor="ctr"/>
                </a:tc>
                <a:tc>
                  <a:txBody>
                    <a:bodyPr/>
                    <a:lstStyle/>
                    <a:p>
                      <a:r>
                        <a:rPr lang="en-US" sz="1600" b="1" i="0" u="none" strike="noStrike">
                          <a:solidFill>
                            <a:srgbClr val="000000"/>
                          </a:solidFill>
                          <a:effectLst/>
                          <a:latin typeface="Times New Roman" panose="02020603050405020304" pitchFamily="18" charset="0"/>
                          <a:cs typeface="Times New Roman" panose="02020603050405020304" pitchFamily="18" charset="0"/>
                        </a:rPr>
                        <a:t>0.86</a:t>
                      </a:r>
                      <a:r>
                        <a:rPr lang="en-US" sz="1600" b="0" i="0" u="none" strike="noStrike">
                          <a:solidFill>
                            <a:srgbClr val="000000"/>
                          </a:solidFill>
                          <a:effectLst/>
                          <a:latin typeface="Times New Roman" panose="02020603050405020304" pitchFamily="18" charset="0"/>
                          <a:cs typeface="Times New Roman" panose="02020603050405020304" pitchFamily="18" charset="0"/>
                        </a:rPr>
                        <a:t> is from 2 customers | 803 - Yashvant Gotpagar – 0.43 - Registration done on 22 July and demand raised on 28 July. Disbursement in process and expected by 2 week of August as the case is staff loan. &amp; 1203 - Geeta Harshal Sangle 0.42 – Registration not done due to details   pending from sales team. </a:t>
                      </a:r>
                      <a:endParaRPr lang="en-IN" sz="16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41894824"/>
                  </a:ext>
                </a:extLst>
              </a:tr>
              <a:tr h="845204">
                <a:tc>
                  <a:txBody>
                    <a:bodyPr/>
                    <a:lstStyle/>
                    <a:p>
                      <a:pPr algn="ctr"/>
                      <a:r>
                        <a:rPr lang="en-US" sz="1500">
                          <a:latin typeface="Times New Roman" panose="02020603050405020304" pitchFamily="18" charset="0"/>
                          <a:cs typeface="Times New Roman" panose="02020603050405020304" pitchFamily="18" charset="0"/>
                        </a:rPr>
                        <a:t>4</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IN" sz="1500">
                          <a:latin typeface="Times New Roman" panose="02020603050405020304" pitchFamily="18" charset="0"/>
                          <a:cs typeface="Times New Roman" panose="02020603050405020304" pitchFamily="18" charset="0"/>
                        </a:rPr>
                        <a:t>Spill Over</a:t>
                      </a:r>
                    </a:p>
                  </a:txBody>
                  <a:tcPr anchor="ctr"/>
                </a:tc>
                <a:tc>
                  <a:txBody>
                    <a:bodyPr/>
                    <a:lstStyle/>
                    <a:p>
                      <a:pPr algn="ctr"/>
                      <a:r>
                        <a:rPr lang="en-IN" sz="1500">
                          <a:latin typeface="Times New Roman" panose="02020603050405020304" pitchFamily="18" charset="0"/>
                          <a:cs typeface="Times New Roman" panose="02020603050405020304" pitchFamily="18" charset="0"/>
                        </a:rPr>
                        <a:t>Avenue</a:t>
                      </a:r>
                    </a:p>
                  </a:txBody>
                  <a:tcPr anchor="ctr"/>
                </a:tc>
                <a:tc>
                  <a:txBody>
                    <a:bodyPr/>
                    <a:lstStyle/>
                    <a:p>
                      <a:pPr algn="ctr"/>
                      <a:r>
                        <a:rPr lang="en-IN" sz="1500">
                          <a:latin typeface="Times New Roman" panose="02020603050405020304" pitchFamily="18" charset="0"/>
                          <a:cs typeface="Times New Roman" panose="02020603050405020304" pitchFamily="18" charset="0"/>
                        </a:rPr>
                        <a:t>0.15</a:t>
                      </a:r>
                    </a:p>
                  </a:txBody>
                  <a:tcPr anchor="ctr"/>
                </a:tc>
                <a:tc>
                  <a:txBody>
                    <a:bodyPr/>
                    <a:lstStyle/>
                    <a:p>
                      <a:r>
                        <a:rPr lang="en-US" sz="1600" b="0" i="0" u="none" strike="noStrike">
                          <a:solidFill>
                            <a:srgbClr val="000000"/>
                          </a:solidFill>
                          <a:effectLst/>
                          <a:latin typeface="Times New Roman"/>
                        </a:rPr>
                        <a:t>405 - Kamaljit Kaur Shergill - 0.03</a:t>
                      </a:r>
                      <a:r>
                        <a:rPr lang="en-US" sz="1600" b="1" i="0" u="none" strike="noStrike">
                          <a:solidFill>
                            <a:srgbClr val="000000"/>
                          </a:solidFill>
                          <a:effectLst/>
                          <a:latin typeface="Times New Roman"/>
                        </a:rPr>
                        <a:t> (Spill Over) </a:t>
                      </a:r>
                      <a:r>
                        <a:rPr lang="en-US" sz="1600" b="0" i="0" u="none" strike="noStrike">
                          <a:solidFill>
                            <a:srgbClr val="000000"/>
                          </a:solidFill>
                          <a:effectLst/>
                          <a:latin typeface="Times New Roman"/>
                        </a:rPr>
                        <a:t>| 206 - Raju Nirban  0.01 , 1504 -Sphurti Panchal- 0.11</a:t>
                      </a:r>
                      <a:endParaRPr lang="en-IN" sz="15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344749"/>
                  </a:ext>
                </a:extLst>
              </a:tr>
            </a:tbl>
          </a:graphicData>
        </a:graphic>
      </p:graphicFrame>
      <p:sp>
        <p:nvSpPr>
          <p:cNvPr id="11" name="Rounded Rectangle 4">
            <a:extLst>
              <a:ext uri="{FF2B5EF4-FFF2-40B4-BE49-F238E27FC236}">
                <a16:creationId xmlns:a16="http://schemas.microsoft.com/office/drawing/2014/main" id="{909EE266-4FF8-DBFD-A076-6B56443C838C}"/>
              </a:ext>
            </a:extLst>
          </p:cNvPr>
          <p:cNvSpPr/>
          <p:nvPr/>
        </p:nvSpPr>
        <p:spPr>
          <a:xfrm>
            <a:off x="268683" y="2103156"/>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45777F3F-6BAA-441C-79E2-525BE25AA342}"/>
              </a:ext>
            </a:extLst>
          </p:cNvPr>
          <p:cNvSpPr txBox="1"/>
          <p:nvPr/>
        </p:nvSpPr>
        <p:spPr>
          <a:xfrm>
            <a:off x="284392" y="2262562"/>
            <a:ext cx="1401346"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E</a:t>
            </a:r>
            <a:r>
              <a:rPr lang="en-IN" sz="1000" b="1" kern="0">
                <a:solidFill>
                  <a:srgbClr val="696969"/>
                </a:solidFill>
                <a:latin typeface="Times New Roman" panose="02020603050405020304" pitchFamily="18" charset="0"/>
                <a:cs typeface="Times New Roman" panose="02020603050405020304" pitchFamily="18" charset="0"/>
              </a:rPr>
              <a:t>x</a:t>
            </a:r>
            <a:r>
              <a:rPr kumimoji="0" lang="en-IN" sz="1000" b="1" i="0" u="none" strike="noStrike" kern="0" cap="none" spc="0" normalizeH="0" baseline="0" noProof="0" err="1">
                <a:ln>
                  <a:noFill/>
                </a:ln>
                <a:solidFill>
                  <a:srgbClr val="696969"/>
                </a:solidFill>
                <a:effectLst/>
                <a:uLnTx/>
                <a:uFillTx/>
                <a:latin typeface="Times New Roman" panose="02020603050405020304" pitchFamily="18" charset="0"/>
                <a:cs typeface="Times New Roman" panose="02020603050405020304" pitchFamily="18" charset="0"/>
              </a:rPr>
              <a:t>pected</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Registration</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6FF597AC-6B18-95C7-991E-AB2ED8B0879A}"/>
              </a:ext>
            </a:extLst>
          </p:cNvPr>
          <p:cNvSpPr txBox="1"/>
          <p:nvPr/>
        </p:nvSpPr>
        <p:spPr>
          <a:xfrm>
            <a:off x="378411" y="2628168"/>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3.37</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
        <p:nvSpPr>
          <p:cNvPr id="22" name="Rounded Rectangle 8">
            <a:extLst>
              <a:ext uri="{FF2B5EF4-FFF2-40B4-BE49-F238E27FC236}">
                <a16:creationId xmlns:a16="http://schemas.microsoft.com/office/drawing/2014/main" id="{EF278FFB-0F0A-71B4-446A-3EC79DF38AB8}"/>
              </a:ext>
            </a:extLst>
          </p:cNvPr>
          <p:cNvSpPr/>
          <p:nvPr/>
        </p:nvSpPr>
        <p:spPr>
          <a:xfrm>
            <a:off x="1877971" y="2112622"/>
            <a:ext cx="1490472" cy="1124069"/>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FF8272A0-0A99-1061-C006-7D7C59377EB5}"/>
              </a:ext>
            </a:extLst>
          </p:cNvPr>
          <p:cNvSpPr txBox="1"/>
          <p:nvPr/>
        </p:nvSpPr>
        <p:spPr>
          <a:xfrm>
            <a:off x="1987754" y="2296530"/>
            <a:ext cx="742511"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pill Over</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30" name="TextBox 29">
            <a:extLst>
              <a:ext uri="{FF2B5EF4-FFF2-40B4-BE49-F238E27FC236}">
                <a16:creationId xmlns:a16="http://schemas.microsoft.com/office/drawing/2014/main" id="{BE2551D2-42F8-7EF9-8C30-A13B581DCE67}"/>
              </a:ext>
            </a:extLst>
          </p:cNvPr>
          <p:cNvSpPr txBox="1"/>
          <p:nvPr/>
        </p:nvSpPr>
        <p:spPr>
          <a:xfrm>
            <a:off x="1987754" y="2628168"/>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₹0.41</a:t>
            </a:r>
            <a:r>
              <a:rPr kumimoji="0"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Cr</a:t>
            </a:r>
          </a:p>
        </p:txBody>
      </p:sp>
      <p:sp>
        <p:nvSpPr>
          <p:cNvPr id="34" name="Rounded Rectangle 12">
            <a:extLst>
              <a:ext uri="{FF2B5EF4-FFF2-40B4-BE49-F238E27FC236}">
                <a16:creationId xmlns:a16="http://schemas.microsoft.com/office/drawing/2014/main" id="{8CD30373-6D2C-754E-0047-D05D13BEDF03}"/>
              </a:ext>
            </a:extLst>
          </p:cNvPr>
          <p:cNvSpPr/>
          <p:nvPr/>
        </p:nvSpPr>
        <p:spPr>
          <a:xfrm>
            <a:off x="3487370" y="207862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38" name="Rectangle 37">
            <a:extLst>
              <a:ext uri="{FF2B5EF4-FFF2-40B4-BE49-F238E27FC236}">
                <a16:creationId xmlns:a16="http://schemas.microsoft.com/office/drawing/2014/main" id="{E6971978-5202-BABD-4870-E4F3732FA5E6}"/>
              </a:ext>
            </a:extLst>
          </p:cNvPr>
          <p:cNvSpPr/>
          <p:nvPr/>
        </p:nvSpPr>
        <p:spPr>
          <a:xfrm>
            <a:off x="3487370" y="2099155"/>
            <a:ext cx="1490472" cy="82296"/>
          </a:xfrm>
          <a:prstGeom prst="rect">
            <a:avLst/>
          </a:prstGeom>
          <a:solidFill>
            <a:srgbClr val="CAA32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6682E9A9-61BF-5E48-660C-18FB2488B347}"/>
              </a:ext>
            </a:extLst>
          </p:cNvPr>
          <p:cNvSpPr txBox="1"/>
          <p:nvPr/>
        </p:nvSpPr>
        <p:spPr>
          <a:xfrm>
            <a:off x="3597098" y="2296530"/>
            <a:ext cx="1362874"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New slab/ time linked</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839FB196-5BE7-A43E-4BE2-41FF0E153984}"/>
              </a:ext>
            </a:extLst>
          </p:cNvPr>
          <p:cNvSpPr txBox="1"/>
          <p:nvPr/>
        </p:nvSpPr>
        <p:spPr>
          <a:xfrm>
            <a:off x="3597098" y="2628168"/>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rPr>
              <a:t>₹</a:t>
            </a:r>
            <a:r>
              <a:rPr lang="en-US" b="1" kern="0">
                <a:solidFill>
                  <a:srgbClr val="CAA323"/>
                </a:solidFill>
                <a:latin typeface="Times New Roman" panose="02020603050405020304" pitchFamily="18" charset="0"/>
                <a:cs typeface="Times New Roman" panose="02020603050405020304" pitchFamily="18" charset="0"/>
              </a:rPr>
              <a:t>0.52</a:t>
            </a:r>
            <a:r>
              <a:rPr kumimoji="0"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rPr>
              <a:t> Cr</a:t>
            </a:r>
          </a:p>
        </p:txBody>
      </p:sp>
      <p:sp>
        <p:nvSpPr>
          <p:cNvPr id="47" name="Rectangle 46">
            <a:extLst>
              <a:ext uri="{FF2B5EF4-FFF2-40B4-BE49-F238E27FC236}">
                <a16:creationId xmlns:a16="http://schemas.microsoft.com/office/drawing/2014/main" id="{9B1D2BCB-4472-270A-5551-5E1BACB2476A}"/>
              </a:ext>
            </a:extLst>
          </p:cNvPr>
          <p:cNvSpPr/>
          <p:nvPr/>
        </p:nvSpPr>
        <p:spPr>
          <a:xfrm>
            <a:off x="268683" y="2112622"/>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9" name="Rectangle 48">
            <a:extLst>
              <a:ext uri="{FF2B5EF4-FFF2-40B4-BE49-F238E27FC236}">
                <a16:creationId xmlns:a16="http://schemas.microsoft.com/office/drawing/2014/main" id="{1C9C78AF-419E-98B5-4408-1F6AD8C32734}"/>
              </a:ext>
            </a:extLst>
          </p:cNvPr>
          <p:cNvSpPr/>
          <p:nvPr/>
        </p:nvSpPr>
        <p:spPr>
          <a:xfrm>
            <a:off x="1895841" y="2112622"/>
            <a:ext cx="1490472" cy="82296"/>
          </a:xfrm>
          <a:prstGeom prst="rect">
            <a:avLst/>
          </a:prstGeom>
          <a:solidFill>
            <a:srgbClr val="696969"/>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2" name="Rounded Rectangle 4">
            <a:extLst>
              <a:ext uri="{FF2B5EF4-FFF2-40B4-BE49-F238E27FC236}">
                <a16:creationId xmlns:a16="http://schemas.microsoft.com/office/drawing/2014/main" id="{C65B1703-8641-1E38-E72D-41D6CA661009}"/>
              </a:ext>
            </a:extLst>
          </p:cNvPr>
          <p:cNvSpPr/>
          <p:nvPr/>
        </p:nvSpPr>
        <p:spPr>
          <a:xfrm>
            <a:off x="5640446" y="205305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3591F742-338A-1E56-FFD2-BC471A2F722F}"/>
              </a:ext>
            </a:extLst>
          </p:cNvPr>
          <p:cNvSpPr txBox="1"/>
          <p:nvPr/>
        </p:nvSpPr>
        <p:spPr>
          <a:xfrm>
            <a:off x="5763308" y="2274222"/>
            <a:ext cx="1108183" cy="246221"/>
          </a:xfrm>
          <a:prstGeom prst="rect">
            <a:avLst/>
          </a:prstGeom>
          <a:no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Sales</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EB587B73-25E8-1D56-F58E-F2BFD1A1858F}"/>
              </a:ext>
            </a:extLst>
          </p:cNvPr>
          <p:cNvSpPr txBox="1"/>
          <p:nvPr/>
        </p:nvSpPr>
        <p:spPr>
          <a:xfrm>
            <a:off x="5840440" y="2628791"/>
            <a:ext cx="1031052" cy="369332"/>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2.11</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
        <p:nvSpPr>
          <p:cNvPr id="36" name="Rectangle 35">
            <a:extLst>
              <a:ext uri="{FF2B5EF4-FFF2-40B4-BE49-F238E27FC236}">
                <a16:creationId xmlns:a16="http://schemas.microsoft.com/office/drawing/2014/main" id="{3374FF92-D2AE-FD2E-CFE4-B5CA9C0157FE}"/>
              </a:ext>
            </a:extLst>
          </p:cNvPr>
          <p:cNvSpPr/>
          <p:nvPr/>
        </p:nvSpPr>
        <p:spPr>
          <a:xfrm>
            <a:off x="5640446" y="2115139"/>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4" name="Rounded Rectangle 4">
            <a:extLst>
              <a:ext uri="{FF2B5EF4-FFF2-40B4-BE49-F238E27FC236}">
                <a16:creationId xmlns:a16="http://schemas.microsoft.com/office/drawing/2014/main" id="{368BBD9E-4BDE-ACCD-3233-EFC3F691553D}"/>
              </a:ext>
            </a:extLst>
          </p:cNvPr>
          <p:cNvSpPr/>
          <p:nvPr/>
        </p:nvSpPr>
        <p:spPr>
          <a:xfrm>
            <a:off x="7333032" y="205305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8" name="Rectangle 47">
            <a:extLst>
              <a:ext uri="{FF2B5EF4-FFF2-40B4-BE49-F238E27FC236}">
                <a16:creationId xmlns:a16="http://schemas.microsoft.com/office/drawing/2014/main" id="{6369122F-4841-26D8-2D32-1B2994E6209E}"/>
              </a:ext>
            </a:extLst>
          </p:cNvPr>
          <p:cNvSpPr/>
          <p:nvPr/>
        </p:nvSpPr>
        <p:spPr>
          <a:xfrm>
            <a:off x="7333032" y="2115139"/>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51" name="TextBox 50">
            <a:extLst>
              <a:ext uri="{FF2B5EF4-FFF2-40B4-BE49-F238E27FC236}">
                <a16:creationId xmlns:a16="http://schemas.microsoft.com/office/drawing/2014/main" id="{D2EA1BDB-B096-2524-A52C-26D7313C82EA}"/>
              </a:ext>
            </a:extLst>
          </p:cNvPr>
          <p:cNvSpPr txBox="1"/>
          <p:nvPr/>
        </p:nvSpPr>
        <p:spPr>
          <a:xfrm>
            <a:off x="7489919" y="2259521"/>
            <a:ext cx="1108183" cy="246221"/>
          </a:xfrm>
          <a:prstGeom prst="rect">
            <a:avLst/>
          </a:prstGeom>
          <a:no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lang="en-US" sz="1000" b="1" kern="0">
                <a:solidFill>
                  <a:srgbClr val="696969"/>
                </a:solidFill>
                <a:latin typeface="Times New Roman" panose="02020603050405020304" pitchFamily="18" charset="0"/>
                <a:cs typeface="Times New Roman" panose="02020603050405020304" pitchFamily="18" charset="0"/>
              </a:rPr>
              <a:t>Management</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44E098CB-448E-78E9-74C0-2F6B4EA359A4}"/>
              </a:ext>
            </a:extLst>
          </p:cNvPr>
          <p:cNvSpPr txBox="1"/>
          <p:nvPr/>
        </p:nvSpPr>
        <p:spPr>
          <a:xfrm>
            <a:off x="7567051" y="2634330"/>
            <a:ext cx="1031052" cy="369332"/>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0.91</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
        <p:nvSpPr>
          <p:cNvPr id="87" name="TextBox 86">
            <a:extLst>
              <a:ext uri="{FF2B5EF4-FFF2-40B4-BE49-F238E27FC236}">
                <a16:creationId xmlns:a16="http://schemas.microsoft.com/office/drawing/2014/main" id="{031B1D89-870B-A09F-0297-C07932563EE4}"/>
              </a:ext>
            </a:extLst>
          </p:cNvPr>
          <p:cNvSpPr txBox="1"/>
          <p:nvPr/>
        </p:nvSpPr>
        <p:spPr>
          <a:xfrm>
            <a:off x="5134729" y="2115139"/>
            <a:ext cx="184731" cy="1015663"/>
          </a:xfrm>
          <a:prstGeom prst="rect">
            <a:avLst/>
          </a:prstGeom>
          <a:noFill/>
        </p:spPr>
        <p:txBody>
          <a:bodyPr wrap="square" rtlCol="0">
            <a:spAutoFit/>
          </a:bodyPr>
          <a:lstStyle/>
          <a:p>
            <a:r>
              <a:rPr lang="en-US" sz="6000"/>
              <a:t>|</a:t>
            </a:r>
            <a:endParaRPr lang="en-IN" sz="6000"/>
          </a:p>
        </p:txBody>
      </p:sp>
    </p:spTree>
    <p:extLst>
      <p:ext uri="{BB962C8B-B14F-4D97-AF65-F5344CB8AC3E}">
        <p14:creationId xmlns:p14="http://schemas.microsoft.com/office/powerpoint/2010/main" val="414759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F5EFE-F0BE-9A51-E228-6185D941AFC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22A2791-BDB1-17D4-35C5-15558126E3CB}"/>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A1- Not collected from the forecast – July </a:t>
            </a:r>
          </a:p>
        </p:txBody>
      </p:sp>
      <p:sp>
        <p:nvSpPr>
          <p:cNvPr id="3" name="Rectangle: Rounded Corners 2">
            <a:extLst>
              <a:ext uri="{FF2B5EF4-FFF2-40B4-BE49-F238E27FC236}">
                <a16:creationId xmlns:a16="http://schemas.microsoft.com/office/drawing/2014/main" id="{30CBB030-5BE3-52C1-9CD5-17176E24DBDC}"/>
              </a:ext>
            </a:extLst>
          </p:cNvPr>
          <p:cNvSpPr/>
          <p:nvPr/>
        </p:nvSpPr>
        <p:spPr>
          <a:xfrm>
            <a:off x="268683" y="1012722"/>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latin typeface="Times New Roman" panose="02020603050405020304" pitchFamily="18" charset="0"/>
                <a:cs typeface="Times New Roman" panose="02020603050405020304" pitchFamily="18" charset="0"/>
              </a:rPr>
              <a:t>  Reason behind the Rs 4.31 Cr shortfall by Project </a:t>
            </a:r>
          </a:p>
        </p:txBody>
      </p:sp>
      <p:graphicFrame>
        <p:nvGraphicFramePr>
          <p:cNvPr id="4" name="Table 3">
            <a:extLst>
              <a:ext uri="{FF2B5EF4-FFF2-40B4-BE49-F238E27FC236}">
                <a16:creationId xmlns:a16="http://schemas.microsoft.com/office/drawing/2014/main" id="{143F2281-2495-4F66-8E4F-F60083574862}"/>
              </a:ext>
            </a:extLst>
          </p:cNvPr>
          <p:cNvGraphicFramePr>
            <a:graphicFrameLocks noGrp="1"/>
          </p:cNvGraphicFramePr>
          <p:nvPr>
            <p:extLst>
              <p:ext uri="{D42A27DB-BD31-4B8C-83A1-F6EECF244321}">
                <p14:modId xmlns:p14="http://schemas.microsoft.com/office/powerpoint/2010/main" val="2751153018"/>
              </p:ext>
            </p:extLst>
          </p:nvPr>
        </p:nvGraphicFramePr>
        <p:xfrm>
          <a:off x="268682" y="3623682"/>
          <a:ext cx="10989254" cy="2368044"/>
        </p:xfrm>
        <a:graphic>
          <a:graphicData uri="http://schemas.openxmlformats.org/drawingml/2006/table">
            <a:tbl>
              <a:tblPr firstRow="1" bandRow="1">
                <a:tableStyleId>{5C22544A-7EE6-4342-B048-85BDC9FD1C3A}</a:tableStyleId>
              </a:tblPr>
              <a:tblGrid>
                <a:gridCol w="874642">
                  <a:extLst>
                    <a:ext uri="{9D8B030D-6E8A-4147-A177-3AD203B41FA5}">
                      <a16:colId xmlns:a16="http://schemas.microsoft.com/office/drawing/2014/main" val="2569056078"/>
                    </a:ext>
                  </a:extLst>
                </a:gridCol>
                <a:gridCol w="2504788">
                  <a:extLst>
                    <a:ext uri="{9D8B030D-6E8A-4147-A177-3AD203B41FA5}">
                      <a16:colId xmlns:a16="http://schemas.microsoft.com/office/drawing/2014/main" val="3350721099"/>
                    </a:ext>
                  </a:extLst>
                </a:gridCol>
                <a:gridCol w="1363072">
                  <a:extLst>
                    <a:ext uri="{9D8B030D-6E8A-4147-A177-3AD203B41FA5}">
                      <a16:colId xmlns:a16="http://schemas.microsoft.com/office/drawing/2014/main" val="1363093552"/>
                    </a:ext>
                  </a:extLst>
                </a:gridCol>
                <a:gridCol w="1188319">
                  <a:extLst>
                    <a:ext uri="{9D8B030D-6E8A-4147-A177-3AD203B41FA5}">
                      <a16:colId xmlns:a16="http://schemas.microsoft.com/office/drawing/2014/main" val="3104419526"/>
                    </a:ext>
                  </a:extLst>
                </a:gridCol>
                <a:gridCol w="5058433">
                  <a:extLst>
                    <a:ext uri="{9D8B030D-6E8A-4147-A177-3AD203B41FA5}">
                      <a16:colId xmlns:a16="http://schemas.microsoft.com/office/drawing/2014/main" val="1026927331"/>
                    </a:ext>
                  </a:extLst>
                </a:gridCol>
              </a:tblGrid>
              <a:tr h="348882">
                <a:tc>
                  <a:txBody>
                    <a:bodyPr/>
                    <a:lstStyle/>
                    <a:p>
                      <a:pPr algn="ctr"/>
                      <a:r>
                        <a:rPr lang="en-IN">
                          <a:latin typeface="Times New Roman" panose="02020603050405020304" pitchFamily="18" charset="0"/>
                          <a:cs typeface="Times New Roman" panose="02020603050405020304" pitchFamily="18" charset="0"/>
                        </a:rPr>
                        <a:t>Sr.no</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Category</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Project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Amount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Reason</a:t>
                      </a:r>
                    </a:p>
                  </a:txBody>
                  <a:tcPr>
                    <a:solidFill>
                      <a:srgbClr val="5B0C15"/>
                    </a:solidFill>
                  </a:tcPr>
                </a:tc>
                <a:extLst>
                  <a:ext uri="{0D108BD9-81ED-4DB2-BD59-A6C34878D82A}">
                    <a16:rowId xmlns:a16="http://schemas.microsoft.com/office/drawing/2014/main" val="2368263038"/>
                  </a:ext>
                </a:extLst>
              </a:tr>
              <a:tr h="935484">
                <a:tc>
                  <a:txBody>
                    <a:bodyPr/>
                    <a:lstStyle/>
                    <a:p>
                      <a:pPr algn="ctr"/>
                      <a:r>
                        <a:rPr lang="en-US" sz="1500">
                          <a:latin typeface="Times New Roman" panose="02020603050405020304" pitchFamily="18" charset="0"/>
                          <a:cs typeface="Times New Roman" panose="02020603050405020304" pitchFamily="18" charset="0"/>
                        </a:rPr>
                        <a:t>5</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IN" sz="1500">
                          <a:latin typeface="Times New Roman" panose="02020603050405020304" pitchFamily="18" charset="0"/>
                          <a:cs typeface="Times New Roman" panose="02020603050405020304" pitchFamily="18" charset="0"/>
                        </a:rPr>
                        <a:t>New Slab/Time linked</a:t>
                      </a:r>
                    </a:p>
                  </a:txBody>
                  <a:tcPr anchor="ctr"/>
                </a:tc>
                <a:tc>
                  <a:txBody>
                    <a:bodyPr/>
                    <a:lstStyle/>
                    <a:p>
                      <a:pPr algn="ctr"/>
                      <a:r>
                        <a:rPr lang="en-IN" sz="1500">
                          <a:latin typeface="Times New Roman" panose="02020603050405020304" pitchFamily="18" charset="0"/>
                          <a:cs typeface="Times New Roman" panose="02020603050405020304" pitchFamily="18" charset="0"/>
                        </a:rPr>
                        <a:t>Vista</a:t>
                      </a:r>
                    </a:p>
                  </a:txBody>
                  <a:tcPr anchor="ctr"/>
                </a:tc>
                <a:tc>
                  <a:txBody>
                    <a:bodyPr/>
                    <a:lstStyle/>
                    <a:p>
                      <a:pPr algn="ctr"/>
                      <a:r>
                        <a:rPr lang="en-IN" sz="1500">
                          <a:latin typeface="Times New Roman" panose="02020603050405020304" pitchFamily="18" charset="0"/>
                          <a:cs typeface="Times New Roman" panose="02020603050405020304" pitchFamily="18" charset="0"/>
                        </a:rPr>
                        <a:t>0.52</a:t>
                      </a:r>
                    </a:p>
                  </a:txBody>
                  <a:tcPr anchor="ctr"/>
                </a:tc>
                <a:tc>
                  <a:txBody>
                    <a:bodyPr/>
                    <a:lstStyle/>
                    <a:p>
                      <a:r>
                        <a:rPr lang="en-US" sz="1600" b="0" i="0" u="none" strike="noStrike">
                          <a:solidFill>
                            <a:srgbClr val="000000"/>
                          </a:solidFill>
                          <a:effectLst/>
                          <a:latin typeface="Times New Roman" panose="02020603050405020304" pitchFamily="18" charset="0"/>
                        </a:rPr>
                        <a:t>406 - Ishwar Omkar Phulwariya - 0.52</a:t>
                      </a:r>
                      <a:r>
                        <a:rPr lang="en-US" sz="1600" b="1" i="0" u="none" strike="noStrike">
                          <a:solidFill>
                            <a:srgbClr val="000000"/>
                          </a:solidFill>
                          <a:effectLst/>
                          <a:latin typeface="Times New Roman" panose="02020603050405020304" pitchFamily="18" charset="0"/>
                        </a:rPr>
                        <a:t> – </a:t>
                      </a:r>
                      <a:r>
                        <a:rPr lang="en-US" sz="1600" b="0" i="0" u="none" strike="noStrike">
                          <a:solidFill>
                            <a:srgbClr val="000000"/>
                          </a:solidFill>
                          <a:effectLst/>
                          <a:latin typeface="Times New Roman" panose="02020603050405020304" pitchFamily="18" charset="0"/>
                        </a:rPr>
                        <a:t>Fund Issue</a:t>
                      </a:r>
                      <a:endParaRPr lang="en-IN" sz="150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741894824"/>
                  </a:ext>
                </a:extLst>
              </a:tr>
              <a:tr h="889149">
                <a:tc>
                  <a:txBody>
                    <a:bodyPr/>
                    <a:lstStyle/>
                    <a:p>
                      <a:pPr algn="ctr"/>
                      <a:r>
                        <a:rPr lang="en-US" sz="1500">
                          <a:latin typeface="Times New Roman" panose="02020603050405020304" pitchFamily="18" charset="0"/>
                          <a:cs typeface="Times New Roman" panose="02020603050405020304" pitchFamily="18" charset="0"/>
                        </a:rPr>
                        <a:t>6</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500">
                          <a:latin typeface="Times New Roman" panose="02020603050405020304" pitchFamily="18" charset="0"/>
                          <a:cs typeface="Times New Roman" panose="02020603050405020304" pitchFamily="18" charset="0"/>
                        </a:rPr>
                        <a:t>Expected Registration</a:t>
                      </a:r>
                    </a:p>
                  </a:txBody>
                  <a:tcPr anchor="ctr"/>
                </a:tc>
                <a:tc>
                  <a:txBody>
                    <a:bodyPr/>
                    <a:lstStyle/>
                    <a:p>
                      <a:pPr algn="ctr"/>
                      <a:r>
                        <a:rPr lang="en-IN" sz="1500">
                          <a:latin typeface="Times New Roman" panose="02020603050405020304" pitchFamily="18" charset="0"/>
                          <a:cs typeface="Times New Roman" panose="02020603050405020304" pitchFamily="18" charset="0"/>
                        </a:rPr>
                        <a:t>Vista</a:t>
                      </a:r>
                    </a:p>
                  </a:txBody>
                  <a:tcPr anchor="ctr"/>
                </a:tc>
                <a:tc>
                  <a:txBody>
                    <a:bodyPr/>
                    <a:lstStyle/>
                    <a:p>
                      <a:pPr algn="ctr"/>
                      <a:r>
                        <a:rPr lang="en-IN" sz="1500">
                          <a:latin typeface="Times New Roman" panose="02020603050405020304" pitchFamily="18" charset="0"/>
                          <a:cs typeface="Times New Roman" panose="02020603050405020304" pitchFamily="18" charset="0"/>
                        </a:rPr>
                        <a:t>0.35</a:t>
                      </a:r>
                    </a:p>
                  </a:txBody>
                  <a:tcPr anchor="ctr"/>
                </a:tc>
                <a:tc>
                  <a:txBody>
                    <a:bodyPr/>
                    <a:lstStyle/>
                    <a:p>
                      <a:r>
                        <a:rPr lang="en-US" sz="1600" b="0" i="0" u="none" strike="noStrike">
                          <a:solidFill>
                            <a:srgbClr val="000000"/>
                          </a:solidFill>
                          <a:effectLst/>
                          <a:latin typeface="Times New Roman" panose="02020603050405020304" pitchFamily="18" charset="0"/>
                        </a:rPr>
                        <a:t>306 - Naresh Rampal </a:t>
                      </a:r>
                      <a:r>
                        <a:rPr lang="en-US" sz="1600" b="0" i="0" u="none" strike="noStrike" err="1">
                          <a:solidFill>
                            <a:srgbClr val="000000"/>
                          </a:solidFill>
                          <a:effectLst/>
                          <a:latin typeface="Times New Roman" panose="02020603050405020304" pitchFamily="18" charset="0"/>
                        </a:rPr>
                        <a:t>Sunariwal</a:t>
                      </a:r>
                      <a:r>
                        <a:rPr lang="en-US" sz="1600" b="0" i="0" u="none" strike="noStrike">
                          <a:solidFill>
                            <a:srgbClr val="000000"/>
                          </a:solidFill>
                          <a:effectLst/>
                          <a:latin typeface="Times New Roman" panose="02020603050405020304" pitchFamily="18" charset="0"/>
                        </a:rPr>
                        <a:t> - Short Disbursement done from SBI due to client's OCR pending. Client is going to clear his OCR in 3rd week of August Post which part disbursement will happen by month end. </a:t>
                      </a:r>
                      <a:endParaRPr lang="en-IN" sz="1500" b="1">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344749"/>
                  </a:ext>
                </a:extLst>
              </a:tr>
            </a:tbl>
          </a:graphicData>
        </a:graphic>
      </p:graphicFrame>
      <p:sp>
        <p:nvSpPr>
          <p:cNvPr id="6" name="Rounded Rectangle 4">
            <a:extLst>
              <a:ext uri="{FF2B5EF4-FFF2-40B4-BE49-F238E27FC236}">
                <a16:creationId xmlns:a16="http://schemas.microsoft.com/office/drawing/2014/main" id="{FD7ED2DE-3F00-E1D4-C2D8-CE750A391E31}"/>
              </a:ext>
            </a:extLst>
          </p:cNvPr>
          <p:cNvSpPr/>
          <p:nvPr/>
        </p:nvSpPr>
        <p:spPr>
          <a:xfrm>
            <a:off x="268682" y="2164573"/>
            <a:ext cx="1490472" cy="103148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0A6952C-472F-A818-24AD-08883AFE9BD9}"/>
              </a:ext>
            </a:extLst>
          </p:cNvPr>
          <p:cNvSpPr txBox="1"/>
          <p:nvPr/>
        </p:nvSpPr>
        <p:spPr>
          <a:xfrm>
            <a:off x="284391" y="2281813"/>
            <a:ext cx="1401346"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E</a:t>
            </a:r>
            <a:r>
              <a:rPr kumimoji="0" lang="en-IN" sz="1000" b="1" i="0" u="none" strike="noStrike" kern="0" cap="none" spc="0" normalizeH="0" baseline="0" noProof="0" err="1">
                <a:ln>
                  <a:noFill/>
                </a:ln>
                <a:solidFill>
                  <a:srgbClr val="696969"/>
                </a:solidFill>
                <a:effectLst/>
                <a:uLnTx/>
                <a:uFillTx/>
                <a:latin typeface="Times New Roman" panose="02020603050405020304" pitchFamily="18" charset="0"/>
                <a:cs typeface="Times New Roman" panose="02020603050405020304" pitchFamily="18" charset="0"/>
              </a:rPr>
              <a:t>xpected</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Registration</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A4F1A65-BEFB-AB20-2CC4-FCAB150BDCFD}"/>
              </a:ext>
            </a:extLst>
          </p:cNvPr>
          <p:cNvSpPr txBox="1"/>
          <p:nvPr/>
        </p:nvSpPr>
        <p:spPr>
          <a:xfrm>
            <a:off x="378410" y="2647419"/>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3.37</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
        <p:nvSpPr>
          <p:cNvPr id="12" name="Rounded Rectangle 8">
            <a:extLst>
              <a:ext uri="{FF2B5EF4-FFF2-40B4-BE49-F238E27FC236}">
                <a16:creationId xmlns:a16="http://schemas.microsoft.com/office/drawing/2014/main" id="{68A1DE2B-BEBF-D085-A035-F16F151538A9}"/>
              </a:ext>
            </a:extLst>
          </p:cNvPr>
          <p:cNvSpPr/>
          <p:nvPr/>
        </p:nvSpPr>
        <p:spPr>
          <a:xfrm>
            <a:off x="1878025" y="2164573"/>
            <a:ext cx="1490472" cy="103148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D5A14A43-7F9F-8448-CDEE-CB2128F369DC}"/>
              </a:ext>
            </a:extLst>
          </p:cNvPr>
          <p:cNvSpPr txBox="1"/>
          <p:nvPr/>
        </p:nvSpPr>
        <p:spPr>
          <a:xfrm>
            <a:off x="1987753" y="2315781"/>
            <a:ext cx="742511"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pill Over</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72DCE0E7-449C-AF20-01D0-3E85906DEE46}"/>
              </a:ext>
            </a:extLst>
          </p:cNvPr>
          <p:cNvSpPr txBox="1"/>
          <p:nvPr/>
        </p:nvSpPr>
        <p:spPr>
          <a:xfrm>
            <a:off x="1987753" y="2647419"/>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₹0.41</a:t>
            </a:r>
            <a:r>
              <a:rPr kumimoji="0"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Cr</a:t>
            </a:r>
          </a:p>
        </p:txBody>
      </p:sp>
      <p:sp>
        <p:nvSpPr>
          <p:cNvPr id="24" name="Rounded Rectangle 12">
            <a:extLst>
              <a:ext uri="{FF2B5EF4-FFF2-40B4-BE49-F238E27FC236}">
                <a16:creationId xmlns:a16="http://schemas.microsoft.com/office/drawing/2014/main" id="{A169A83F-4155-C006-B192-46CCE78F9716}"/>
              </a:ext>
            </a:extLst>
          </p:cNvPr>
          <p:cNvSpPr/>
          <p:nvPr/>
        </p:nvSpPr>
        <p:spPr>
          <a:xfrm>
            <a:off x="3487369" y="2164573"/>
            <a:ext cx="1490472" cy="103148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AE3E97AF-8347-99EC-5291-CA10BA999254}"/>
              </a:ext>
            </a:extLst>
          </p:cNvPr>
          <p:cNvSpPr/>
          <p:nvPr/>
        </p:nvSpPr>
        <p:spPr>
          <a:xfrm>
            <a:off x="3487369" y="2121946"/>
            <a:ext cx="1490472" cy="82296"/>
          </a:xfrm>
          <a:prstGeom prst="rect">
            <a:avLst/>
          </a:prstGeom>
          <a:solidFill>
            <a:srgbClr val="CAA32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E49DF719-3395-4BCB-928C-0C3A96D3AFB5}"/>
              </a:ext>
            </a:extLst>
          </p:cNvPr>
          <p:cNvSpPr txBox="1"/>
          <p:nvPr/>
        </p:nvSpPr>
        <p:spPr>
          <a:xfrm>
            <a:off x="3597097" y="2315781"/>
            <a:ext cx="1362874"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New slab/ time linked</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3B04A10D-A5F5-2081-9981-B1ACEA5769E5}"/>
              </a:ext>
            </a:extLst>
          </p:cNvPr>
          <p:cNvSpPr txBox="1"/>
          <p:nvPr/>
        </p:nvSpPr>
        <p:spPr>
          <a:xfrm>
            <a:off x="3597097" y="2647419"/>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rPr>
              <a:t>₹</a:t>
            </a:r>
            <a:r>
              <a:rPr lang="en-US" b="1" kern="0">
                <a:solidFill>
                  <a:srgbClr val="CAA323"/>
                </a:solidFill>
                <a:latin typeface="Times New Roman" panose="02020603050405020304" pitchFamily="18" charset="0"/>
                <a:cs typeface="Times New Roman" panose="02020603050405020304" pitchFamily="18" charset="0"/>
              </a:rPr>
              <a:t>0.52</a:t>
            </a:r>
            <a:r>
              <a:rPr kumimoji="0"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rPr>
              <a:t> Cr</a:t>
            </a:r>
          </a:p>
        </p:txBody>
      </p:sp>
      <p:sp>
        <p:nvSpPr>
          <p:cNvPr id="40" name="Rectangle 39">
            <a:extLst>
              <a:ext uri="{FF2B5EF4-FFF2-40B4-BE49-F238E27FC236}">
                <a16:creationId xmlns:a16="http://schemas.microsoft.com/office/drawing/2014/main" id="{A217FFAF-F67D-B956-73BF-0B1BA4D501D2}"/>
              </a:ext>
            </a:extLst>
          </p:cNvPr>
          <p:cNvSpPr/>
          <p:nvPr/>
        </p:nvSpPr>
        <p:spPr>
          <a:xfrm>
            <a:off x="268682" y="2121946"/>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78A91E29-6861-CDC6-9804-DCF799198188}"/>
              </a:ext>
            </a:extLst>
          </p:cNvPr>
          <p:cNvSpPr/>
          <p:nvPr/>
        </p:nvSpPr>
        <p:spPr>
          <a:xfrm>
            <a:off x="1878025" y="2121946"/>
            <a:ext cx="1490472" cy="82296"/>
          </a:xfrm>
          <a:prstGeom prst="rect">
            <a:avLst/>
          </a:prstGeom>
          <a:solidFill>
            <a:srgbClr val="696969"/>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E7EDF19D-98C4-A432-13BE-EFE85182DD58}"/>
              </a:ext>
            </a:extLst>
          </p:cNvPr>
          <p:cNvSpPr txBox="1"/>
          <p:nvPr/>
        </p:nvSpPr>
        <p:spPr>
          <a:xfrm>
            <a:off x="5134729" y="2126498"/>
            <a:ext cx="184731" cy="1015663"/>
          </a:xfrm>
          <a:prstGeom prst="rect">
            <a:avLst/>
          </a:prstGeom>
          <a:noFill/>
        </p:spPr>
        <p:txBody>
          <a:bodyPr wrap="square" rtlCol="0">
            <a:spAutoFit/>
          </a:bodyPr>
          <a:lstStyle/>
          <a:p>
            <a:r>
              <a:rPr lang="en-US" sz="6000"/>
              <a:t>|</a:t>
            </a:r>
            <a:endParaRPr lang="en-IN" sz="6000"/>
          </a:p>
        </p:txBody>
      </p:sp>
      <p:sp>
        <p:nvSpPr>
          <p:cNvPr id="18" name="Rounded Rectangle 4">
            <a:extLst>
              <a:ext uri="{FF2B5EF4-FFF2-40B4-BE49-F238E27FC236}">
                <a16:creationId xmlns:a16="http://schemas.microsoft.com/office/drawing/2014/main" id="{07E3CFCB-407E-0ADB-6F23-C7B4B0A9E6F6}"/>
              </a:ext>
            </a:extLst>
          </p:cNvPr>
          <p:cNvSpPr/>
          <p:nvPr/>
        </p:nvSpPr>
        <p:spPr>
          <a:xfrm>
            <a:off x="5640446" y="205305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C23EB833-EF57-A32C-983D-609D3D5E2BD0}"/>
              </a:ext>
            </a:extLst>
          </p:cNvPr>
          <p:cNvSpPr txBox="1"/>
          <p:nvPr/>
        </p:nvSpPr>
        <p:spPr>
          <a:xfrm>
            <a:off x="5763308" y="2274222"/>
            <a:ext cx="1108183" cy="246221"/>
          </a:xfrm>
          <a:prstGeom prst="rect">
            <a:avLst/>
          </a:prstGeom>
          <a:no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Sales</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34" name="TextBox 33">
            <a:extLst>
              <a:ext uri="{FF2B5EF4-FFF2-40B4-BE49-F238E27FC236}">
                <a16:creationId xmlns:a16="http://schemas.microsoft.com/office/drawing/2014/main" id="{5B414322-CA4B-889C-F986-47B7BD85D746}"/>
              </a:ext>
            </a:extLst>
          </p:cNvPr>
          <p:cNvSpPr txBox="1"/>
          <p:nvPr/>
        </p:nvSpPr>
        <p:spPr>
          <a:xfrm>
            <a:off x="5840440" y="2628791"/>
            <a:ext cx="1031052" cy="369332"/>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2.11</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
        <p:nvSpPr>
          <p:cNvPr id="42" name="Rectangle 41">
            <a:extLst>
              <a:ext uri="{FF2B5EF4-FFF2-40B4-BE49-F238E27FC236}">
                <a16:creationId xmlns:a16="http://schemas.microsoft.com/office/drawing/2014/main" id="{F8E81AE9-19C7-0F40-6CFB-EC499F9C853B}"/>
              </a:ext>
            </a:extLst>
          </p:cNvPr>
          <p:cNvSpPr/>
          <p:nvPr/>
        </p:nvSpPr>
        <p:spPr>
          <a:xfrm>
            <a:off x="5640446" y="2115139"/>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6" name="Rounded Rectangle 4">
            <a:extLst>
              <a:ext uri="{FF2B5EF4-FFF2-40B4-BE49-F238E27FC236}">
                <a16:creationId xmlns:a16="http://schemas.microsoft.com/office/drawing/2014/main" id="{A966601E-FA43-977E-3D80-2C3947BDD78F}"/>
              </a:ext>
            </a:extLst>
          </p:cNvPr>
          <p:cNvSpPr/>
          <p:nvPr/>
        </p:nvSpPr>
        <p:spPr>
          <a:xfrm>
            <a:off x="7333032" y="205305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8" name="Rectangle 47">
            <a:extLst>
              <a:ext uri="{FF2B5EF4-FFF2-40B4-BE49-F238E27FC236}">
                <a16:creationId xmlns:a16="http://schemas.microsoft.com/office/drawing/2014/main" id="{6ACF9FB0-47BC-7BFA-5CBD-0EA14CA6F884}"/>
              </a:ext>
            </a:extLst>
          </p:cNvPr>
          <p:cNvSpPr/>
          <p:nvPr/>
        </p:nvSpPr>
        <p:spPr>
          <a:xfrm>
            <a:off x="7333032" y="2115139"/>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1D379B48-AA17-726A-83B1-66B5670F061B}"/>
              </a:ext>
            </a:extLst>
          </p:cNvPr>
          <p:cNvSpPr txBox="1"/>
          <p:nvPr/>
        </p:nvSpPr>
        <p:spPr>
          <a:xfrm>
            <a:off x="7489919" y="2259521"/>
            <a:ext cx="1108183" cy="246221"/>
          </a:xfrm>
          <a:prstGeom prst="rect">
            <a:avLst/>
          </a:prstGeom>
          <a:no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lang="en-US" sz="1000" b="1" kern="0">
                <a:solidFill>
                  <a:srgbClr val="696969"/>
                </a:solidFill>
                <a:latin typeface="Times New Roman" panose="02020603050405020304" pitchFamily="18" charset="0"/>
                <a:cs typeface="Times New Roman" panose="02020603050405020304" pitchFamily="18" charset="0"/>
              </a:rPr>
              <a:t>Management</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52" name="TextBox 51">
            <a:extLst>
              <a:ext uri="{FF2B5EF4-FFF2-40B4-BE49-F238E27FC236}">
                <a16:creationId xmlns:a16="http://schemas.microsoft.com/office/drawing/2014/main" id="{EC6EBF81-4BA8-2BDE-48A9-CEE484922558}"/>
              </a:ext>
            </a:extLst>
          </p:cNvPr>
          <p:cNvSpPr txBox="1"/>
          <p:nvPr/>
        </p:nvSpPr>
        <p:spPr>
          <a:xfrm>
            <a:off x="7567051" y="2634330"/>
            <a:ext cx="1031052" cy="369332"/>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0.91</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Tree>
    <p:extLst>
      <p:ext uri="{BB962C8B-B14F-4D97-AF65-F5344CB8AC3E}">
        <p14:creationId xmlns:p14="http://schemas.microsoft.com/office/powerpoint/2010/main" val="10712642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A20DF-431F-8938-F090-CCFD4E7A5AC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7F1F5D9-B89E-AA18-6144-81D90D5F9B45}"/>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A1- Not collected from the forecast – July </a:t>
            </a:r>
          </a:p>
        </p:txBody>
      </p:sp>
      <p:sp>
        <p:nvSpPr>
          <p:cNvPr id="3" name="Rectangle: Rounded Corners 2">
            <a:extLst>
              <a:ext uri="{FF2B5EF4-FFF2-40B4-BE49-F238E27FC236}">
                <a16:creationId xmlns:a16="http://schemas.microsoft.com/office/drawing/2014/main" id="{0DB1C1F0-DADD-F96B-E51F-A04C414AB3A0}"/>
              </a:ext>
            </a:extLst>
          </p:cNvPr>
          <p:cNvSpPr/>
          <p:nvPr/>
        </p:nvSpPr>
        <p:spPr>
          <a:xfrm>
            <a:off x="268683" y="1012722"/>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latin typeface="Times New Roman" panose="02020603050405020304" pitchFamily="18" charset="0"/>
                <a:cs typeface="Times New Roman" panose="02020603050405020304" pitchFamily="18" charset="0"/>
              </a:rPr>
              <a:t>  Reason behind the Rs 4.31 Cr shortfall by Project </a:t>
            </a:r>
          </a:p>
        </p:txBody>
      </p:sp>
      <p:graphicFrame>
        <p:nvGraphicFramePr>
          <p:cNvPr id="4" name="Table 3">
            <a:extLst>
              <a:ext uri="{FF2B5EF4-FFF2-40B4-BE49-F238E27FC236}">
                <a16:creationId xmlns:a16="http://schemas.microsoft.com/office/drawing/2014/main" id="{180E4F2E-4711-0EE2-C8AF-35185FA22A81}"/>
              </a:ext>
            </a:extLst>
          </p:cNvPr>
          <p:cNvGraphicFramePr>
            <a:graphicFrameLocks noGrp="1"/>
          </p:cNvGraphicFramePr>
          <p:nvPr>
            <p:extLst>
              <p:ext uri="{D42A27DB-BD31-4B8C-83A1-F6EECF244321}">
                <p14:modId xmlns:p14="http://schemas.microsoft.com/office/powerpoint/2010/main" val="2204328422"/>
              </p:ext>
            </p:extLst>
          </p:nvPr>
        </p:nvGraphicFramePr>
        <p:xfrm>
          <a:off x="268684" y="3623682"/>
          <a:ext cx="10989253" cy="3033207"/>
        </p:xfrm>
        <a:graphic>
          <a:graphicData uri="http://schemas.openxmlformats.org/drawingml/2006/table">
            <a:tbl>
              <a:tblPr firstRow="1" bandRow="1">
                <a:tableStyleId>{5C22544A-7EE6-4342-B048-85BDC9FD1C3A}</a:tableStyleId>
              </a:tblPr>
              <a:tblGrid>
                <a:gridCol w="874642">
                  <a:extLst>
                    <a:ext uri="{9D8B030D-6E8A-4147-A177-3AD203B41FA5}">
                      <a16:colId xmlns:a16="http://schemas.microsoft.com/office/drawing/2014/main" val="2569056078"/>
                    </a:ext>
                  </a:extLst>
                </a:gridCol>
                <a:gridCol w="2504788">
                  <a:extLst>
                    <a:ext uri="{9D8B030D-6E8A-4147-A177-3AD203B41FA5}">
                      <a16:colId xmlns:a16="http://schemas.microsoft.com/office/drawing/2014/main" val="3350721099"/>
                    </a:ext>
                  </a:extLst>
                </a:gridCol>
                <a:gridCol w="1363072">
                  <a:extLst>
                    <a:ext uri="{9D8B030D-6E8A-4147-A177-3AD203B41FA5}">
                      <a16:colId xmlns:a16="http://schemas.microsoft.com/office/drawing/2014/main" val="1363093552"/>
                    </a:ext>
                  </a:extLst>
                </a:gridCol>
                <a:gridCol w="1188319">
                  <a:extLst>
                    <a:ext uri="{9D8B030D-6E8A-4147-A177-3AD203B41FA5}">
                      <a16:colId xmlns:a16="http://schemas.microsoft.com/office/drawing/2014/main" val="3104419526"/>
                    </a:ext>
                  </a:extLst>
                </a:gridCol>
                <a:gridCol w="5058432">
                  <a:extLst>
                    <a:ext uri="{9D8B030D-6E8A-4147-A177-3AD203B41FA5}">
                      <a16:colId xmlns:a16="http://schemas.microsoft.com/office/drawing/2014/main" val="1026927331"/>
                    </a:ext>
                  </a:extLst>
                </a:gridCol>
              </a:tblGrid>
              <a:tr h="348882">
                <a:tc>
                  <a:txBody>
                    <a:bodyPr/>
                    <a:lstStyle/>
                    <a:p>
                      <a:pPr algn="ctr"/>
                      <a:r>
                        <a:rPr lang="en-IN">
                          <a:latin typeface="Times New Roman" panose="02020603050405020304" pitchFamily="18" charset="0"/>
                          <a:cs typeface="Times New Roman" panose="02020603050405020304" pitchFamily="18" charset="0"/>
                        </a:rPr>
                        <a:t>Sr.no</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Category</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Project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Amount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Reason</a:t>
                      </a:r>
                    </a:p>
                  </a:txBody>
                  <a:tcPr>
                    <a:solidFill>
                      <a:srgbClr val="5B0C15"/>
                    </a:solidFill>
                  </a:tcPr>
                </a:tc>
                <a:extLst>
                  <a:ext uri="{0D108BD9-81ED-4DB2-BD59-A6C34878D82A}">
                    <a16:rowId xmlns:a16="http://schemas.microsoft.com/office/drawing/2014/main" val="2368263038"/>
                  </a:ext>
                </a:extLst>
              </a:tr>
              <a:tr h="889149">
                <a:tc>
                  <a:txBody>
                    <a:bodyPr/>
                    <a:lstStyle/>
                    <a:p>
                      <a:pPr algn="ctr"/>
                      <a:r>
                        <a:rPr lang="en-US" sz="1500">
                          <a:latin typeface="Times New Roman" panose="02020603050405020304" pitchFamily="18" charset="0"/>
                          <a:cs typeface="Times New Roman" panose="02020603050405020304" pitchFamily="18" charset="0"/>
                        </a:rPr>
                        <a:t>7</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500">
                          <a:latin typeface="Times New Roman" panose="02020603050405020304" pitchFamily="18" charset="0"/>
                          <a:cs typeface="Times New Roman" panose="02020603050405020304" pitchFamily="18" charset="0"/>
                        </a:rPr>
                        <a:t>Spill Over</a:t>
                      </a:r>
                    </a:p>
                  </a:txBody>
                  <a:tcPr anchor="ctr"/>
                </a:tc>
                <a:tc>
                  <a:txBody>
                    <a:bodyPr/>
                    <a:lstStyle/>
                    <a:p>
                      <a:pPr algn="ctr"/>
                      <a:r>
                        <a:rPr lang="en-IN" sz="1500">
                          <a:latin typeface="Times New Roman" panose="02020603050405020304" pitchFamily="18" charset="0"/>
                          <a:cs typeface="Times New Roman" panose="02020603050405020304" pitchFamily="18" charset="0"/>
                        </a:rPr>
                        <a:t>Vista</a:t>
                      </a:r>
                    </a:p>
                  </a:txBody>
                  <a:tcPr anchor="ctr"/>
                </a:tc>
                <a:tc>
                  <a:txBody>
                    <a:bodyPr/>
                    <a:lstStyle/>
                    <a:p>
                      <a:pPr algn="ctr"/>
                      <a:r>
                        <a:rPr lang="en-IN" sz="1500">
                          <a:latin typeface="Times New Roman" panose="02020603050405020304" pitchFamily="18" charset="0"/>
                          <a:cs typeface="Times New Roman" panose="02020603050405020304" pitchFamily="18" charset="0"/>
                        </a:rPr>
                        <a:t>0.05</a:t>
                      </a:r>
                    </a:p>
                  </a:txBody>
                  <a:tcPr anchor="ctr"/>
                </a:tc>
                <a:tc>
                  <a:txBody>
                    <a:bodyPr/>
                    <a:lstStyle/>
                    <a:p>
                      <a:r>
                        <a:rPr lang="en-US" sz="1600" b="0" i="0" u="none" strike="noStrike">
                          <a:solidFill>
                            <a:srgbClr val="000000"/>
                          </a:solidFill>
                          <a:effectLst/>
                          <a:latin typeface="Times New Roman" panose="02020603050405020304" pitchFamily="18" charset="0"/>
                        </a:rPr>
                        <a:t>806 – Shobha Kamat – 0.05</a:t>
                      </a:r>
                      <a:endParaRPr lang="en-IN" sz="1500" b="1">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344749"/>
                  </a:ext>
                </a:extLst>
              </a:tr>
              <a:tr h="889149">
                <a:tc>
                  <a:txBody>
                    <a:bodyPr/>
                    <a:lstStyle/>
                    <a:p>
                      <a:pPr algn="ctr"/>
                      <a:r>
                        <a:rPr lang="en-US" sz="1500">
                          <a:latin typeface="Times New Roman" panose="02020603050405020304" pitchFamily="18" charset="0"/>
                          <a:cs typeface="Times New Roman" panose="02020603050405020304" pitchFamily="18" charset="0"/>
                        </a:rPr>
                        <a:t>8</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500">
                          <a:latin typeface="Times New Roman" panose="02020603050405020304" pitchFamily="18" charset="0"/>
                          <a:cs typeface="Times New Roman" panose="02020603050405020304" pitchFamily="18" charset="0"/>
                        </a:rPr>
                        <a:t>Spill Over</a:t>
                      </a:r>
                    </a:p>
                  </a:txBody>
                  <a:tcPr anchor="ctr"/>
                </a:tc>
                <a:tc>
                  <a:txBody>
                    <a:bodyPr/>
                    <a:lstStyle/>
                    <a:p>
                      <a:pPr algn="ctr"/>
                      <a:r>
                        <a:rPr lang="en-IN" sz="1500">
                          <a:latin typeface="Times New Roman" panose="02020603050405020304" pitchFamily="18" charset="0"/>
                          <a:cs typeface="Times New Roman" panose="02020603050405020304" pitchFamily="18" charset="0"/>
                        </a:rPr>
                        <a:t>Enclave</a:t>
                      </a:r>
                    </a:p>
                  </a:txBody>
                  <a:tcPr anchor="ctr"/>
                </a:tc>
                <a:tc>
                  <a:txBody>
                    <a:bodyPr/>
                    <a:lstStyle/>
                    <a:p>
                      <a:pPr algn="ctr"/>
                      <a:r>
                        <a:rPr lang="en-IN" sz="1500">
                          <a:latin typeface="Times New Roman" panose="02020603050405020304" pitchFamily="18" charset="0"/>
                          <a:cs typeface="Times New Roman" panose="02020603050405020304" pitchFamily="18" charset="0"/>
                        </a:rPr>
                        <a:t>0.19</a:t>
                      </a:r>
                    </a:p>
                  </a:txBody>
                  <a:tcPr anchor="ctr"/>
                </a:tc>
                <a:tc>
                  <a:txBody>
                    <a:bodyPr/>
                    <a:lstStyle/>
                    <a:p>
                      <a:pPr algn="l" fontAlgn="ctr">
                        <a:lnSpc>
                          <a:spcPct val="150000"/>
                        </a:lnSpc>
                      </a:pPr>
                      <a:r>
                        <a:rPr lang="en-IN" sz="1600" b="0" i="0" u="none" strike="noStrike">
                          <a:solidFill>
                            <a:srgbClr val="000000"/>
                          </a:solidFill>
                          <a:effectLst/>
                          <a:latin typeface="Times New Roman"/>
                        </a:rPr>
                        <a:t>| 1702- Suresh Keshav Gupta - </a:t>
                      </a:r>
                      <a:r>
                        <a:rPr lang="en-US" sz="1600" b="0" i="0" u="none" strike="noStrike">
                          <a:solidFill>
                            <a:srgbClr val="000000"/>
                          </a:solidFill>
                          <a:effectLst/>
                          <a:latin typeface="Times New Roman"/>
                        </a:rPr>
                        <a:t>Fund issues | Client gave PDC's dated 5 Aug &amp; 9 Sept 2026</a:t>
                      </a:r>
                    </a:p>
                  </a:txBody>
                  <a:tcPr anchor="ctr"/>
                </a:tc>
                <a:extLst>
                  <a:ext uri="{0D108BD9-81ED-4DB2-BD59-A6C34878D82A}">
                    <a16:rowId xmlns:a16="http://schemas.microsoft.com/office/drawing/2014/main" val="2132205210"/>
                  </a:ext>
                </a:extLst>
              </a:tr>
              <a:tr h="889149">
                <a:tc>
                  <a:txBody>
                    <a:bodyPr/>
                    <a:lstStyle/>
                    <a:p>
                      <a:pPr algn="ctr"/>
                      <a:r>
                        <a:rPr lang="en-US" sz="1500">
                          <a:latin typeface="Times New Roman" panose="02020603050405020304" pitchFamily="18" charset="0"/>
                          <a:cs typeface="Times New Roman" panose="02020603050405020304" pitchFamily="18" charset="0"/>
                        </a:rPr>
                        <a:t>9</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500">
                          <a:latin typeface="Times New Roman" panose="02020603050405020304" pitchFamily="18" charset="0"/>
                          <a:cs typeface="Times New Roman" panose="02020603050405020304" pitchFamily="18" charset="0"/>
                        </a:rPr>
                        <a:t>Spill Over</a:t>
                      </a:r>
                    </a:p>
                  </a:txBody>
                  <a:tcPr anchor="ctr"/>
                </a:tc>
                <a:tc>
                  <a:txBody>
                    <a:bodyPr/>
                    <a:lstStyle/>
                    <a:p>
                      <a:pPr algn="ctr"/>
                      <a:r>
                        <a:rPr lang="en-IN" sz="1500">
                          <a:latin typeface="Times New Roman" panose="02020603050405020304" pitchFamily="18" charset="0"/>
                          <a:cs typeface="Times New Roman" panose="02020603050405020304" pitchFamily="18" charset="0"/>
                        </a:rPr>
                        <a:t>Parijat</a:t>
                      </a:r>
                    </a:p>
                  </a:txBody>
                  <a:tcPr anchor="ctr"/>
                </a:tc>
                <a:tc>
                  <a:txBody>
                    <a:bodyPr/>
                    <a:lstStyle/>
                    <a:p>
                      <a:pPr algn="ctr"/>
                      <a:r>
                        <a:rPr lang="en-IN" sz="1500">
                          <a:latin typeface="Times New Roman" panose="02020603050405020304" pitchFamily="18" charset="0"/>
                          <a:cs typeface="Times New Roman" panose="02020603050405020304" pitchFamily="18" charset="0"/>
                        </a:rPr>
                        <a:t>0.02</a:t>
                      </a:r>
                    </a:p>
                  </a:txBody>
                  <a:tcPr anchor="ctr"/>
                </a:tc>
                <a:tc>
                  <a:txBody>
                    <a:bodyPr/>
                    <a:lstStyle/>
                    <a:p>
                      <a:r>
                        <a:rPr lang="en-IN" sz="1600" b="0" i="0" u="none" strike="noStrike">
                          <a:solidFill>
                            <a:srgbClr val="000000"/>
                          </a:solidFill>
                          <a:effectLst/>
                          <a:latin typeface="Times New Roman" panose="02020603050405020304" pitchFamily="18" charset="0"/>
                        </a:rPr>
                        <a:t>1205 – Lalit  Motirmani &amp; 1803- Arthik Chikala- Fund Issue </a:t>
                      </a:r>
                      <a:endParaRPr lang="en-IN" sz="1500" b="1">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70829121"/>
                  </a:ext>
                </a:extLst>
              </a:tr>
            </a:tbl>
          </a:graphicData>
        </a:graphic>
      </p:graphicFrame>
      <p:sp>
        <p:nvSpPr>
          <p:cNvPr id="6" name="Rounded Rectangle 4">
            <a:extLst>
              <a:ext uri="{FF2B5EF4-FFF2-40B4-BE49-F238E27FC236}">
                <a16:creationId xmlns:a16="http://schemas.microsoft.com/office/drawing/2014/main" id="{AFFD2BF9-57BD-404E-74D7-060FFE594745}"/>
              </a:ext>
            </a:extLst>
          </p:cNvPr>
          <p:cNvSpPr/>
          <p:nvPr/>
        </p:nvSpPr>
        <p:spPr>
          <a:xfrm>
            <a:off x="268683" y="2164573"/>
            <a:ext cx="1490472" cy="103148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0F5C9C51-19CC-E35D-6C77-25EDBDE9CDB6}"/>
              </a:ext>
            </a:extLst>
          </p:cNvPr>
          <p:cNvSpPr txBox="1"/>
          <p:nvPr/>
        </p:nvSpPr>
        <p:spPr>
          <a:xfrm>
            <a:off x="284392" y="2281813"/>
            <a:ext cx="1401346"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E</a:t>
            </a:r>
            <a:r>
              <a:rPr lang="en-IN" sz="1000" b="1" kern="0" err="1">
                <a:solidFill>
                  <a:srgbClr val="696969"/>
                </a:solidFill>
                <a:latin typeface="Times New Roman" panose="02020603050405020304" pitchFamily="18" charset="0"/>
                <a:cs typeface="Times New Roman" panose="02020603050405020304" pitchFamily="18" charset="0"/>
              </a:rPr>
              <a:t>xp</a:t>
            </a:r>
            <a:r>
              <a:rPr kumimoji="0" lang="en-IN" sz="1000" b="1" i="0" u="none" strike="noStrike" kern="0" cap="none" spc="0" normalizeH="0" baseline="0" noProof="0" err="1">
                <a:ln>
                  <a:noFill/>
                </a:ln>
                <a:solidFill>
                  <a:srgbClr val="696969"/>
                </a:solidFill>
                <a:effectLst/>
                <a:uLnTx/>
                <a:uFillTx/>
                <a:latin typeface="Times New Roman" panose="02020603050405020304" pitchFamily="18" charset="0"/>
                <a:cs typeface="Times New Roman" panose="02020603050405020304" pitchFamily="18" charset="0"/>
              </a:rPr>
              <a:t>ected</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Registration</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6CA6E5B1-C064-7DCC-87E1-FA4ED06C9E35}"/>
              </a:ext>
            </a:extLst>
          </p:cNvPr>
          <p:cNvSpPr txBox="1"/>
          <p:nvPr/>
        </p:nvSpPr>
        <p:spPr>
          <a:xfrm>
            <a:off x="378411" y="2647419"/>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3.37</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
        <p:nvSpPr>
          <p:cNvPr id="12" name="Rounded Rectangle 8">
            <a:extLst>
              <a:ext uri="{FF2B5EF4-FFF2-40B4-BE49-F238E27FC236}">
                <a16:creationId xmlns:a16="http://schemas.microsoft.com/office/drawing/2014/main" id="{6E11AEE3-BDCD-B2B7-CA07-9B77721D1471}"/>
              </a:ext>
            </a:extLst>
          </p:cNvPr>
          <p:cNvSpPr/>
          <p:nvPr/>
        </p:nvSpPr>
        <p:spPr>
          <a:xfrm>
            <a:off x="1878026" y="2164573"/>
            <a:ext cx="1490472" cy="103148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9F9E3A2B-E48C-E935-46A8-AEE9769A60B2}"/>
              </a:ext>
            </a:extLst>
          </p:cNvPr>
          <p:cNvSpPr txBox="1"/>
          <p:nvPr/>
        </p:nvSpPr>
        <p:spPr>
          <a:xfrm>
            <a:off x="1987754" y="2315781"/>
            <a:ext cx="742511"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pill Over</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C8F101FF-D08A-685F-E024-D1A6DDACBD68}"/>
              </a:ext>
            </a:extLst>
          </p:cNvPr>
          <p:cNvSpPr txBox="1"/>
          <p:nvPr/>
        </p:nvSpPr>
        <p:spPr>
          <a:xfrm>
            <a:off x="1987754" y="2647419"/>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₹0.41</a:t>
            </a:r>
            <a:r>
              <a:rPr kumimoji="0"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Cr</a:t>
            </a:r>
          </a:p>
        </p:txBody>
      </p:sp>
      <p:sp>
        <p:nvSpPr>
          <p:cNvPr id="24" name="Rounded Rectangle 12">
            <a:extLst>
              <a:ext uri="{FF2B5EF4-FFF2-40B4-BE49-F238E27FC236}">
                <a16:creationId xmlns:a16="http://schemas.microsoft.com/office/drawing/2014/main" id="{957B3A92-D7D4-2607-121E-537591EE3E05}"/>
              </a:ext>
            </a:extLst>
          </p:cNvPr>
          <p:cNvSpPr/>
          <p:nvPr/>
        </p:nvSpPr>
        <p:spPr>
          <a:xfrm>
            <a:off x="3487370" y="2164573"/>
            <a:ext cx="1490472" cy="103148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0B91236B-0AA4-37E2-8BEC-1065280D3DFB}"/>
              </a:ext>
            </a:extLst>
          </p:cNvPr>
          <p:cNvSpPr/>
          <p:nvPr/>
        </p:nvSpPr>
        <p:spPr>
          <a:xfrm>
            <a:off x="3467380" y="2107211"/>
            <a:ext cx="1490472" cy="82296"/>
          </a:xfrm>
          <a:prstGeom prst="rect">
            <a:avLst/>
          </a:prstGeom>
          <a:solidFill>
            <a:srgbClr val="CAA32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C353218C-7FBC-3232-4E78-8062EAACBD0E}"/>
              </a:ext>
            </a:extLst>
          </p:cNvPr>
          <p:cNvSpPr txBox="1"/>
          <p:nvPr/>
        </p:nvSpPr>
        <p:spPr>
          <a:xfrm>
            <a:off x="3597098" y="2315781"/>
            <a:ext cx="1362874"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New slab/ time linked</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BDF30752-D392-A1F6-D784-802793554AD0}"/>
              </a:ext>
            </a:extLst>
          </p:cNvPr>
          <p:cNvSpPr txBox="1"/>
          <p:nvPr/>
        </p:nvSpPr>
        <p:spPr>
          <a:xfrm>
            <a:off x="3597098" y="2647419"/>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rPr>
              <a:t>₹</a:t>
            </a:r>
            <a:r>
              <a:rPr lang="en-US" b="1" kern="0">
                <a:solidFill>
                  <a:srgbClr val="CAA323"/>
                </a:solidFill>
                <a:latin typeface="Times New Roman" panose="02020603050405020304" pitchFamily="18" charset="0"/>
                <a:cs typeface="Times New Roman" panose="02020603050405020304" pitchFamily="18" charset="0"/>
              </a:rPr>
              <a:t>0.52</a:t>
            </a:r>
            <a:r>
              <a:rPr kumimoji="0" sz="1800" b="1" i="0" u="none" strike="noStrike" kern="0" cap="none" spc="0" normalizeH="0" baseline="0" noProof="0">
                <a:ln>
                  <a:noFill/>
                </a:ln>
                <a:solidFill>
                  <a:srgbClr val="CAA323"/>
                </a:solidFill>
                <a:effectLst/>
                <a:uLnTx/>
                <a:uFillTx/>
                <a:latin typeface="Times New Roman" panose="02020603050405020304" pitchFamily="18" charset="0"/>
                <a:cs typeface="Times New Roman" panose="02020603050405020304" pitchFamily="18" charset="0"/>
              </a:rPr>
              <a:t> Cr</a:t>
            </a:r>
          </a:p>
        </p:txBody>
      </p:sp>
      <p:sp>
        <p:nvSpPr>
          <p:cNvPr id="40" name="Rectangle 39">
            <a:extLst>
              <a:ext uri="{FF2B5EF4-FFF2-40B4-BE49-F238E27FC236}">
                <a16:creationId xmlns:a16="http://schemas.microsoft.com/office/drawing/2014/main" id="{36CB1B01-A74C-F86A-476D-DAA5BE1AC91E}"/>
              </a:ext>
            </a:extLst>
          </p:cNvPr>
          <p:cNvSpPr/>
          <p:nvPr/>
        </p:nvSpPr>
        <p:spPr>
          <a:xfrm>
            <a:off x="268683" y="2107211"/>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4" name="Rectangle 43">
            <a:extLst>
              <a:ext uri="{FF2B5EF4-FFF2-40B4-BE49-F238E27FC236}">
                <a16:creationId xmlns:a16="http://schemas.microsoft.com/office/drawing/2014/main" id="{EF745083-F902-52E3-769D-4591BD6A6255}"/>
              </a:ext>
            </a:extLst>
          </p:cNvPr>
          <p:cNvSpPr/>
          <p:nvPr/>
        </p:nvSpPr>
        <p:spPr>
          <a:xfrm>
            <a:off x="1868032" y="2107211"/>
            <a:ext cx="1490472" cy="82296"/>
          </a:xfrm>
          <a:prstGeom prst="rect">
            <a:avLst/>
          </a:prstGeom>
          <a:solidFill>
            <a:srgbClr val="696969"/>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6BE9B6A-E379-F4D7-8E81-A304DF975495}"/>
              </a:ext>
            </a:extLst>
          </p:cNvPr>
          <p:cNvSpPr txBox="1"/>
          <p:nvPr/>
        </p:nvSpPr>
        <p:spPr>
          <a:xfrm>
            <a:off x="5159966" y="2139587"/>
            <a:ext cx="184731" cy="1015663"/>
          </a:xfrm>
          <a:prstGeom prst="rect">
            <a:avLst/>
          </a:prstGeom>
          <a:noFill/>
        </p:spPr>
        <p:txBody>
          <a:bodyPr wrap="square" rtlCol="0">
            <a:spAutoFit/>
          </a:bodyPr>
          <a:lstStyle/>
          <a:p>
            <a:r>
              <a:rPr lang="en-US" sz="6000"/>
              <a:t>|</a:t>
            </a:r>
            <a:endParaRPr lang="en-IN" sz="6000"/>
          </a:p>
        </p:txBody>
      </p:sp>
      <p:sp>
        <p:nvSpPr>
          <p:cNvPr id="11" name="Rounded Rectangle 4">
            <a:extLst>
              <a:ext uri="{FF2B5EF4-FFF2-40B4-BE49-F238E27FC236}">
                <a16:creationId xmlns:a16="http://schemas.microsoft.com/office/drawing/2014/main" id="{313F9619-9051-40A3-3FC9-F0429C368637}"/>
              </a:ext>
            </a:extLst>
          </p:cNvPr>
          <p:cNvSpPr/>
          <p:nvPr/>
        </p:nvSpPr>
        <p:spPr>
          <a:xfrm>
            <a:off x="5640446" y="205305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2C61CC51-02AA-D010-3989-EC95909DD28E}"/>
              </a:ext>
            </a:extLst>
          </p:cNvPr>
          <p:cNvSpPr txBox="1"/>
          <p:nvPr/>
        </p:nvSpPr>
        <p:spPr>
          <a:xfrm>
            <a:off x="5763308" y="2274222"/>
            <a:ext cx="1108183" cy="246221"/>
          </a:xfrm>
          <a:prstGeom prst="rect">
            <a:avLst/>
          </a:prstGeom>
          <a:no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Sales</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6424C39B-6B6A-966B-B74E-BF7E57D06A30}"/>
              </a:ext>
            </a:extLst>
          </p:cNvPr>
          <p:cNvSpPr txBox="1"/>
          <p:nvPr/>
        </p:nvSpPr>
        <p:spPr>
          <a:xfrm>
            <a:off x="5840440" y="2628791"/>
            <a:ext cx="1031052" cy="369332"/>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2.11</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
        <p:nvSpPr>
          <p:cNvPr id="34" name="Rectangle 33">
            <a:extLst>
              <a:ext uri="{FF2B5EF4-FFF2-40B4-BE49-F238E27FC236}">
                <a16:creationId xmlns:a16="http://schemas.microsoft.com/office/drawing/2014/main" id="{5C42380F-59C1-7BAA-242E-A26CD1C965BF}"/>
              </a:ext>
            </a:extLst>
          </p:cNvPr>
          <p:cNvSpPr/>
          <p:nvPr/>
        </p:nvSpPr>
        <p:spPr>
          <a:xfrm>
            <a:off x="5640446" y="2115139"/>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2" name="Rounded Rectangle 4">
            <a:extLst>
              <a:ext uri="{FF2B5EF4-FFF2-40B4-BE49-F238E27FC236}">
                <a16:creationId xmlns:a16="http://schemas.microsoft.com/office/drawing/2014/main" id="{5673258B-01C3-022D-3306-D9FF75920172}"/>
              </a:ext>
            </a:extLst>
          </p:cNvPr>
          <p:cNvSpPr/>
          <p:nvPr/>
        </p:nvSpPr>
        <p:spPr>
          <a:xfrm>
            <a:off x="7333032" y="205305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6" name="Rectangle 45">
            <a:extLst>
              <a:ext uri="{FF2B5EF4-FFF2-40B4-BE49-F238E27FC236}">
                <a16:creationId xmlns:a16="http://schemas.microsoft.com/office/drawing/2014/main" id="{664145E1-DDD7-7752-B14E-129D572BEE9A}"/>
              </a:ext>
            </a:extLst>
          </p:cNvPr>
          <p:cNvSpPr/>
          <p:nvPr/>
        </p:nvSpPr>
        <p:spPr>
          <a:xfrm>
            <a:off x="7333032" y="2115139"/>
            <a:ext cx="1490472" cy="82296"/>
          </a:xfrm>
          <a:prstGeom prst="rect">
            <a:avLst/>
          </a:prstGeom>
          <a:solidFill>
            <a:srgbClr val="2B2B2B"/>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BE19012-2834-6CD2-75EF-395932392C6C}"/>
              </a:ext>
            </a:extLst>
          </p:cNvPr>
          <p:cNvSpPr txBox="1"/>
          <p:nvPr/>
        </p:nvSpPr>
        <p:spPr>
          <a:xfrm>
            <a:off x="7489919" y="2259521"/>
            <a:ext cx="1108183" cy="246221"/>
          </a:xfrm>
          <a:prstGeom prst="rect">
            <a:avLst/>
          </a:prstGeom>
          <a:noFill/>
        </p:spPr>
        <p:txBody>
          <a:bodyPr wrap="squar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lang="en-US" sz="1000" b="1" kern="0">
                <a:solidFill>
                  <a:srgbClr val="696969"/>
                </a:solidFill>
                <a:latin typeface="Times New Roman" panose="02020603050405020304" pitchFamily="18" charset="0"/>
                <a:cs typeface="Times New Roman" panose="02020603050405020304" pitchFamily="18" charset="0"/>
              </a:rPr>
              <a:t>Management</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0485BEE2-D71B-1A79-086E-6F4ECADD6104}"/>
              </a:ext>
            </a:extLst>
          </p:cNvPr>
          <p:cNvSpPr txBox="1"/>
          <p:nvPr/>
        </p:nvSpPr>
        <p:spPr>
          <a:xfrm>
            <a:off x="7567051" y="2634330"/>
            <a:ext cx="1031052" cy="369332"/>
          </a:xfrm>
          <a:prstGeom prst="rect">
            <a:avLst/>
          </a:prstGeom>
          <a:noFill/>
        </p:spPr>
        <p:txBody>
          <a:bodyPr wrap="none" anchor="ctr">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a:t>
            </a:r>
            <a:r>
              <a:rPr lang="en-US" b="1" kern="0">
                <a:solidFill>
                  <a:srgbClr val="2B2B2B"/>
                </a:solidFill>
                <a:latin typeface="Times New Roman" panose="02020603050405020304" pitchFamily="18" charset="0"/>
                <a:cs typeface="Times New Roman" panose="02020603050405020304" pitchFamily="18" charset="0"/>
              </a:rPr>
              <a:t>0.91</a:t>
            </a:r>
            <a:r>
              <a:rPr kumimoji="0" sz="1800" b="1" i="0" u="none" strike="noStrike" kern="0" cap="none" spc="0" normalizeH="0" baseline="0" noProof="0">
                <a:ln>
                  <a:noFill/>
                </a:ln>
                <a:solidFill>
                  <a:srgbClr val="2B2B2B"/>
                </a:solidFill>
                <a:effectLst/>
                <a:uLnTx/>
                <a:uFillTx/>
                <a:latin typeface="Times New Roman" panose="02020603050405020304" pitchFamily="18" charset="0"/>
                <a:cs typeface="Times New Roman" panose="02020603050405020304" pitchFamily="18" charset="0"/>
              </a:rPr>
              <a:t> Cr</a:t>
            </a:r>
          </a:p>
        </p:txBody>
      </p:sp>
    </p:spTree>
    <p:extLst>
      <p:ext uri="{BB962C8B-B14F-4D97-AF65-F5344CB8AC3E}">
        <p14:creationId xmlns:p14="http://schemas.microsoft.com/office/powerpoint/2010/main" val="36397688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7E7CE-4525-CB18-199D-91CB15A8E60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A4186A9-0152-99A5-E3E3-88E136D60D55}"/>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A2- Non-collectible from the Target – Aug </a:t>
            </a:r>
          </a:p>
        </p:txBody>
      </p:sp>
      <p:sp>
        <p:nvSpPr>
          <p:cNvPr id="3" name="Rectangle: Rounded Corners 2">
            <a:extLst>
              <a:ext uri="{FF2B5EF4-FFF2-40B4-BE49-F238E27FC236}">
                <a16:creationId xmlns:a16="http://schemas.microsoft.com/office/drawing/2014/main" id="{DAC335D2-F283-54BA-B227-A975278157DB}"/>
              </a:ext>
            </a:extLst>
          </p:cNvPr>
          <p:cNvSpPr/>
          <p:nvPr/>
        </p:nvSpPr>
        <p:spPr>
          <a:xfrm>
            <a:off x="268683" y="1012722"/>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latin typeface="Times New Roman" panose="02020603050405020304" pitchFamily="18" charset="0"/>
                <a:cs typeface="Times New Roman" panose="02020603050405020304" pitchFamily="18" charset="0"/>
              </a:rPr>
              <a:t>  Reason behind the Rs 9.06 Cr shortfall by Project </a:t>
            </a:r>
          </a:p>
        </p:txBody>
      </p:sp>
      <p:graphicFrame>
        <p:nvGraphicFramePr>
          <p:cNvPr id="4" name="Table 3">
            <a:extLst>
              <a:ext uri="{FF2B5EF4-FFF2-40B4-BE49-F238E27FC236}">
                <a16:creationId xmlns:a16="http://schemas.microsoft.com/office/drawing/2014/main" id="{D1126BE6-7404-CA52-7FD5-9B5628A19BA1}"/>
              </a:ext>
            </a:extLst>
          </p:cNvPr>
          <p:cNvGraphicFramePr>
            <a:graphicFrameLocks noGrp="1"/>
          </p:cNvGraphicFramePr>
          <p:nvPr>
            <p:extLst>
              <p:ext uri="{D42A27DB-BD31-4B8C-83A1-F6EECF244321}">
                <p14:modId xmlns:p14="http://schemas.microsoft.com/office/powerpoint/2010/main" val="4113198286"/>
              </p:ext>
            </p:extLst>
          </p:nvPr>
        </p:nvGraphicFramePr>
        <p:xfrm>
          <a:off x="268684" y="3623682"/>
          <a:ext cx="10989253" cy="3033207"/>
        </p:xfrm>
        <a:graphic>
          <a:graphicData uri="http://schemas.openxmlformats.org/drawingml/2006/table">
            <a:tbl>
              <a:tblPr firstRow="1" bandRow="1">
                <a:tableStyleId>{5C22544A-7EE6-4342-B048-85BDC9FD1C3A}</a:tableStyleId>
              </a:tblPr>
              <a:tblGrid>
                <a:gridCol w="874642">
                  <a:extLst>
                    <a:ext uri="{9D8B030D-6E8A-4147-A177-3AD203B41FA5}">
                      <a16:colId xmlns:a16="http://schemas.microsoft.com/office/drawing/2014/main" val="2569056078"/>
                    </a:ext>
                  </a:extLst>
                </a:gridCol>
                <a:gridCol w="2504788">
                  <a:extLst>
                    <a:ext uri="{9D8B030D-6E8A-4147-A177-3AD203B41FA5}">
                      <a16:colId xmlns:a16="http://schemas.microsoft.com/office/drawing/2014/main" val="3350721099"/>
                    </a:ext>
                  </a:extLst>
                </a:gridCol>
                <a:gridCol w="1363072">
                  <a:extLst>
                    <a:ext uri="{9D8B030D-6E8A-4147-A177-3AD203B41FA5}">
                      <a16:colId xmlns:a16="http://schemas.microsoft.com/office/drawing/2014/main" val="1363093552"/>
                    </a:ext>
                  </a:extLst>
                </a:gridCol>
                <a:gridCol w="1188319">
                  <a:extLst>
                    <a:ext uri="{9D8B030D-6E8A-4147-A177-3AD203B41FA5}">
                      <a16:colId xmlns:a16="http://schemas.microsoft.com/office/drawing/2014/main" val="3104419526"/>
                    </a:ext>
                  </a:extLst>
                </a:gridCol>
                <a:gridCol w="5058432">
                  <a:extLst>
                    <a:ext uri="{9D8B030D-6E8A-4147-A177-3AD203B41FA5}">
                      <a16:colId xmlns:a16="http://schemas.microsoft.com/office/drawing/2014/main" val="1026927331"/>
                    </a:ext>
                  </a:extLst>
                </a:gridCol>
              </a:tblGrid>
              <a:tr h="348882">
                <a:tc>
                  <a:txBody>
                    <a:bodyPr/>
                    <a:lstStyle/>
                    <a:p>
                      <a:pPr algn="ctr"/>
                      <a:r>
                        <a:rPr lang="en-IN">
                          <a:latin typeface="Times New Roman" panose="02020603050405020304" pitchFamily="18" charset="0"/>
                          <a:cs typeface="Times New Roman" panose="02020603050405020304" pitchFamily="18" charset="0"/>
                        </a:rPr>
                        <a:t>Sr.no</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Category</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Project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Amount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Reason</a:t>
                      </a:r>
                    </a:p>
                  </a:txBody>
                  <a:tcPr>
                    <a:solidFill>
                      <a:srgbClr val="5B0C15"/>
                    </a:solidFill>
                  </a:tcPr>
                </a:tc>
                <a:extLst>
                  <a:ext uri="{0D108BD9-81ED-4DB2-BD59-A6C34878D82A}">
                    <a16:rowId xmlns:a16="http://schemas.microsoft.com/office/drawing/2014/main" val="2368263038"/>
                  </a:ext>
                </a:extLst>
              </a:tr>
              <a:tr h="889149">
                <a:tc>
                  <a:txBody>
                    <a:bodyPr/>
                    <a:lstStyle/>
                    <a:p>
                      <a:pPr algn="ctr"/>
                      <a:r>
                        <a:rPr lang="en-US" sz="1500">
                          <a:latin typeface="Times New Roman" panose="02020603050405020304" pitchFamily="18" charset="0"/>
                          <a:cs typeface="Times New Roman" panose="02020603050405020304" pitchFamily="18" charset="0"/>
                        </a:rPr>
                        <a:t>1</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N</a:t>
                      </a:r>
                      <a:r>
                        <a:rPr lang="en-IN" sz="1500" err="1">
                          <a:latin typeface="Times New Roman" panose="02020603050405020304" pitchFamily="18" charset="0"/>
                          <a:cs typeface="Times New Roman" panose="02020603050405020304" pitchFamily="18" charset="0"/>
                        </a:rPr>
                        <a:t>ew</a:t>
                      </a:r>
                      <a:r>
                        <a:rPr lang="en-IN" sz="1500">
                          <a:latin typeface="Times New Roman" panose="02020603050405020304" pitchFamily="18" charset="0"/>
                          <a:cs typeface="Times New Roman" panose="02020603050405020304" pitchFamily="18" charset="0"/>
                        </a:rPr>
                        <a:t> Slab/ New Demand</a:t>
                      </a:r>
                    </a:p>
                  </a:txBody>
                  <a:tcPr anchor="ctr"/>
                </a:tc>
                <a:tc>
                  <a:txBody>
                    <a:bodyPr/>
                    <a:lstStyle/>
                    <a:p>
                      <a:pPr algn="ctr"/>
                      <a:r>
                        <a:rPr lang="en-US" sz="1500">
                          <a:latin typeface="Times New Roman" panose="02020603050405020304" pitchFamily="18" charset="0"/>
                          <a:cs typeface="Times New Roman" panose="02020603050405020304" pitchFamily="18" charset="0"/>
                        </a:rPr>
                        <a:t>U</a:t>
                      </a:r>
                      <a:r>
                        <a:rPr lang="en-IN" sz="1500" err="1">
                          <a:latin typeface="Times New Roman" panose="02020603050405020304" pitchFamily="18" charset="0"/>
                          <a:cs typeface="Times New Roman" panose="02020603050405020304" pitchFamily="18" charset="0"/>
                        </a:rPr>
                        <a:t>topia</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IN" sz="1500">
                          <a:latin typeface="Times New Roman" panose="02020603050405020304" pitchFamily="18" charset="0"/>
                          <a:cs typeface="Times New Roman" panose="02020603050405020304" pitchFamily="18" charset="0"/>
                        </a:rPr>
                        <a:t>4.09</a:t>
                      </a:r>
                    </a:p>
                  </a:txBody>
                  <a:tcPr anchor="ctr"/>
                </a:tc>
                <a:tc>
                  <a:txBody>
                    <a:bodyPr/>
                    <a:lstStyle/>
                    <a:p>
                      <a:r>
                        <a:rPr lang="en-US" sz="1500" b="0">
                          <a:latin typeface="Times New Roman" panose="02020603050405020304" pitchFamily="18" charset="0"/>
                          <a:cs typeface="Times New Roman" panose="02020603050405020304" pitchFamily="18" charset="0"/>
                        </a:rPr>
                        <a:t>Amended plans awaited</a:t>
                      </a:r>
                      <a:endParaRPr lang="en-IN" sz="1500" b="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344749"/>
                  </a:ext>
                </a:extLst>
              </a:tr>
              <a:tr h="889149">
                <a:tc>
                  <a:txBody>
                    <a:bodyPr/>
                    <a:lstStyle/>
                    <a:p>
                      <a:pPr algn="ctr"/>
                      <a:r>
                        <a:rPr lang="en-US" sz="1500">
                          <a:latin typeface="Times New Roman" panose="02020603050405020304" pitchFamily="18" charset="0"/>
                          <a:cs typeface="Times New Roman" panose="02020603050405020304" pitchFamily="18" charset="0"/>
                        </a:rPr>
                        <a:t>2</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New Slab/ New demand</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O</a:t>
                      </a:r>
                      <a:r>
                        <a:rPr lang="en-IN" sz="1500" err="1">
                          <a:latin typeface="Times New Roman" panose="02020603050405020304" pitchFamily="18" charset="0"/>
                          <a:cs typeface="Times New Roman" panose="02020603050405020304" pitchFamily="18" charset="0"/>
                        </a:rPr>
                        <a:t>rchid</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0</a:t>
                      </a:r>
                      <a:r>
                        <a:rPr lang="en-IN" sz="1500">
                          <a:latin typeface="Times New Roman" panose="02020603050405020304" pitchFamily="18" charset="0"/>
                          <a:cs typeface="Times New Roman" panose="02020603050405020304" pitchFamily="18" charset="0"/>
                        </a:rPr>
                        <a:t>.86</a:t>
                      </a:r>
                    </a:p>
                  </a:txBody>
                  <a:tcPr anchor="ctr"/>
                </a:tc>
                <a:tc>
                  <a:txBody>
                    <a:bodyPr/>
                    <a:lstStyle/>
                    <a:p>
                      <a:pPr algn="l" fontAlgn="ctr">
                        <a:lnSpc>
                          <a:spcPct val="150000"/>
                        </a:lnSpc>
                      </a:pPr>
                      <a:r>
                        <a:rPr lang="en-US" sz="1600" b="0" i="0" u="none" strike="noStrike">
                          <a:solidFill>
                            <a:srgbClr val="000000"/>
                          </a:solidFill>
                          <a:effectLst/>
                          <a:latin typeface="Times New Roman"/>
                        </a:rPr>
                        <a:t>Amended plans awaited</a:t>
                      </a:r>
                    </a:p>
                  </a:txBody>
                  <a:tcPr anchor="ctr"/>
                </a:tc>
                <a:extLst>
                  <a:ext uri="{0D108BD9-81ED-4DB2-BD59-A6C34878D82A}">
                    <a16:rowId xmlns:a16="http://schemas.microsoft.com/office/drawing/2014/main" val="2132205210"/>
                  </a:ext>
                </a:extLst>
              </a:tr>
              <a:tr h="889149">
                <a:tc>
                  <a:txBody>
                    <a:bodyPr/>
                    <a:lstStyle/>
                    <a:p>
                      <a:pPr algn="ctr"/>
                      <a:r>
                        <a:rPr lang="en-US" sz="1500">
                          <a:latin typeface="Times New Roman" panose="02020603050405020304" pitchFamily="18" charset="0"/>
                          <a:cs typeface="Times New Roman" panose="02020603050405020304" pitchFamily="18" charset="0"/>
                        </a:rPr>
                        <a:t>3</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New Slab/New Demand</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V</a:t>
                      </a:r>
                      <a:r>
                        <a:rPr lang="en-IN" sz="1500" err="1">
                          <a:latin typeface="Times New Roman" panose="02020603050405020304" pitchFamily="18" charset="0"/>
                          <a:cs typeface="Times New Roman" panose="02020603050405020304" pitchFamily="18" charset="0"/>
                        </a:rPr>
                        <a:t>ista</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1</a:t>
                      </a:r>
                      <a:r>
                        <a:rPr lang="en-IN" sz="1500">
                          <a:latin typeface="Times New Roman" panose="02020603050405020304" pitchFamily="18" charset="0"/>
                          <a:cs typeface="Times New Roman" panose="02020603050405020304" pitchFamily="18" charset="0"/>
                        </a:rPr>
                        <a:t>.31</a:t>
                      </a:r>
                    </a:p>
                  </a:txBody>
                  <a:tcPr anchor="ctr"/>
                </a:tc>
                <a:tc>
                  <a:txBody>
                    <a:bodyPr/>
                    <a:lstStyle/>
                    <a:p>
                      <a:r>
                        <a:rPr lang="en-US" sz="1500" b="0">
                          <a:latin typeface="Times New Roman" panose="02020603050405020304" pitchFamily="18" charset="0"/>
                          <a:cs typeface="Times New Roman" panose="02020603050405020304" pitchFamily="18" charset="0"/>
                        </a:rPr>
                        <a:t>9</a:t>
                      </a:r>
                      <a:r>
                        <a:rPr lang="en-US" sz="1500" b="0" baseline="30000">
                          <a:latin typeface="Times New Roman" panose="02020603050405020304" pitchFamily="18" charset="0"/>
                          <a:cs typeface="Times New Roman" panose="02020603050405020304" pitchFamily="18" charset="0"/>
                        </a:rPr>
                        <a:t>th</a:t>
                      </a:r>
                      <a:r>
                        <a:rPr lang="en-US" sz="1500" b="0">
                          <a:latin typeface="Times New Roman" panose="02020603050405020304" pitchFamily="18" charset="0"/>
                          <a:cs typeface="Times New Roman" panose="02020603050405020304" pitchFamily="18" charset="0"/>
                        </a:rPr>
                        <a:t> and 12</a:t>
                      </a:r>
                      <a:r>
                        <a:rPr lang="en-US" sz="1500" b="0" baseline="30000">
                          <a:latin typeface="Times New Roman" panose="02020603050405020304" pitchFamily="18" charset="0"/>
                          <a:cs typeface="Times New Roman" panose="02020603050405020304" pitchFamily="18" charset="0"/>
                        </a:rPr>
                        <a:t>th</a:t>
                      </a:r>
                      <a:r>
                        <a:rPr lang="en-US" sz="1500" b="0">
                          <a:latin typeface="Times New Roman" panose="02020603050405020304" pitchFamily="18" charset="0"/>
                          <a:cs typeface="Times New Roman" panose="02020603050405020304" pitchFamily="18" charset="0"/>
                        </a:rPr>
                        <a:t> slab demand – non collectable.</a:t>
                      </a:r>
                      <a:endParaRPr lang="en-IN" sz="1500" b="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70829121"/>
                  </a:ext>
                </a:extLst>
              </a:tr>
            </a:tbl>
          </a:graphicData>
        </a:graphic>
      </p:graphicFrame>
      <p:sp>
        <p:nvSpPr>
          <p:cNvPr id="12" name="Rounded Rectangle 8">
            <a:extLst>
              <a:ext uri="{FF2B5EF4-FFF2-40B4-BE49-F238E27FC236}">
                <a16:creationId xmlns:a16="http://schemas.microsoft.com/office/drawing/2014/main" id="{F3DEC560-0E11-C3FF-D183-1D046F5D23EC}"/>
              </a:ext>
            </a:extLst>
          </p:cNvPr>
          <p:cNvSpPr/>
          <p:nvPr/>
        </p:nvSpPr>
        <p:spPr>
          <a:xfrm>
            <a:off x="268683" y="216457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035F00BD-8943-DD67-B82F-665811D18E03}"/>
              </a:ext>
            </a:extLst>
          </p:cNvPr>
          <p:cNvSpPr txBox="1"/>
          <p:nvPr/>
        </p:nvSpPr>
        <p:spPr>
          <a:xfrm>
            <a:off x="378411" y="2315781"/>
            <a:ext cx="742511"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pill Over</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24983F6C-881D-3999-B6C9-5C0C1FA518CE}"/>
              </a:ext>
            </a:extLst>
          </p:cNvPr>
          <p:cNvSpPr txBox="1"/>
          <p:nvPr/>
        </p:nvSpPr>
        <p:spPr>
          <a:xfrm>
            <a:off x="378411" y="2647419"/>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a:t>
            </a:r>
            <a:r>
              <a:rPr lang="en-IN" b="1" kern="0">
                <a:solidFill>
                  <a:srgbClr val="696969"/>
                </a:solidFill>
                <a:latin typeface="Times New Roman" panose="02020603050405020304" pitchFamily="18" charset="0"/>
                <a:cs typeface="Times New Roman" panose="02020603050405020304" pitchFamily="18" charset="0"/>
              </a:rPr>
              <a:t>2.58</a:t>
            </a:r>
            <a:r>
              <a:rPr kumimoji="0"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Cr</a:t>
            </a:r>
          </a:p>
        </p:txBody>
      </p:sp>
      <p:sp>
        <p:nvSpPr>
          <p:cNvPr id="24" name="Rounded Rectangle 12">
            <a:extLst>
              <a:ext uri="{FF2B5EF4-FFF2-40B4-BE49-F238E27FC236}">
                <a16:creationId xmlns:a16="http://schemas.microsoft.com/office/drawing/2014/main" id="{157E0D73-29F8-C2C2-1FCE-BF5D749F824E}"/>
              </a:ext>
            </a:extLst>
          </p:cNvPr>
          <p:cNvSpPr/>
          <p:nvPr/>
        </p:nvSpPr>
        <p:spPr>
          <a:xfrm>
            <a:off x="2188941" y="216457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8" name="Rectangle 27">
            <a:extLst>
              <a:ext uri="{FF2B5EF4-FFF2-40B4-BE49-F238E27FC236}">
                <a16:creationId xmlns:a16="http://schemas.microsoft.com/office/drawing/2014/main" id="{52719732-5506-FA5A-B30E-CCB1BF373A6D}"/>
              </a:ext>
            </a:extLst>
          </p:cNvPr>
          <p:cNvSpPr/>
          <p:nvPr/>
        </p:nvSpPr>
        <p:spPr>
          <a:xfrm>
            <a:off x="2188941" y="2164573"/>
            <a:ext cx="1490472" cy="82296"/>
          </a:xfrm>
          <a:prstGeom prst="rect">
            <a:avLst/>
          </a:prstGeom>
          <a:solidFill>
            <a:srgbClr val="CAA32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256E29CF-D8C7-337F-76EE-AD5C5249996C}"/>
              </a:ext>
            </a:extLst>
          </p:cNvPr>
          <p:cNvSpPr txBox="1"/>
          <p:nvPr/>
        </p:nvSpPr>
        <p:spPr>
          <a:xfrm>
            <a:off x="2298669" y="2315781"/>
            <a:ext cx="1362874"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New slab/ time linked</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36" name="TextBox 35">
            <a:extLst>
              <a:ext uri="{FF2B5EF4-FFF2-40B4-BE49-F238E27FC236}">
                <a16:creationId xmlns:a16="http://schemas.microsoft.com/office/drawing/2014/main" id="{62F0C530-28DA-96AF-2CBC-C3B3C4302EA9}"/>
              </a:ext>
            </a:extLst>
          </p:cNvPr>
          <p:cNvSpPr txBox="1"/>
          <p:nvPr/>
        </p:nvSpPr>
        <p:spPr>
          <a:xfrm>
            <a:off x="2298669" y="2647419"/>
            <a:ext cx="1088760" cy="369332"/>
          </a:xfrm>
          <a:prstGeom prst="rect">
            <a:avLst/>
          </a:prstGeom>
          <a:noFill/>
        </p:spPr>
        <p:txBody>
          <a:bodyPr wrap="none" anchor="ctr">
            <a:spAutoFit/>
          </a:bodyPr>
          <a:lstStyle/>
          <a:p>
            <a:pPr lvl="0" defTabSz="457200">
              <a:defRPr/>
            </a:pPr>
            <a:r>
              <a:rPr lang="en-IN" b="1" kern="0">
                <a:solidFill>
                  <a:srgbClr val="FFC000"/>
                </a:solidFill>
                <a:latin typeface="Times New Roman" panose="02020603050405020304" pitchFamily="18" charset="0"/>
                <a:cs typeface="Times New Roman" panose="02020603050405020304" pitchFamily="18" charset="0"/>
              </a:rPr>
              <a:t>₹</a:t>
            </a:r>
            <a:r>
              <a:rPr lang="en-IN" b="1" kern="0">
                <a:solidFill>
                  <a:srgbClr val="696969"/>
                </a:solidFill>
                <a:latin typeface="Times New Roman" panose="02020603050405020304" pitchFamily="18" charset="0"/>
                <a:cs typeface="Times New Roman" panose="02020603050405020304" pitchFamily="18" charset="0"/>
              </a:rPr>
              <a:t> </a:t>
            </a:r>
            <a:r>
              <a:rPr kumimoji="0" lang="en-US" sz="1800" b="1" i="0" u="none" strike="noStrike" kern="0" cap="none" spc="0" normalizeH="0" baseline="0" noProof="0">
                <a:ln>
                  <a:noFill/>
                </a:ln>
                <a:solidFill>
                  <a:srgbClr val="FFC000"/>
                </a:solidFill>
                <a:effectLst/>
                <a:uLnTx/>
                <a:uFillTx/>
                <a:latin typeface="Times New Roman" panose="02020603050405020304" pitchFamily="18" charset="0"/>
                <a:cs typeface="Times New Roman" panose="02020603050405020304" pitchFamily="18" charset="0"/>
              </a:rPr>
              <a:t>6.48</a:t>
            </a:r>
            <a:r>
              <a:rPr kumimoji="0" sz="1800" b="1" i="0" u="none" strike="noStrike" kern="0" cap="none" spc="0" normalizeH="0" baseline="0" noProof="0">
                <a:ln>
                  <a:noFill/>
                </a:ln>
                <a:solidFill>
                  <a:srgbClr val="FFC000"/>
                </a:solidFill>
                <a:effectLst/>
                <a:uLnTx/>
                <a:uFillTx/>
                <a:latin typeface="Times New Roman" panose="02020603050405020304" pitchFamily="18" charset="0"/>
                <a:cs typeface="Times New Roman" panose="02020603050405020304" pitchFamily="18" charset="0"/>
              </a:rPr>
              <a:t> Cr</a:t>
            </a:r>
          </a:p>
        </p:txBody>
      </p:sp>
      <p:sp>
        <p:nvSpPr>
          <p:cNvPr id="44" name="Rectangle 43">
            <a:extLst>
              <a:ext uri="{FF2B5EF4-FFF2-40B4-BE49-F238E27FC236}">
                <a16:creationId xmlns:a16="http://schemas.microsoft.com/office/drawing/2014/main" id="{666985CC-C946-998C-50C1-975B489D9A69}"/>
              </a:ext>
            </a:extLst>
          </p:cNvPr>
          <p:cNvSpPr/>
          <p:nvPr/>
        </p:nvSpPr>
        <p:spPr>
          <a:xfrm>
            <a:off x="268683" y="2164573"/>
            <a:ext cx="1490472" cy="82296"/>
          </a:xfrm>
          <a:prstGeom prst="rect">
            <a:avLst/>
          </a:prstGeom>
          <a:solidFill>
            <a:srgbClr val="696969"/>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25288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64CD9-9E7E-95AB-FE65-A3C59DFA54A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E00A800-7154-0761-B5B2-446E15D63A91}"/>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A2- Non collectible from the Target – Aug </a:t>
            </a:r>
          </a:p>
        </p:txBody>
      </p:sp>
      <p:sp>
        <p:nvSpPr>
          <p:cNvPr id="3" name="Rectangle: Rounded Corners 2">
            <a:extLst>
              <a:ext uri="{FF2B5EF4-FFF2-40B4-BE49-F238E27FC236}">
                <a16:creationId xmlns:a16="http://schemas.microsoft.com/office/drawing/2014/main" id="{10074199-9593-EDC0-710E-CF35E5F9F8BC}"/>
              </a:ext>
            </a:extLst>
          </p:cNvPr>
          <p:cNvSpPr/>
          <p:nvPr/>
        </p:nvSpPr>
        <p:spPr>
          <a:xfrm>
            <a:off x="268683" y="1012722"/>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latin typeface="Times New Roman" panose="02020603050405020304" pitchFamily="18" charset="0"/>
                <a:cs typeface="Times New Roman" panose="02020603050405020304" pitchFamily="18" charset="0"/>
              </a:rPr>
              <a:t>  Reason behind the Rs 9.06 Cr shortfall by Project </a:t>
            </a:r>
          </a:p>
        </p:txBody>
      </p:sp>
      <p:graphicFrame>
        <p:nvGraphicFramePr>
          <p:cNvPr id="4" name="Table 3">
            <a:extLst>
              <a:ext uri="{FF2B5EF4-FFF2-40B4-BE49-F238E27FC236}">
                <a16:creationId xmlns:a16="http://schemas.microsoft.com/office/drawing/2014/main" id="{2DD682C2-511F-5DBF-A5F5-D58EF6E15F10}"/>
              </a:ext>
            </a:extLst>
          </p:cNvPr>
          <p:cNvGraphicFramePr>
            <a:graphicFrameLocks noGrp="1"/>
          </p:cNvGraphicFramePr>
          <p:nvPr>
            <p:extLst>
              <p:ext uri="{D42A27DB-BD31-4B8C-83A1-F6EECF244321}">
                <p14:modId xmlns:p14="http://schemas.microsoft.com/office/powerpoint/2010/main" val="3802772484"/>
              </p:ext>
            </p:extLst>
          </p:nvPr>
        </p:nvGraphicFramePr>
        <p:xfrm>
          <a:off x="268682" y="3623682"/>
          <a:ext cx="10989254" cy="3033207"/>
        </p:xfrm>
        <a:graphic>
          <a:graphicData uri="http://schemas.openxmlformats.org/drawingml/2006/table">
            <a:tbl>
              <a:tblPr firstRow="1" bandRow="1">
                <a:tableStyleId>{5C22544A-7EE6-4342-B048-85BDC9FD1C3A}</a:tableStyleId>
              </a:tblPr>
              <a:tblGrid>
                <a:gridCol w="874642">
                  <a:extLst>
                    <a:ext uri="{9D8B030D-6E8A-4147-A177-3AD203B41FA5}">
                      <a16:colId xmlns:a16="http://schemas.microsoft.com/office/drawing/2014/main" val="2569056078"/>
                    </a:ext>
                  </a:extLst>
                </a:gridCol>
                <a:gridCol w="2504788">
                  <a:extLst>
                    <a:ext uri="{9D8B030D-6E8A-4147-A177-3AD203B41FA5}">
                      <a16:colId xmlns:a16="http://schemas.microsoft.com/office/drawing/2014/main" val="3350721099"/>
                    </a:ext>
                  </a:extLst>
                </a:gridCol>
                <a:gridCol w="1363072">
                  <a:extLst>
                    <a:ext uri="{9D8B030D-6E8A-4147-A177-3AD203B41FA5}">
                      <a16:colId xmlns:a16="http://schemas.microsoft.com/office/drawing/2014/main" val="1363093552"/>
                    </a:ext>
                  </a:extLst>
                </a:gridCol>
                <a:gridCol w="1188319">
                  <a:extLst>
                    <a:ext uri="{9D8B030D-6E8A-4147-A177-3AD203B41FA5}">
                      <a16:colId xmlns:a16="http://schemas.microsoft.com/office/drawing/2014/main" val="3104419526"/>
                    </a:ext>
                  </a:extLst>
                </a:gridCol>
                <a:gridCol w="5058433">
                  <a:extLst>
                    <a:ext uri="{9D8B030D-6E8A-4147-A177-3AD203B41FA5}">
                      <a16:colId xmlns:a16="http://schemas.microsoft.com/office/drawing/2014/main" val="1026927331"/>
                    </a:ext>
                  </a:extLst>
                </a:gridCol>
              </a:tblGrid>
              <a:tr h="348882">
                <a:tc>
                  <a:txBody>
                    <a:bodyPr/>
                    <a:lstStyle/>
                    <a:p>
                      <a:pPr algn="ctr"/>
                      <a:r>
                        <a:rPr lang="en-IN">
                          <a:latin typeface="Times New Roman" panose="02020603050405020304" pitchFamily="18" charset="0"/>
                          <a:cs typeface="Times New Roman" panose="02020603050405020304" pitchFamily="18" charset="0"/>
                        </a:rPr>
                        <a:t>Sr.no</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Category</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Project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Amount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Reason</a:t>
                      </a:r>
                    </a:p>
                  </a:txBody>
                  <a:tcPr>
                    <a:solidFill>
                      <a:srgbClr val="5B0C15"/>
                    </a:solidFill>
                  </a:tcPr>
                </a:tc>
                <a:extLst>
                  <a:ext uri="{0D108BD9-81ED-4DB2-BD59-A6C34878D82A}">
                    <a16:rowId xmlns:a16="http://schemas.microsoft.com/office/drawing/2014/main" val="2368263038"/>
                  </a:ext>
                </a:extLst>
              </a:tr>
              <a:tr h="889149">
                <a:tc>
                  <a:txBody>
                    <a:bodyPr/>
                    <a:lstStyle/>
                    <a:p>
                      <a:pPr algn="ctr"/>
                      <a:r>
                        <a:rPr lang="en-US" sz="1500">
                          <a:latin typeface="Times New Roman" panose="02020603050405020304" pitchFamily="18" charset="0"/>
                          <a:cs typeface="Times New Roman" panose="02020603050405020304" pitchFamily="18" charset="0"/>
                        </a:rPr>
                        <a:t>4</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N</a:t>
                      </a:r>
                      <a:r>
                        <a:rPr lang="en-IN" sz="1500" err="1">
                          <a:latin typeface="Times New Roman" panose="02020603050405020304" pitchFamily="18" charset="0"/>
                          <a:cs typeface="Times New Roman" panose="02020603050405020304" pitchFamily="18" charset="0"/>
                        </a:rPr>
                        <a:t>ew</a:t>
                      </a:r>
                      <a:r>
                        <a:rPr lang="en-IN" sz="1500">
                          <a:latin typeface="Times New Roman" panose="02020603050405020304" pitchFamily="18" charset="0"/>
                          <a:cs typeface="Times New Roman" panose="02020603050405020304" pitchFamily="18" charset="0"/>
                        </a:rPr>
                        <a:t> Slab/ New Demand</a:t>
                      </a:r>
                    </a:p>
                  </a:txBody>
                  <a:tcPr anchor="ctr"/>
                </a:tc>
                <a:tc>
                  <a:txBody>
                    <a:bodyPr/>
                    <a:lstStyle/>
                    <a:p>
                      <a:pPr algn="ctr"/>
                      <a:r>
                        <a:rPr lang="en-US" sz="1500">
                          <a:latin typeface="Times New Roman" panose="02020603050405020304" pitchFamily="18" charset="0"/>
                          <a:cs typeface="Times New Roman" panose="02020603050405020304" pitchFamily="18" charset="0"/>
                        </a:rPr>
                        <a:t>Avenue</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0.22</a:t>
                      </a:r>
                      <a:endParaRPr lang="en-IN" sz="1500">
                        <a:latin typeface="Times New Roman" panose="02020603050405020304" pitchFamily="18" charset="0"/>
                        <a:cs typeface="Times New Roman" panose="02020603050405020304" pitchFamily="18" charset="0"/>
                      </a:endParaRPr>
                    </a:p>
                  </a:txBody>
                  <a:tcPr anchor="ctr"/>
                </a:tc>
                <a:tc>
                  <a:txBody>
                    <a:bodyPr/>
                    <a:lstStyle/>
                    <a:p>
                      <a:r>
                        <a:rPr lang="en-US" sz="1500" b="0">
                          <a:latin typeface="Times New Roman" panose="02020603050405020304" pitchFamily="18" charset="0"/>
                          <a:cs typeface="Times New Roman" panose="02020603050405020304" pitchFamily="18" charset="0"/>
                        </a:rPr>
                        <a:t>9</a:t>
                      </a:r>
                      <a:r>
                        <a:rPr lang="en-US" sz="1500" b="0" baseline="30000">
                          <a:latin typeface="Times New Roman" panose="02020603050405020304" pitchFamily="18" charset="0"/>
                          <a:cs typeface="Times New Roman" panose="02020603050405020304" pitchFamily="18" charset="0"/>
                        </a:rPr>
                        <a:t>th</a:t>
                      </a:r>
                      <a:r>
                        <a:rPr lang="en-US" sz="1500" b="0">
                          <a:latin typeface="Times New Roman" panose="02020603050405020304" pitchFamily="18" charset="0"/>
                          <a:cs typeface="Times New Roman" panose="02020603050405020304" pitchFamily="18" charset="0"/>
                        </a:rPr>
                        <a:t> slab demand-  Non-Collectable</a:t>
                      </a:r>
                      <a:endParaRPr lang="en-IN" sz="1500" b="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344749"/>
                  </a:ext>
                </a:extLst>
              </a:tr>
              <a:tr h="889149">
                <a:tc>
                  <a:txBody>
                    <a:bodyPr/>
                    <a:lstStyle/>
                    <a:p>
                      <a:pPr algn="ctr"/>
                      <a:r>
                        <a:rPr lang="en-US" sz="1500">
                          <a:latin typeface="Times New Roman" panose="02020603050405020304" pitchFamily="18" charset="0"/>
                          <a:cs typeface="Times New Roman" panose="02020603050405020304" pitchFamily="18" charset="0"/>
                        </a:rPr>
                        <a:t>5</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Spill Over</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Parijat</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1.71</a:t>
                      </a:r>
                      <a:endParaRPr lang="en-IN" sz="1500">
                        <a:latin typeface="Times New Roman" panose="02020603050405020304" pitchFamily="18" charset="0"/>
                        <a:cs typeface="Times New Roman" panose="02020603050405020304" pitchFamily="18" charset="0"/>
                      </a:endParaRPr>
                    </a:p>
                  </a:txBody>
                  <a:tcPr anchor="ctr"/>
                </a:tc>
                <a:tc>
                  <a:txBody>
                    <a:bodyPr/>
                    <a:lstStyle/>
                    <a:p>
                      <a:pPr algn="l" fontAlgn="ctr">
                        <a:lnSpc>
                          <a:spcPct val="150000"/>
                        </a:lnSpc>
                      </a:pPr>
                      <a:r>
                        <a:rPr lang="en-US" sz="1600" b="0" i="0" u="none" strike="noStrike">
                          <a:solidFill>
                            <a:srgbClr val="000000"/>
                          </a:solidFill>
                          <a:effectLst/>
                          <a:latin typeface="Times New Roman"/>
                        </a:rPr>
                        <a:t>Fund issues and payment flexibility given.</a:t>
                      </a:r>
                    </a:p>
                  </a:txBody>
                  <a:tcPr anchor="ctr"/>
                </a:tc>
                <a:extLst>
                  <a:ext uri="{0D108BD9-81ED-4DB2-BD59-A6C34878D82A}">
                    <a16:rowId xmlns:a16="http://schemas.microsoft.com/office/drawing/2014/main" val="2132205210"/>
                  </a:ext>
                </a:extLst>
              </a:tr>
              <a:tr h="889149">
                <a:tc>
                  <a:txBody>
                    <a:bodyPr/>
                    <a:lstStyle/>
                    <a:p>
                      <a:pPr algn="ctr"/>
                      <a:r>
                        <a:rPr lang="en-US" sz="1500">
                          <a:latin typeface="Times New Roman" panose="02020603050405020304" pitchFamily="18" charset="0"/>
                          <a:cs typeface="Times New Roman" panose="02020603050405020304" pitchFamily="18" charset="0"/>
                        </a:rPr>
                        <a:t>6</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Spill Over</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Avenue</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0.33</a:t>
                      </a:r>
                      <a:endParaRPr lang="en-IN" sz="1500">
                        <a:latin typeface="Times New Roman" panose="02020603050405020304" pitchFamily="18" charset="0"/>
                        <a:cs typeface="Times New Roman" panose="02020603050405020304" pitchFamily="18" charset="0"/>
                      </a:endParaRPr>
                    </a:p>
                  </a:txBody>
                  <a:tcPr anchor="ctr"/>
                </a:tc>
                <a:tc>
                  <a:txBody>
                    <a:bodyPr/>
                    <a:lstStyle/>
                    <a:p>
                      <a:r>
                        <a:rPr lang="en-US" sz="1500" b="0">
                          <a:latin typeface="Times New Roman" panose="02020603050405020304" pitchFamily="18" charset="0"/>
                          <a:cs typeface="Times New Roman" panose="02020603050405020304" pitchFamily="18" charset="0"/>
                        </a:rPr>
                        <a:t>Fund issues</a:t>
                      </a:r>
                      <a:endParaRPr lang="en-IN" sz="1500" b="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70829121"/>
                  </a:ext>
                </a:extLst>
              </a:tr>
            </a:tbl>
          </a:graphicData>
        </a:graphic>
      </p:graphicFrame>
      <p:sp>
        <p:nvSpPr>
          <p:cNvPr id="7" name="Rounded Rectangle 8">
            <a:extLst>
              <a:ext uri="{FF2B5EF4-FFF2-40B4-BE49-F238E27FC236}">
                <a16:creationId xmlns:a16="http://schemas.microsoft.com/office/drawing/2014/main" id="{ADE6F53E-79BE-847D-062D-FF577904A998}"/>
              </a:ext>
            </a:extLst>
          </p:cNvPr>
          <p:cNvSpPr/>
          <p:nvPr/>
        </p:nvSpPr>
        <p:spPr>
          <a:xfrm>
            <a:off x="268683" y="216457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3943865-0A66-6233-1319-7A60D0EA3506}"/>
              </a:ext>
            </a:extLst>
          </p:cNvPr>
          <p:cNvSpPr txBox="1"/>
          <p:nvPr/>
        </p:nvSpPr>
        <p:spPr>
          <a:xfrm>
            <a:off x="378411" y="2315781"/>
            <a:ext cx="742511"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pill Over</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9BB8469-9CDE-DCB4-2062-4E9BCC0BB1CD}"/>
              </a:ext>
            </a:extLst>
          </p:cNvPr>
          <p:cNvSpPr txBox="1"/>
          <p:nvPr/>
        </p:nvSpPr>
        <p:spPr>
          <a:xfrm>
            <a:off x="378411" y="2647419"/>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a:t>
            </a:r>
            <a:r>
              <a:rPr lang="en-IN" b="1" kern="0">
                <a:solidFill>
                  <a:srgbClr val="696969"/>
                </a:solidFill>
                <a:latin typeface="Times New Roman" panose="02020603050405020304" pitchFamily="18" charset="0"/>
                <a:cs typeface="Times New Roman" panose="02020603050405020304" pitchFamily="18" charset="0"/>
              </a:rPr>
              <a:t>2.58</a:t>
            </a:r>
            <a:r>
              <a:rPr kumimoji="0"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Cr</a:t>
            </a:r>
          </a:p>
        </p:txBody>
      </p:sp>
      <p:sp>
        <p:nvSpPr>
          <p:cNvPr id="17" name="Rounded Rectangle 12">
            <a:extLst>
              <a:ext uri="{FF2B5EF4-FFF2-40B4-BE49-F238E27FC236}">
                <a16:creationId xmlns:a16="http://schemas.microsoft.com/office/drawing/2014/main" id="{03501631-3AE4-93BB-41B0-36708ED00337}"/>
              </a:ext>
            </a:extLst>
          </p:cNvPr>
          <p:cNvSpPr/>
          <p:nvPr/>
        </p:nvSpPr>
        <p:spPr>
          <a:xfrm>
            <a:off x="2188941" y="216457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9" name="Rectangle 18">
            <a:extLst>
              <a:ext uri="{FF2B5EF4-FFF2-40B4-BE49-F238E27FC236}">
                <a16:creationId xmlns:a16="http://schemas.microsoft.com/office/drawing/2014/main" id="{122EB964-A593-7695-4875-A94B96F161B5}"/>
              </a:ext>
            </a:extLst>
          </p:cNvPr>
          <p:cNvSpPr/>
          <p:nvPr/>
        </p:nvSpPr>
        <p:spPr>
          <a:xfrm>
            <a:off x="2188941" y="2164573"/>
            <a:ext cx="1490472" cy="82296"/>
          </a:xfrm>
          <a:prstGeom prst="rect">
            <a:avLst/>
          </a:prstGeom>
          <a:solidFill>
            <a:srgbClr val="CAA32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375075BE-7645-B9C4-0716-6780875C3747}"/>
              </a:ext>
            </a:extLst>
          </p:cNvPr>
          <p:cNvSpPr txBox="1"/>
          <p:nvPr/>
        </p:nvSpPr>
        <p:spPr>
          <a:xfrm>
            <a:off x="2298669" y="2315781"/>
            <a:ext cx="1362874"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New slab/ time linked</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25" name="TextBox 24">
            <a:extLst>
              <a:ext uri="{FF2B5EF4-FFF2-40B4-BE49-F238E27FC236}">
                <a16:creationId xmlns:a16="http://schemas.microsoft.com/office/drawing/2014/main" id="{4AFF45DB-7BA0-5440-DF91-9F822671FADC}"/>
              </a:ext>
            </a:extLst>
          </p:cNvPr>
          <p:cNvSpPr txBox="1"/>
          <p:nvPr/>
        </p:nvSpPr>
        <p:spPr>
          <a:xfrm>
            <a:off x="2298669" y="2647419"/>
            <a:ext cx="1088760" cy="369332"/>
          </a:xfrm>
          <a:prstGeom prst="rect">
            <a:avLst/>
          </a:prstGeom>
          <a:noFill/>
        </p:spPr>
        <p:txBody>
          <a:bodyPr wrap="none" anchor="ctr">
            <a:spAutoFit/>
          </a:bodyPr>
          <a:lstStyle/>
          <a:p>
            <a:pPr lvl="0" defTabSz="457200">
              <a:defRPr/>
            </a:pPr>
            <a:r>
              <a:rPr lang="en-IN" b="1" kern="0">
                <a:solidFill>
                  <a:srgbClr val="FFC000"/>
                </a:solidFill>
                <a:latin typeface="Times New Roman" panose="02020603050405020304" pitchFamily="18" charset="0"/>
                <a:cs typeface="Times New Roman" panose="02020603050405020304" pitchFamily="18" charset="0"/>
              </a:rPr>
              <a:t>₹</a:t>
            </a:r>
            <a:r>
              <a:rPr lang="en-IN" b="1" kern="0">
                <a:solidFill>
                  <a:srgbClr val="696969"/>
                </a:solidFill>
                <a:latin typeface="Times New Roman" panose="02020603050405020304" pitchFamily="18" charset="0"/>
                <a:cs typeface="Times New Roman" panose="02020603050405020304" pitchFamily="18" charset="0"/>
              </a:rPr>
              <a:t> </a:t>
            </a:r>
            <a:r>
              <a:rPr kumimoji="0" lang="en-US" sz="1800" b="1" i="0" u="none" strike="noStrike" kern="0" cap="none" spc="0" normalizeH="0" baseline="0" noProof="0">
                <a:ln>
                  <a:noFill/>
                </a:ln>
                <a:solidFill>
                  <a:srgbClr val="FFC000"/>
                </a:solidFill>
                <a:effectLst/>
                <a:uLnTx/>
                <a:uFillTx/>
                <a:latin typeface="Times New Roman" panose="02020603050405020304" pitchFamily="18" charset="0"/>
                <a:cs typeface="Times New Roman" panose="02020603050405020304" pitchFamily="18" charset="0"/>
              </a:rPr>
              <a:t>6.48</a:t>
            </a:r>
            <a:r>
              <a:rPr kumimoji="0" sz="1800" b="1" i="0" u="none" strike="noStrike" kern="0" cap="none" spc="0" normalizeH="0" baseline="0" noProof="0">
                <a:ln>
                  <a:noFill/>
                </a:ln>
                <a:solidFill>
                  <a:srgbClr val="FFC000"/>
                </a:solidFill>
                <a:effectLst/>
                <a:uLnTx/>
                <a:uFillTx/>
                <a:latin typeface="Times New Roman" panose="02020603050405020304" pitchFamily="18" charset="0"/>
                <a:cs typeface="Times New Roman" panose="02020603050405020304" pitchFamily="18" charset="0"/>
              </a:rPr>
              <a:t> Cr</a:t>
            </a:r>
          </a:p>
        </p:txBody>
      </p:sp>
      <p:sp>
        <p:nvSpPr>
          <p:cNvPr id="27" name="Rectangle 26">
            <a:extLst>
              <a:ext uri="{FF2B5EF4-FFF2-40B4-BE49-F238E27FC236}">
                <a16:creationId xmlns:a16="http://schemas.microsoft.com/office/drawing/2014/main" id="{CCF54EC6-4E2A-BD8D-F22B-84F7172A9AD6}"/>
              </a:ext>
            </a:extLst>
          </p:cNvPr>
          <p:cNvSpPr/>
          <p:nvPr/>
        </p:nvSpPr>
        <p:spPr>
          <a:xfrm>
            <a:off x="268683" y="2164573"/>
            <a:ext cx="1490472" cy="82296"/>
          </a:xfrm>
          <a:prstGeom prst="rect">
            <a:avLst/>
          </a:prstGeom>
          <a:solidFill>
            <a:srgbClr val="696969"/>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0529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D329F-DAD5-2263-0CB2-09915782CBE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67131D6-D787-B94F-BFA4-60F79D2F8F38}"/>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A2- Non collectible from the Target – Aug </a:t>
            </a:r>
          </a:p>
        </p:txBody>
      </p:sp>
      <p:sp>
        <p:nvSpPr>
          <p:cNvPr id="3" name="Rectangle: Rounded Corners 2">
            <a:extLst>
              <a:ext uri="{FF2B5EF4-FFF2-40B4-BE49-F238E27FC236}">
                <a16:creationId xmlns:a16="http://schemas.microsoft.com/office/drawing/2014/main" id="{07C4847A-97C1-E215-A153-15A491ECDE95}"/>
              </a:ext>
            </a:extLst>
          </p:cNvPr>
          <p:cNvSpPr/>
          <p:nvPr/>
        </p:nvSpPr>
        <p:spPr>
          <a:xfrm>
            <a:off x="268683" y="1012722"/>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latin typeface="Times New Roman" panose="02020603050405020304" pitchFamily="18" charset="0"/>
                <a:cs typeface="Times New Roman" panose="02020603050405020304" pitchFamily="18" charset="0"/>
              </a:rPr>
              <a:t>  Reason behind the Rs 9.06 Cr shortfall by Project </a:t>
            </a:r>
          </a:p>
        </p:txBody>
      </p:sp>
      <p:graphicFrame>
        <p:nvGraphicFramePr>
          <p:cNvPr id="4" name="Table 3">
            <a:extLst>
              <a:ext uri="{FF2B5EF4-FFF2-40B4-BE49-F238E27FC236}">
                <a16:creationId xmlns:a16="http://schemas.microsoft.com/office/drawing/2014/main" id="{2906653C-F15A-9489-F162-243C4F1A2844}"/>
              </a:ext>
            </a:extLst>
          </p:cNvPr>
          <p:cNvGraphicFramePr>
            <a:graphicFrameLocks noGrp="1"/>
          </p:cNvGraphicFramePr>
          <p:nvPr>
            <p:extLst>
              <p:ext uri="{D42A27DB-BD31-4B8C-83A1-F6EECF244321}">
                <p14:modId xmlns:p14="http://schemas.microsoft.com/office/powerpoint/2010/main" val="3463993656"/>
              </p:ext>
            </p:extLst>
          </p:nvPr>
        </p:nvGraphicFramePr>
        <p:xfrm>
          <a:off x="268682" y="3623682"/>
          <a:ext cx="10989255" cy="3033207"/>
        </p:xfrm>
        <a:graphic>
          <a:graphicData uri="http://schemas.openxmlformats.org/drawingml/2006/table">
            <a:tbl>
              <a:tblPr firstRow="1" bandRow="1">
                <a:tableStyleId>{5C22544A-7EE6-4342-B048-85BDC9FD1C3A}</a:tableStyleId>
              </a:tblPr>
              <a:tblGrid>
                <a:gridCol w="874642">
                  <a:extLst>
                    <a:ext uri="{9D8B030D-6E8A-4147-A177-3AD203B41FA5}">
                      <a16:colId xmlns:a16="http://schemas.microsoft.com/office/drawing/2014/main" val="2569056078"/>
                    </a:ext>
                  </a:extLst>
                </a:gridCol>
                <a:gridCol w="2504789">
                  <a:extLst>
                    <a:ext uri="{9D8B030D-6E8A-4147-A177-3AD203B41FA5}">
                      <a16:colId xmlns:a16="http://schemas.microsoft.com/office/drawing/2014/main" val="3350721099"/>
                    </a:ext>
                  </a:extLst>
                </a:gridCol>
                <a:gridCol w="1363072">
                  <a:extLst>
                    <a:ext uri="{9D8B030D-6E8A-4147-A177-3AD203B41FA5}">
                      <a16:colId xmlns:a16="http://schemas.microsoft.com/office/drawing/2014/main" val="1363093552"/>
                    </a:ext>
                  </a:extLst>
                </a:gridCol>
                <a:gridCol w="1188319">
                  <a:extLst>
                    <a:ext uri="{9D8B030D-6E8A-4147-A177-3AD203B41FA5}">
                      <a16:colId xmlns:a16="http://schemas.microsoft.com/office/drawing/2014/main" val="3104419526"/>
                    </a:ext>
                  </a:extLst>
                </a:gridCol>
                <a:gridCol w="5058433">
                  <a:extLst>
                    <a:ext uri="{9D8B030D-6E8A-4147-A177-3AD203B41FA5}">
                      <a16:colId xmlns:a16="http://schemas.microsoft.com/office/drawing/2014/main" val="1026927331"/>
                    </a:ext>
                  </a:extLst>
                </a:gridCol>
              </a:tblGrid>
              <a:tr h="348882">
                <a:tc>
                  <a:txBody>
                    <a:bodyPr/>
                    <a:lstStyle/>
                    <a:p>
                      <a:pPr algn="ctr"/>
                      <a:r>
                        <a:rPr lang="en-IN">
                          <a:latin typeface="Times New Roman" panose="02020603050405020304" pitchFamily="18" charset="0"/>
                          <a:cs typeface="Times New Roman" panose="02020603050405020304" pitchFamily="18" charset="0"/>
                        </a:rPr>
                        <a:t>Sr.no</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Category</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Project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Amount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Reason</a:t>
                      </a:r>
                    </a:p>
                  </a:txBody>
                  <a:tcPr>
                    <a:solidFill>
                      <a:srgbClr val="5B0C15"/>
                    </a:solidFill>
                  </a:tcPr>
                </a:tc>
                <a:extLst>
                  <a:ext uri="{0D108BD9-81ED-4DB2-BD59-A6C34878D82A}">
                    <a16:rowId xmlns:a16="http://schemas.microsoft.com/office/drawing/2014/main" val="2368263038"/>
                  </a:ext>
                </a:extLst>
              </a:tr>
              <a:tr h="889149">
                <a:tc>
                  <a:txBody>
                    <a:bodyPr/>
                    <a:lstStyle/>
                    <a:p>
                      <a:pPr algn="ctr"/>
                      <a:r>
                        <a:rPr lang="en-US" sz="1500">
                          <a:latin typeface="Times New Roman" panose="02020603050405020304" pitchFamily="18" charset="0"/>
                          <a:cs typeface="Times New Roman" panose="02020603050405020304" pitchFamily="18" charset="0"/>
                        </a:rPr>
                        <a:t>7</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Spill Over</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Enclave</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0.24</a:t>
                      </a:r>
                      <a:endParaRPr lang="en-IN" sz="1500">
                        <a:latin typeface="Times New Roman" panose="02020603050405020304" pitchFamily="18" charset="0"/>
                        <a:cs typeface="Times New Roman" panose="02020603050405020304" pitchFamily="18" charset="0"/>
                      </a:endParaRPr>
                    </a:p>
                  </a:txBody>
                  <a:tcPr anchor="ctr"/>
                </a:tc>
                <a:tc>
                  <a:txBody>
                    <a:bodyPr/>
                    <a:lstStyle/>
                    <a:p>
                      <a:r>
                        <a:rPr lang="en-US" sz="1500" b="0">
                          <a:latin typeface="Times New Roman" panose="02020603050405020304" pitchFamily="18" charset="0"/>
                          <a:cs typeface="Times New Roman" panose="02020603050405020304" pitchFamily="18" charset="0"/>
                        </a:rPr>
                        <a:t>Fund Issues and Management reference</a:t>
                      </a:r>
                      <a:endParaRPr lang="en-IN" sz="1500" b="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344749"/>
                  </a:ext>
                </a:extLst>
              </a:tr>
              <a:tr h="889149">
                <a:tc>
                  <a:txBody>
                    <a:bodyPr/>
                    <a:lstStyle/>
                    <a:p>
                      <a:pPr algn="ctr"/>
                      <a:r>
                        <a:rPr lang="en-US" sz="1500">
                          <a:latin typeface="Times New Roman" panose="02020603050405020304" pitchFamily="18" charset="0"/>
                          <a:cs typeface="Times New Roman" panose="02020603050405020304" pitchFamily="18" charset="0"/>
                        </a:rPr>
                        <a:t>8</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Spill Over</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Paradise</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0.23</a:t>
                      </a:r>
                      <a:endParaRPr lang="en-IN" sz="1500">
                        <a:latin typeface="Times New Roman" panose="02020603050405020304" pitchFamily="18" charset="0"/>
                        <a:cs typeface="Times New Roman" panose="02020603050405020304" pitchFamily="18" charset="0"/>
                      </a:endParaRPr>
                    </a:p>
                  </a:txBody>
                  <a:tcPr anchor="ctr"/>
                </a:tc>
                <a:tc>
                  <a:txBody>
                    <a:bodyPr/>
                    <a:lstStyle/>
                    <a:p>
                      <a:pPr algn="l" fontAlgn="ctr">
                        <a:lnSpc>
                          <a:spcPct val="150000"/>
                        </a:lnSpc>
                      </a:pPr>
                      <a:r>
                        <a:rPr lang="en-US" sz="1600" b="0" i="0" u="none" strike="noStrike">
                          <a:solidFill>
                            <a:srgbClr val="000000"/>
                          </a:solidFill>
                          <a:effectLst/>
                          <a:latin typeface="Times New Roman"/>
                        </a:rPr>
                        <a:t>Fund issues.</a:t>
                      </a:r>
                    </a:p>
                  </a:txBody>
                  <a:tcPr anchor="ctr"/>
                </a:tc>
                <a:extLst>
                  <a:ext uri="{0D108BD9-81ED-4DB2-BD59-A6C34878D82A}">
                    <a16:rowId xmlns:a16="http://schemas.microsoft.com/office/drawing/2014/main" val="2132205210"/>
                  </a:ext>
                </a:extLst>
              </a:tr>
              <a:tr h="889149">
                <a:tc>
                  <a:txBody>
                    <a:bodyPr/>
                    <a:lstStyle/>
                    <a:p>
                      <a:pPr algn="ctr"/>
                      <a:r>
                        <a:rPr lang="en-US" sz="1500">
                          <a:latin typeface="Times New Roman" panose="02020603050405020304" pitchFamily="18" charset="0"/>
                          <a:cs typeface="Times New Roman" panose="02020603050405020304" pitchFamily="18" charset="0"/>
                        </a:rPr>
                        <a:t>9</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Spill Over</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Ananta</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0.04</a:t>
                      </a:r>
                      <a:endParaRPr lang="en-IN" sz="1500">
                        <a:latin typeface="Times New Roman" panose="02020603050405020304" pitchFamily="18" charset="0"/>
                        <a:cs typeface="Times New Roman" panose="02020603050405020304" pitchFamily="18" charset="0"/>
                      </a:endParaRPr>
                    </a:p>
                  </a:txBody>
                  <a:tcPr anchor="ctr"/>
                </a:tc>
                <a:tc>
                  <a:txBody>
                    <a:bodyPr/>
                    <a:lstStyle/>
                    <a:p>
                      <a:r>
                        <a:rPr lang="en-US" sz="1500" b="0">
                          <a:latin typeface="Times New Roman" panose="02020603050405020304" pitchFamily="18" charset="0"/>
                          <a:cs typeface="Times New Roman" panose="02020603050405020304" pitchFamily="18" charset="0"/>
                        </a:rPr>
                        <a:t>Fund issues</a:t>
                      </a:r>
                      <a:endParaRPr lang="en-IN" sz="1500" b="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3470829121"/>
                  </a:ext>
                </a:extLst>
              </a:tr>
            </a:tbl>
          </a:graphicData>
        </a:graphic>
      </p:graphicFrame>
      <p:sp>
        <p:nvSpPr>
          <p:cNvPr id="6" name="Rounded Rectangle 8">
            <a:extLst>
              <a:ext uri="{FF2B5EF4-FFF2-40B4-BE49-F238E27FC236}">
                <a16:creationId xmlns:a16="http://schemas.microsoft.com/office/drawing/2014/main" id="{7A717CE7-1B05-F3F3-D0D3-A1A815FFE608}"/>
              </a:ext>
            </a:extLst>
          </p:cNvPr>
          <p:cNvSpPr/>
          <p:nvPr/>
        </p:nvSpPr>
        <p:spPr>
          <a:xfrm>
            <a:off x="268683" y="216457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AACB547-2972-8DFD-ED18-0AAB0F0E968E}"/>
              </a:ext>
            </a:extLst>
          </p:cNvPr>
          <p:cNvSpPr txBox="1"/>
          <p:nvPr/>
        </p:nvSpPr>
        <p:spPr>
          <a:xfrm>
            <a:off x="378411" y="2315781"/>
            <a:ext cx="742511"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pill Over</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7684F7C-216F-FD23-2A34-E399A9A5FB30}"/>
              </a:ext>
            </a:extLst>
          </p:cNvPr>
          <p:cNvSpPr txBox="1"/>
          <p:nvPr/>
        </p:nvSpPr>
        <p:spPr>
          <a:xfrm>
            <a:off x="378411" y="2647419"/>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a:t>
            </a:r>
            <a:r>
              <a:rPr lang="en-IN" b="1" kern="0">
                <a:solidFill>
                  <a:srgbClr val="696969"/>
                </a:solidFill>
                <a:latin typeface="Times New Roman" panose="02020603050405020304" pitchFamily="18" charset="0"/>
                <a:cs typeface="Times New Roman" panose="02020603050405020304" pitchFamily="18" charset="0"/>
              </a:rPr>
              <a:t>2.58</a:t>
            </a:r>
            <a:r>
              <a:rPr kumimoji="0"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Cr</a:t>
            </a:r>
          </a:p>
        </p:txBody>
      </p:sp>
      <p:sp>
        <p:nvSpPr>
          <p:cNvPr id="13" name="Rounded Rectangle 12">
            <a:extLst>
              <a:ext uri="{FF2B5EF4-FFF2-40B4-BE49-F238E27FC236}">
                <a16:creationId xmlns:a16="http://schemas.microsoft.com/office/drawing/2014/main" id="{E4C6891E-9A57-E0A6-9E83-5DAAC6328ABF}"/>
              </a:ext>
            </a:extLst>
          </p:cNvPr>
          <p:cNvSpPr/>
          <p:nvPr/>
        </p:nvSpPr>
        <p:spPr>
          <a:xfrm>
            <a:off x="2188941" y="216457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585ED461-A0C1-ED6C-A160-20DDFD59CDF5}"/>
              </a:ext>
            </a:extLst>
          </p:cNvPr>
          <p:cNvSpPr/>
          <p:nvPr/>
        </p:nvSpPr>
        <p:spPr>
          <a:xfrm>
            <a:off x="2188941" y="2164573"/>
            <a:ext cx="1490472" cy="82296"/>
          </a:xfrm>
          <a:prstGeom prst="rect">
            <a:avLst/>
          </a:prstGeom>
          <a:solidFill>
            <a:srgbClr val="CAA32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4364E592-A550-4AB3-48A6-58720A1CB9DA}"/>
              </a:ext>
            </a:extLst>
          </p:cNvPr>
          <p:cNvSpPr txBox="1"/>
          <p:nvPr/>
        </p:nvSpPr>
        <p:spPr>
          <a:xfrm>
            <a:off x="2298669" y="2315781"/>
            <a:ext cx="1362874"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New slab/ time linked</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E9349EFA-2F21-C886-5CBE-23CF1BE5058B}"/>
              </a:ext>
            </a:extLst>
          </p:cNvPr>
          <p:cNvSpPr txBox="1"/>
          <p:nvPr/>
        </p:nvSpPr>
        <p:spPr>
          <a:xfrm>
            <a:off x="2298669" y="2647419"/>
            <a:ext cx="1088760" cy="369332"/>
          </a:xfrm>
          <a:prstGeom prst="rect">
            <a:avLst/>
          </a:prstGeom>
          <a:noFill/>
        </p:spPr>
        <p:txBody>
          <a:bodyPr wrap="none" anchor="ctr">
            <a:spAutoFit/>
          </a:bodyPr>
          <a:lstStyle/>
          <a:p>
            <a:pPr lvl="0" defTabSz="457200">
              <a:defRPr/>
            </a:pPr>
            <a:r>
              <a:rPr lang="en-IN" b="1" kern="0">
                <a:solidFill>
                  <a:srgbClr val="FFC000"/>
                </a:solidFill>
                <a:latin typeface="Times New Roman" panose="02020603050405020304" pitchFamily="18" charset="0"/>
                <a:cs typeface="Times New Roman" panose="02020603050405020304" pitchFamily="18" charset="0"/>
              </a:rPr>
              <a:t>₹</a:t>
            </a:r>
            <a:r>
              <a:rPr lang="en-IN" b="1" kern="0">
                <a:solidFill>
                  <a:srgbClr val="696969"/>
                </a:solidFill>
                <a:latin typeface="Times New Roman" panose="02020603050405020304" pitchFamily="18" charset="0"/>
                <a:cs typeface="Times New Roman" panose="02020603050405020304" pitchFamily="18" charset="0"/>
              </a:rPr>
              <a:t> </a:t>
            </a:r>
            <a:r>
              <a:rPr kumimoji="0" lang="en-US" sz="1800" b="1" i="0" u="none" strike="noStrike" kern="0" cap="none" spc="0" normalizeH="0" baseline="0" noProof="0">
                <a:ln>
                  <a:noFill/>
                </a:ln>
                <a:solidFill>
                  <a:srgbClr val="FFC000"/>
                </a:solidFill>
                <a:effectLst/>
                <a:uLnTx/>
                <a:uFillTx/>
                <a:latin typeface="Times New Roman" panose="02020603050405020304" pitchFamily="18" charset="0"/>
                <a:cs typeface="Times New Roman" panose="02020603050405020304" pitchFamily="18" charset="0"/>
              </a:rPr>
              <a:t>6.48</a:t>
            </a:r>
            <a:r>
              <a:rPr kumimoji="0" sz="1800" b="1" i="0" u="none" strike="noStrike" kern="0" cap="none" spc="0" normalizeH="0" baseline="0" noProof="0">
                <a:ln>
                  <a:noFill/>
                </a:ln>
                <a:solidFill>
                  <a:srgbClr val="FFC000"/>
                </a:solidFill>
                <a:effectLst/>
                <a:uLnTx/>
                <a:uFillTx/>
                <a:latin typeface="Times New Roman" panose="02020603050405020304" pitchFamily="18" charset="0"/>
                <a:cs typeface="Times New Roman" panose="02020603050405020304" pitchFamily="18" charset="0"/>
              </a:rPr>
              <a:t> Cr</a:t>
            </a:r>
          </a:p>
        </p:txBody>
      </p:sp>
      <p:sp>
        <p:nvSpPr>
          <p:cNvPr id="23" name="Rectangle 22">
            <a:extLst>
              <a:ext uri="{FF2B5EF4-FFF2-40B4-BE49-F238E27FC236}">
                <a16:creationId xmlns:a16="http://schemas.microsoft.com/office/drawing/2014/main" id="{935F51C3-9227-A5FA-57BC-B13F1FEEA389}"/>
              </a:ext>
            </a:extLst>
          </p:cNvPr>
          <p:cNvSpPr/>
          <p:nvPr/>
        </p:nvSpPr>
        <p:spPr>
          <a:xfrm>
            <a:off x="268683" y="2164573"/>
            <a:ext cx="1490472" cy="82296"/>
          </a:xfrm>
          <a:prstGeom prst="rect">
            <a:avLst/>
          </a:prstGeom>
          <a:solidFill>
            <a:srgbClr val="696969"/>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83881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35B4A-82C4-2B2F-F855-A794EF34AEC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A7D282F-A111-A161-2071-63DDA4D8215B}"/>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A2- Non collectible from the Target – Aug </a:t>
            </a:r>
          </a:p>
        </p:txBody>
      </p:sp>
      <p:sp>
        <p:nvSpPr>
          <p:cNvPr id="3" name="Rectangle: Rounded Corners 2">
            <a:extLst>
              <a:ext uri="{FF2B5EF4-FFF2-40B4-BE49-F238E27FC236}">
                <a16:creationId xmlns:a16="http://schemas.microsoft.com/office/drawing/2014/main" id="{E645572E-CB36-9078-8969-6A4F47F6A709}"/>
              </a:ext>
            </a:extLst>
          </p:cNvPr>
          <p:cNvSpPr/>
          <p:nvPr/>
        </p:nvSpPr>
        <p:spPr>
          <a:xfrm>
            <a:off x="268683" y="1012722"/>
            <a:ext cx="10989253" cy="835742"/>
          </a:xfrm>
          <a:prstGeom prst="roundRect">
            <a:avLst/>
          </a:prstGeom>
          <a:solidFill>
            <a:srgbClr val="5B0C15"/>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000">
                <a:latin typeface="Times New Roman" panose="02020603050405020304" pitchFamily="18" charset="0"/>
                <a:cs typeface="Times New Roman" panose="02020603050405020304" pitchFamily="18" charset="0"/>
              </a:rPr>
              <a:t>  Reason behind the Rs 9.06 Cr shortfall by Project </a:t>
            </a:r>
          </a:p>
        </p:txBody>
      </p:sp>
      <p:graphicFrame>
        <p:nvGraphicFramePr>
          <p:cNvPr id="4" name="Table 3">
            <a:extLst>
              <a:ext uri="{FF2B5EF4-FFF2-40B4-BE49-F238E27FC236}">
                <a16:creationId xmlns:a16="http://schemas.microsoft.com/office/drawing/2014/main" id="{BA955024-1337-D4F6-DF82-9953ED00626A}"/>
              </a:ext>
            </a:extLst>
          </p:cNvPr>
          <p:cNvGraphicFramePr>
            <a:graphicFrameLocks noGrp="1"/>
          </p:cNvGraphicFramePr>
          <p:nvPr>
            <p:extLst>
              <p:ext uri="{D42A27DB-BD31-4B8C-83A1-F6EECF244321}">
                <p14:modId xmlns:p14="http://schemas.microsoft.com/office/powerpoint/2010/main" val="1901187143"/>
              </p:ext>
            </p:extLst>
          </p:nvPr>
        </p:nvGraphicFramePr>
        <p:xfrm>
          <a:off x="268682" y="3623682"/>
          <a:ext cx="10989254" cy="1254909"/>
        </p:xfrm>
        <a:graphic>
          <a:graphicData uri="http://schemas.openxmlformats.org/drawingml/2006/table">
            <a:tbl>
              <a:tblPr firstRow="1" bandRow="1">
                <a:tableStyleId>{5C22544A-7EE6-4342-B048-85BDC9FD1C3A}</a:tableStyleId>
              </a:tblPr>
              <a:tblGrid>
                <a:gridCol w="874642">
                  <a:extLst>
                    <a:ext uri="{9D8B030D-6E8A-4147-A177-3AD203B41FA5}">
                      <a16:colId xmlns:a16="http://schemas.microsoft.com/office/drawing/2014/main" val="2569056078"/>
                    </a:ext>
                  </a:extLst>
                </a:gridCol>
                <a:gridCol w="2504788">
                  <a:extLst>
                    <a:ext uri="{9D8B030D-6E8A-4147-A177-3AD203B41FA5}">
                      <a16:colId xmlns:a16="http://schemas.microsoft.com/office/drawing/2014/main" val="3350721099"/>
                    </a:ext>
                  </a:extLst>
                </a:gridCol>
                <a:gridCol w="1363072">
                  <a:extLst>
                    <a:ext uri="{9D8B030D-6E8A-4147-A177-3AD203B41FA5}">
                      <a16:colId xmlns:a16="http://schemas.microsoft.com/office/drawing/2014/main" val="1363093552"/>
                    </a:ext>
                  </a:extLst>
                </a:gridCol>
                <a:gridCol w="1188319">
                  <a:extLst>
                    <a:ext uri="{9D8B030D-6E8A-4147-A177-3AD203B41FA5}">
                      <a16:colId xmlns:a16="http://schemas.microsoft.com/office/drawing/2014/main" val="3104419526"/>
                    </a:ext>
                  </a:extLst>
                </a:gridCol>
                <a:gridCol w="5058433">
                  <a:extLst>
                    <a:ext uri="{9D8B030D-6E8A-4147-A177-3AD203B41FA5}">
                      <a16:colId xmlns:a16="http://schemas.microsoft.com/office/drawing/2014/main" val="1026927331"/>
                    </a:ext>
                  </a:extLst>
                </a:gridCol>
              </a:tblGrid>
              <a:tr h="348882">
                <a:tc>
                  <a:txBody>
                    <a:bodyPr/>
                    <a:lstStyle/>
                    <a:p>
                      <a:pPr algn="ctr"/>
                      <a:r>
                        <a:rPr lang="en-IN">
                          <a:latin typeface="Times New Roman" panose="02020603050405020304" pitchFamily="18" charset="0"/>
                          <a:cs typeface="Times New Roman" panose="02020603050405020304" pitchFamily="18" charset="0"/>
                        </a:rPr>
                        <a:t>Sr.no</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Category</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Project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Amount </a:t>
                      </a:r>
                    </a:p>
                  </a:txBody>
                  <a:tcPr>
                    <a:solidFill>
                      <a:srgbClr val="5B0C15"/>
                    </a:solidFill>
                  </a:tcPr>
                </a:tc>
                <a:tc>
                  <a:txBody>
                    <a:bodyPr/>
                    <a:lstStyle/>
                    <a:p>
                      <a:pPr algn="ctr"/>
                      <a:r>
                        <a:rPr lang="en-IN">
                          <a:latin typeface="Times New Roman" panose="02020603050405020304" pitchFamily="18" charset="0"/>
                          <a:cs typeface="Times New Roman" panose="02020603050405020304" pitchFamily="18" charset="0"/>
                        </a:rPr>
                        <a:t>Reason</a:t>
                      </a:r>
                    </a:p>
                  </a:txBody>
                  <a:tcPr>
                    <a:solidFill>
                      <a:srgbClr val="5B0C15"/>
                    </a:solidFill>
                  </a:tcPr>
                </a:tc>
                <a:extLst>
                  <a:ext uri="{0D108BD9-81ED-4DB2-BD59-A6C34878D82A}">
                    <a16:rowId xmlns:a16="http://schemas.microsoft.com/office/drawing/2014/main" val="2368263038"/>
                  </a:ext>
                </a:extLst>
              </a:tr>
              <a:tr h="889149">
                <a:tc>
                  <a:txBody>
                    <a:bodyPr/>
                    <a:lstStyle/>
                    <a:p>
                      <a:pPr algn="ctr"/>
                      <a:r>
                        <a:rPr lang="en-US" sz="1500">
                          <a:latin typeface="Times New Roman" panose="02020603050405020304" pitchFamily="18" charset="0"/>
                          <a:cs typeface="Times New Roman" panose="02020603050405020304" pitchFamily="18" charset="0"/>
                        </a:rPr>
                        <a:t>10</a:t>
                      </a:r>
                      <a:endParaRPr lang="en-IN" sz="1500">
                        <a:latin typeface="Times New Roman" panose="02020603050405020304" pitchFamily="18" charset="0"/>
                        <a:cs typeface="Times New Roman" panose="02020603050405020304" pitchFamily="18"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500">
                          <a:latin typeface="Times New Roman" panose="02020603050405020304" pitchFamily="18" charset="0"/>
                          <a:cs typeface="Times New Roman" panose="02020603050405020304" pitchFamily="18" charset="0"/>
                        </a:rPr>
                        <a:t>Spill Over</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Vista</a:t>
                      </a:r>
                      <a:endParaRPr lang="en-IN" sz="1500">
                        <a:latin typeface="Times New Roman" panose="02020603050405020304" pitchFamily="18" charset="0"/>
                        <a:cs typeface="Times New Roman" panose="02020603050405020304" pitchFamily="18" charset="0"/>
                      </a:endParaRPr>
                    </a:p>
                  </a:txBody>
                  <a:tcPr anchor="ctr"/>
                </a:tc>
                <a:tc>
                  <a:txBody>
                    <a:bodyPr/>
                    <a:lstStyle/>
                    <a:p>
                      <a:pPr algn="ctr"/>
                      <a:r>
                        <a:rPr lang="en-US" sz="1500">
                          <a:latin typeface="Times New Roman" panose="02020603050405020304" pitchFamily="18" charset="0"/>
                          <a:cs typeface="Times New Roman" panose="02020603050405020304" pitchFamily="18" charset="0"/>
                        </a:rPr>
                        <a:t>0.02</a:t>
                      </a:r>
                      <a:endParaRPr lang="en-IN" sz="1500">
                        <a:latin typeface="Times New Roman" panose="02020603050405020304" pitchFamily="18" charset="0"/>
                        <a:cs typeface="Times New Roman" panose="02020603050405020304" pitchFamily="18" charset="0"/>
                      </a:endParaRPr>
                    </a:p>
                  </a:txBody>
                  <a:tcPr anchor="ctr"/>
                </a:tc>
                <a:tc>
                  <a:txBody>
                    <a:bodyPr/>
                    <a:lstStyle/>
                    <a:p>
                      <a:r>
                        <a:rPr lang="en-US" sz="1500" b="0">
                          <a:latin typeface="Times New Roman" panose="02020603050405020304" pitchFamily="18" charset="0"/>
                          <a:cs typeface="Times New Roman" panose="02020603050405020304" pitchFamily="18" charset="0"/>
                        </a:rPr>
                        <a:t>Fund Issues</a:t>
                      </a:r>
                      <a:endParaRPr lang="en-IN" sz="1500" b="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0344749"/>
                  </a:ext>
                </a:extLst>
              </a:tr>
            </a:tbl>
          </a:graphicData>
        </a:graphic>
      </p:graphicFrame>
      <p:sp>
        <p:nvSpPr>
          <p:cNvPr id="6" name="Rounded Rectangle 8">
            <a:extLst>
              <a:ext uri="{FF2B5EF4-FFF2-40B4-BE49-F238E27FC236}">
                <a16:creationId xmlns:a16="http://schemas.microsoft.com/office/drawing/2014/main" id="{8AF3EA70-0800-2679-F2F4-A6C007C5F475}"/>
              </a:ext>
            </a:extLst>
          </p:cNvPr>
          <p:cNvSpPr/>
          <p:nvPr/>
        </p:nvSpPr>
        <p:spPr>
          <a:xfrm>
            <a:off x="268683" y="216457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78198E7-07CC-79A7-60AB-ADAB03C745EE}"/>
              </a:ext>
            </a:extLst>
          </p:cNvPr>
          <p:cNvSpPr txBox="1"/>
          <p:nvPr/>
        </p:nvSpPr>
        <p:spPr>
          <a:xfrm>
            <a:off x="378411" y="2315781"/>
            <a:ext cx="742511"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S</a:t>
            </a:r>
            <a:r>
              <a:rPr kumimoji="0" lang="en-IN"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pill Over</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D820E3F6-7955-69BB-32FF-0E44A337E693}"/>
              </a:ext>
            </a:extLst>
          </p:cNvPr>
          <p:cNvSpPr txBox="1"/>
          <p:nvPr/>
        </p:nvSpPr>
        <p:spPr>
          <a:xfrm>
            <a:off x="378411" y="2647419"/>
            <a:ext cx="1031051" cy="369332"/>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IN"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a:t>
            </a:r>
            <a:r>
              <a:rPr lang="en-IN" b="1" kern="0">
                <a:solidFill>
                  <a:srgbClr val="696969"/>
                </a:solidFill>
                <a:latin typeface="Times New Roman" panose="02020603050405020304" pitchFamily="18" charset="0"/>
                <a:cs typeface="Times New Roman" panose="02020603050405020304" pitchFamily="18" charset="0"/>
              </a:rPr>
              <a:t>2.58</a:t>
            </a:r>
            <a:r>
              <a:rPr kumimoji="0" sz="18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 Cr</a:t>
            </a:r>
          </a:p>
        </p:txBody>
      </p:sp>
      <p:sp>
        <p:nvSpPr>
          <p:cNvPr id="13" name="Rounded Rectangle 12">
            <a:extLst>
              <a:ext uri="{FF2B5EF4-FFF2-40B4-BE49-F238E27FC236}">
                <a16:creationId xmlns:a16="http://schemas.microsoft.com/office/drawing/2014/main" id="{87892335-49FF-522E-0B90-F6A407FFA9CE}"/>
              </a:ext>
            </a:extLst>
          </p:cNvPr>
          <p:cNvSpPr/>
          <p:nvPr/>
        </p:nvSpPr>
        <p:spPr>
          <a:xfrm>
            <a:off x="2188941" y="2164573"/>
            <a:ext cx="1490472" cy="1143000"/>
          </a:xfrm>
          <a:prstGeom prst="roundRect">
            <a:avLst/>
          </a:prstGeom>
          <a:solidFill>
            <a:srgbClr val="FFFFFF"/>
          </a:solidFill>
          <a:ln w="9525" cap="flat" cmpd="sng" algn="ctr">
            <a:solidFill>
              <a:srgbClr val="E1E1E1"/>
            </a:solid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5C14DA8B-3140-3170-53FA-7C230FECE10F}"/>
              </a:ext>
            </a:extLst>
          </p:cNvPr>
          <p:cNvSpPr/>
          <p:nvPr/>
        </p:nvSpPr>
        <p:spPr>
          <a:xfrm>
            <a:off x="2188941" y="2164573"/>
            <a:ext cx="1490472" cy="82296"/>
          </a:xfrm>
          <a:prstGeom prst="rect">
            <a:avLst/>
          </a:prstGeom>
          <a:solidFill>
            <a:srgbClr val="CAA323"/>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D7B0F231-2287-F0AD-3784-9341E8844C73}"/>
              </a:ext>
            </a:extLst>
          </p:cNvPr>
          <p:cNvSpPr txBox="1"/>
          <p:nvPr/>
        </p:nvSpPr>
        <p:spPr>
          <a:xfrm>
            <a:off x="2298669" y="2315781"/>
            <a:ext cx="1362874" cy="246221"/>
          </a:xfrm>
          <a:prstGeom prst="rect">
            <a:avLst/>
          </a:prstGeom>
          <a:noFill/>
        </p:spPr>
        <p:txBody>
          <a:bodyPr wrap="none" anchor="ctr">
            <a:sp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rPr>
              <a:t>New slab/ time linked</a:t>
            </a:r>
            <a:endParaRPr kumimoji="0" sz="1000" b="1" i="0" u="none" strike="noStrike" kern="0" cap="none" spc="0" normalizeH="0" baseline="0" noProof="0">
              <a:ln>
                <a:noFill/>
              </a:ln>
              <a:solidFill>
                <a:srgbClr val="696969"/>
              </a:solidFill>
              <a:effectLst/>
              <a:uLnTx/>
              <a:uFillTx/>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74556999-1421-E85F-2712-C24F5CA647A7}"/>
              </a:ext>
            </a:extLst>
          </p:cNvPr>
          <p:cNvSpPr txBox="1"/>
          <p:nvPr/>
        </p:nvSpPr>
        <p:spPr>
          <a:xfrm>
            <a:off x="2298669" y="2647419"/>
            <a:ext cx="1088760" cy="369332"/>
          </a:xfrm>
          <a:prstGeom prst="rect">
            <a:avLst/>
          </a:prstGeom>
          <a:noFill/>
        </p:spPr>
        <p:txBody>
          <a:bodyPr wrap="none" anchor="ctr">
            <a:spAutoFit/>
          </a:bodyPr>
          <a:lstStyle/>
          <a:p>
            <a:pPr lvl="0" defTabSz="457200">
              <a:defRPr/>
            </a:pPr>
            <a:r>
              <a:rPr lang="en-IN" b="1" kern="0">
                <a:solidFill>
                  <a:srgbClr val="FFC000"/>
                </a:solidFill>
                <a:latin typeface="Times New Roman" panose="02020603050405020304" pitchFamily="18" charset="0"/>
                <a:cs typeface="Times New Roman" panose="02020603050405020304" pitchFamily="18" charset="0"/>
              </a:rPr>
              <a:t>₹</a:t>
            </a:r>
            <a:r>
              <a:rPr lang="en-IN" b="1" kern="0">
                <a:solidFill>
                  <a:srgbClr val="696969"/>
                </a:solidFill>
                <a:latin typeface="Times New Roman" panose="02020603050405020304" pitchFamily="18" charset="0"/>
                <a:cs typeface="Times New Roman" panose="02020603050405020304" pitchFamily="18" charset="0"/>
              </a:rPr>
              <a:t> </a:t>
            </a:r>
            <a:r>
              <a:rPr kumimoji="0" lang="en-US" sz="1800" b="1" i="0" u="none" strike="noStrike" kern="0" cap="none" spc="0" normalizeH="0" baseline="0" noProof="0">
                <a:ln>
                  <a:noFill/>
                </a:ln>
                <a:solidFill>
                  <a:srgbClr val="FFC000"/>
                </a:solidFill>
                <a:effectLst/>
                <a:uLnTx/>
                <a:uFillTx/>
                <a:latin typeface="Times New Roman" panose="02020603050405020304" pitchFamily="18" charset="0"/>
                <a:cs typeface="Times New Roman" panose="02020603050405020304" pitchFamily="18" charset="0"/>
              </a:rPr>
              <a:t>6.48</a:t>
            </a:r>
            <a:r>
              <a:rPr kumimoji="0" sz="1800" b="1" i="0" u="none" strike="noStrike" kern="0" cap="none" spc="0" normalizeH="0" baseline="0" noProof="0">
                <a:ln>
                  <a:noFill/>
                </a:ln>
                <a:solidFill>
                  <a:srgbClr val="FFC000"/>
                </a:solidFill>
                <a:effectLst/>
                <a:uLnTx/>
                <a:uFillTx/>
                <a:latin typeface="Times New Roman" panose="02020603050405020304" pitchFamily="18" charset="0"/>
                <a:cs typeface="Times New Roman" panose="02020603050405020304" pitchFamily="18" charset="0"/>
              </a:rPr>
              <a:t> Cr</a:t>
            </a:r>
          </a:p>
        </p:txBody>
      </p:sp>
      <p:sp>
        <p:nvSpPr>
          <p:cNvPr id="23" name="Rectangle 22">
            <a:extLst>
              <a:ext uri="{FF2B5EF4-FFF2-40B4-BE49-F238E27FC236}">
                <a16:creationId xmlns:a16="http://schemas.microsoft.com/office/drawing/2014/main" id="{CDED54E1-9F84-62EA-3076-FFA51248183B}"/>
              </a:ext>
            </a:extLst>
          </p:cNvPr>
          <p:cNvSpPr/>
          <p:nvPr/>
        </p:nvSpPr>
        <p:spPr>
          <a:xfrm>
            <a:off x="268683" y="2164573"/>
            <a:ext cx="1490472" cy="82296"/>
          </a:xfrm>
          <a:prstGeom prst="rect">
            <a:avLst/>
          </a:prstGeom>
          <a:solidFill>
            <a:srgbClr val="696969"/>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1621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ED755-29D9-1470-895C-9464E58087E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15AAE34-C4EC-F5C4-73E1-A350D5EFEAE0}"/>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A3- Target vs Forecast vs Achievement - July</a:t>
            </a:r>
          </a:p>
        </p:txBody>
      </p:sp>
      <p:graphicFrame>
        <p:nvGraphicFramePr>
          <p:cNvPr id="4" name="Chart 3">
            <a:extLst>
              <a:ext uri="{FF2B5EF4-FFF2-40B4-BE49-F238E27FC236}">
                <a16:creationId xmlns:a16="http://schemas.microsoft.com/office/drawing/2014/main" id="{632121E6-3B12-B745-5503-C1BDBC74F327}"/>
              </a:ext>
            </a:extLst>
          </p:cNvPr>
          <p:cNvGraphicFramePr>
            <a:graphicFrameLocks/>
          </p:cNvGraphicFramePr>
          <p:nvPr>
            <p:extLst>
              <p:ext uri="{D42A27DB-BD31-4B8C-83A1-F6EECF244321}">
                <p14:modId xmlns:p14="http://schemas.microsoft.com/office/powerpoint/2010/main" val="3102774931"/>
              </p:ext>
            </p:extLst>
          </p:nvPr>
        </p:nvGraphicFramePr>
        <p:xfrm>
          <a:off x="268682" y="1186543"/>
          <a:ext cx="10989254" cy="526664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360575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F58D8-AB33-2BAF-DCE5-3C6870748B1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3687D5B-FAF5-405A-766F-CC60EE3F9A8D}"/>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A4- Collection Summary- Category wise</a:t>
            </a:r>
          </a:p>
        </p:txBody>
      </p:sp>
      <p:graphicFrame>
        <p:nvGraphicFramePr>
          <p:cNvPr id="6" name="Table 5">
            <a:extLst>
              <a:ext uri="{FF2B5EF4-FFF2-40B4-BE49-F238E27FC236}">
                <a16:creationId xmlns:a16="http://schemas.microsoft.com/office/drawing/2014/main" id="{0AE32298-5741-DCE3-E028-130271E506A5}"/>
              </a:ext>
            </a:extLst>
          </p:cNvPr>
          <p:cNvGraphicFramePr>
            <a:graphicFrameLocks noGrp="1"/>
          </p:cNvGraphicFramePr>
          <p:nvPr>
            <p:extLst>
              <p:ext uri="{D42A27DB-BD31-4B8C-83A1-F6EECF244321}">
                <p14:modId xmlns:p14="http://schemas.microsoft.com/office/powerpoint/2010/main" val="2415301563"/>
              </p:ext>
            </p:extLst>
          </p:nvPr>
        </p:nvGraphicFramePr>
        <p:xfrm>
          <a:off x="1275388" y="1231688"/>
          <a:ext cx="9641224" cy="3774690"/>
        </p:xfrm>
        <a:graphic>
          <a:graphicData uri="http://schemas.openxmlformats.org/drawingml/2006/table">
            <a:tbl>
              <a:tblPr/>
              <a:tblGrid>
                <a:gridCol w="6578481">
                  <a:extLst>
                    <a:ext uri="{9D8B030D-6E8A-4147-A177-3AD203B41FA5}">
                      <a16:colId xmlns:a16="http://schemas.microsoft.com/office/drawing/2014/main" val="2083030439"/>
                    </a:ext>
                  </a:extLst>
                </a:gridCol>
                <a:gridCol w="3062743">
                  <a:extLst>
                    <a:ext uri="{9D8B030D-6E8A-4147-A177-3AD203B41FA5}">
                      <a16:colId xmlns:a16="http://schemas.microsoft.com/office/drawing/2014/main" val="770429567"/>
                    </a:ext>
                  </a:extLst>
                </a:gridCol>
              </a:tblGrid>
              <a:tr h="703113">
                <a:tc>
                  <a:txBody>
                    <a:bodyPr/>
                    <a:lstStyle/>
                    <a:p>
                      <a:pPr algn="ctr" fontAlgn="ctr">
                        <a:buNone/>
                      </a:pPr>
                      <a:r>
                        <a:rPr lang="en-IN" sz="1400" b="1" i="0" u="none" strike="noStrike">
                          <a:solidFill>
                            <a:srgbClr val="FFFFFF"/>
                          </a:solidFill>
                          <a:effectLst/>
                          <a:latin typeface="Times New Roman" panose="02020603050405020304" pitchFamily="18" charset="0"/>
                        </a:rPr>
                        <a:t> Description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0C15"/>
                    </a:solidFill>
                  </a:tcPr>
                </a:tc>
                <a:tc>
                  <a:txBody>
                    <a:bodyPr/>
                    <a:lstStyle/>
                    <a:p>
                      <a:pPr algn="ctr" fontAlgn="ctr">
                        <a:buNone/>
                      </a:pPr>
                      <a:r>
                        <a:rPr lang="en-IN" sz="1400" b="1" i="0" u="none" strike="noStrike">
                          <a:solidFill>
                            <a:srgbClr val="FFFFFF"/>
                          </a:solidFill>
                          <a:effectLst/>
                          <a:latin typeface="Times New Roman" panose="02020603050405020304" pitchFamily="18" charset="0"/>
                        </a:rPr>
                        <a:t> Collection (In Cr.) </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0C15"/>
                    </a:solidFill>
                  </a:tcPr>
                </a:tc>
                <a:extLst>
                  <a:ext uri="{0D108BD9-81ED-4DB2-BD59-A6C34878D82A}">
                    <a16:rowId xmlns:a16="http://schemas.microsoft.com/office/drawing/2014/main" val="3511959382"/>
                  </a:ext>
                </a:extLst>
              </a:tr>
              <a:tr h="729953">
                <a:tc>
                  <a:txBody>
                    <a:bodyPr/>
                    <a:lstStyle/>
                    <a:p>
                      <a:pPr algn="ctr" fontAlgn="ctr">
                        <a:buNone/>
                      </a:pPr>
                      <a:r>
                        <a:rPr lang="en-US" sz="1400" b="0" i="0" u="none" strike="noStrike">
                          <a:effectLst/>
                          <a:latin typeface="Times New Roman" panose="02020603050405020304" pitchFamily="18" charset="0"/>
                        </a:rPr>
                        <a:t>Collected from Non-Collectable Customers (was not considered in forecast)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400" b="0" i="0" u="none" strike="noStrike">
                          <a:effectLst/>
                          <a:latin typeface="Times New Roman" panose="02020603050405020304" pitchFamily="18" charset="0"/>
                        </a:rPr>
                        <a:t>₹ 0.57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58139044"/>
                  </a:ext>
                </a:extLst>
              </a:tr>
              <a:tr h="729953">
                <a:tc>
                  <a:txBody>
                    <a:bodyPr/>
                    <a:lstStyle/>
                    <a:p>
                      <a:pPr algn="ctr" fontAlgn="ctr">
                        <a:buNone/>
                      </a:pPr>
                      <a:r>
                        <a:rPr lang="en-US" sz="1400" b="0" i="0" u="none" strike="noStrike">
                          <a:effectLst/>
                          <a:latin typeface="Times New Roman" panose="02020603050405020304" pitchFamily="18" charset="0"/>
                        </a:rPr>
                        <a:t>Collected from unexpected registration</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400" b="0" i="0" u="none" strike="noStrike">
                          <a:effectLst/>
                          <a:latin typeface="Times New Roman" panose="02020603050405020304" pitchFamily="18" charset="0"/>
                        </a:rPr>
                        <a:t>₹ 0.74</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7899863"/>
                  </a:ext>
                </a:extLst>
              </a:tr>
              <a:tr h="90855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i="0" u="none" strike="noStrike">
                          <a:effectLst/>
                          <a:latin typeface="Times New Roman" panose="02020603050405020304" pitchFamily="18" charset="0"/>
                        </a:rPr>
                        <a:t>Collected from not due customers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IN" sz="1400" b="0" i="0" u="none" strike="noStrike">
                        <a:effectLst/>
                        <a:latin typeface="Times New Roman" panose="02020603050405020304" pitchFamily="18" charset="0"/>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n-IN" sz="1400" b="0" i="0" u="none" strike="noStrike">
                          <a:effectLst/>
                          <a:latin typeface="Times New Roman" panose="02020603050405020304" pitchFamily="18" charset="0"/>
                        </a:rPr>
                        <a:t>₹ 1.46</a:t>
                      </a:r>
                    </a:p>
                    <a:p>
                      <a:pPr algn="ctr" fontAlgn="ctr">
                        <a:buNone/>
                      </a:pPr>
                      <a:endParaRPr lang="en-IN" sz="1400" b="0" i="0" u="none" strike="noStrike">
                        <a:effectLst/>
                        <a:latin typeface="Times New Roman" panose="02020603050405020304" pitchFamily="18" charset="0"/>
                      </a:endParaRP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85366124"/>
                  </a:ext>
                </a:extLst>
              </a:tr>
              <a:tr h="703113">
                <a:tc>
                  <a:txBody>
                    <a:bodyPr/>
                    <a:lstStyle/>
                    <a:p>
                      <a:pPr algn="ctr" fontAlgn="ctr">
                        <a:buNone/>
                      </a:pPr>
                      <a:r>
                        <a:rPr lang="en-IN" sz="1400" b="1" i="0" u="none" strike="noStrike">
                          <a:effectLst/>
                          <a:latin typeface="Times New Roman" panose="02020603050405020304" pitchFamily="18" charset="0"/>
                        </a:rPr>
                        <a:t>Total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400" b="1" i="0" u="none" strike="noStrike">
                          <a:effectLst/>
                          <a:latin typeface="Times New Roman" panose="02020603050405020304" pitchFamily="18" charset="0"/>
                        </a:rPr>
                        <a:t>₹ 2.77</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46386594"/>
                  </a:ext>
                </a:extLst>
              </a:tr>
            </a:tbl>
          </a:graphicData>
        </a:graphic>
      </p:graphicFrame>
    </p:spTree>
    <p:extLst>
      <p:ext uri="{BB962C8B-B14F-4D97-AF65-F5344CB8AC3E}">
        <p14:creationId xmlns:p14="http://schemas.microsoft.com/office/powerpoint/2010/main" val="41246735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412B6-9788-9944-6BCD-99B78EAA5BA7}"/>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307BD4A-96DA-11E7-DFB6-AD42E930F828}"/>
              </a:ext>
            </a:extLst>
          </p:cNvPr>
          <p:cNvSpPr/>
          <p:nvPr/>
        </p:nvSpPr>
        <p:spPr>
          <a:xfrm>
            <a:off x="192087" y="115889"/>
            <a:ext cx="12402683"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A5- Amount Not Collected From Forecast </a:t>
            </a:r>
            <a:r>
              <a:rPr lang="en-IN" sz="3200">
                <a:solidFill>
                  <a:srgbClr val="000000"/>
                </a:solidFill>
                <a:latin typeface="Times New Roman" panose="02020603050405020304" pitchFamily="18" charset="0"/>
              </a:rPr>
              <a:t>₹</a:t>
            </a:r>
            <a:r>
              <a:rPr lang="en-US" sz="3200" b="1">
                <a:solidFill>
                  <a:schemeClr val="tx1"/>
                </a:solidFill>
                <a:latin typeface="Times New Roman" panose="02020603050405020304" pitchFamily="18" charset="0"/>
                <a:cs typeface="Times New Roman" panose="02020603050405020304" pitchFamily="18" charset="0"/>
              </a:rPr>
              <a:t> 4.31 </a:t>
            </a:r>
            <a:r>
              <a:rPr lang="en-US" sz="2000" b="1">
                <a:solidFill>
                  <a:schemeClr val="tx1"/>
                </a:solidFill>
                <a:latin typeface="Times New Roman" panose="02020603050405020304" pitchFamily="18" charset="0"/>
                <a:cs typeface="Times New Roman" panose="02020603050405020304" pitchFamily="18" charset="0"/>
              </a:rPr>
              <a:t>(In Cr.) </a:t>
            </a:r>
            <a:endParaRPr lang="en-US" sz="3200" b="1">
              <a:solidFill>
                <a:schemeClr val="tx1"/>
              </a:solidFill>
              <a:latin typeface="Times New Roman" panose="02020603050405020304" pitchFamily="18" charset="0"/>
              <a:cs typeface="Times New Roman" panose="02020603050405020304" pitchFamily="18" charset="0"/>
            </a:endParaRPr>
          </a:p>
          <a:p>
            <a:endParaRPr lang="en-US" sz="3200" b="1">
              <a:solidFill>
                <a:schemeClr val="tx1"/>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42725891-8469-609F-AB8A-5872C931B6E2}"/>
              </a:ext>
            </a:extLst>
          </p:cNvPr>
          <p:cNvGraphicFramePr>
            <a:graphicFrameLocks/>
          </p:cNvGraphicFramePr>
          <p:nvPr/>
        </p:nvGraphicFramePr>
        <p:xfrm>
          <a:off x="283029" y="1012371"/>
          <a:ext cx="11681959" cy="54102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5">
            <a:extLst>
              <a:ext uri="{FF2B5EF4-FFF2-40B4-BE49-F238E27FC236}">
                <a16:creationId xmlns:a16="http://schemas.microsoft.com/office/drawing/2014/main" id="{10BE7299-431D-052C-C6BD-246CE5FE761A}"/>
              </a:ext>
            </a:extLst>
          </p:cNvPr>
          <p:cNvGraphicFramePr>
            <a:graphicFrameLocks/>
          </p:cNvGraphicFramePr>
          <p:nvPr/>
        </p:nvGraphicFramePr>
        <p:xfrm>
          <a:off x="192087" y="1052513"/>
          <a:ext cx="11772900" cy="5410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4" name="Chart 3">
            <a:extLst>
              <a:ext uri="{FF2B5EF4-FFF2-40B4-BE49-F238E27FC236}">
                <a16:creationId xmlns:a16="http://schemas.microsoft.com/office/drawing/2014/main" id="{66F7E213-2F9C-7FB7-A5FC-03F8B9ED4604}"/>
              </a:ext>
            </a:extLst>
          </p:cNvPr>
          <p:cNvGraphicFramePr>
            <a:graphicFrameLocks/>
          </p:cNvGraphicFramePr>
          <p:nvPr>
            <p:extLst>
              <p:ext uri="{D42A27DB-BD31-4B8C-83A1-F6EECF244321}">
                <p14:modId xmlns:p14="http://schemas.microsoft.com/office/powerpoint/2010/main" val="1824517153"/>
              </p:ext>
            </p:extLst>
          </p:nvPr>
        </p:nvGraphicFramePr>
        <p:xfrm>
          <a:off x="192090" y="1052514"/>
          <a:ext cx="5903910" cy="5419726"/>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6">
            <a:extLst>
              <a:ext uri="{FF2B5EF4-FFF2-40B4-BE49-F238E27FC236}">
                <a16:creationId xmlns:a16="http://schemas.microsoft.com/office/drawing/2014/main" id="{2BBC3D8C-113B-9779-7CAB-B1D3D9F53E61}"/>
              </a:ext>
            </a:extLst>
          </p:cNvPr>
          <p:cNvGraphicFramePr>
            <a:graphicFrameLocks/>
          </p:cNvGraphicFramePr>
          <p:nvPr>
            <p:extLst>
              <p:ext uri="{D42A27DB-BD31-4B8C-83A1-F6EECF244321}">
                <p14:modId xmlns:p14="http://schemas.microsoft.com/office/powerpoint/2010/main" val="2814809493"/>
              </p:ext>
            </p:extLst>
          </p:nvPr>
        </p:nvGraphicFramePr>
        <p:xfrm>
          <a:off x="6096000" y="1033462"/>
          <a:ext cx="5868987" cy="5419726"/>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931664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C7E4C4E-95AF-2B18-C700-761FECD340C9}"/>
              </a:ext>
            </a:extLst>
          </p:cNvPr>
          <p:cNvGraphicFramePr>
            <a:graphicFrameLocks noGrp="1"/>
          </p:cNvGraphicFramePr>
          <p:nvPr>
            <p:extLst>
              <p:ext uri="{D42A27DB-BD31-4B8C-83A1-F6EECF244321}">
                <p14:modId xmlns:p14="http://schemas.microsoft.com/office/powerpoint/2010/main" val="2243658430"/>
              </p:ext>
            </p:extLst>
          </p:nvPr>
        </p:nvGraphicFramePr>
        <p:xfrm>
          <a:off x="192088" y="1052514"/>
          <a:ext cx="11772900" cy="5314419"/>
        </p:xfrm>
        <a:graphic>
          <a:graphicData uri="http://schemas.openxmlformats.org/drawingml/2006/table">
            <a:tbl>
              <a:tblPr firstRow="1" bandRow="1">
                <a:tableStyleId>{5C22544A-7EE6-4342-B048-85BDC9FD1C3A}</a:tableStyleId>
              </a:tblPr>
              <a:tblGrid>
                <a:gridCol w="3062891">
                  <a:extLst>
                    <a:ext uri="{9D8B030D-6E8A-4147-A177-3AD203B41FA5}">
                      <a16:colId xmlns:a16="http://schemas.microsoft.com/office/drawing/2014/main" val="350755400"/>
                    </a:ext>
                  </a:extLst>
                </a:gridCol>
                <a:gridCol w="3777138">
                  <a:extLst>
                    <a:ext uri="{9D8B030D-6E8A-4147-A177-3AD203B41FA5}">
                      <a16:colId xmlns:a16="http://schemas.microsoft.com/office/drawing/2014/main" val="2176567430"/>
                    </a:ext>
                  </a:extLst>
                </a:gridCol>
                <a:gridCol w="4932871">
                  <a:extLst>
                    <a:ext uri="{9D8B030D-6E8A-4147-A177-3AD203B41FA5}">
                      <a16:colId xmlns:a16="http://schemas.microsoft.com/office/drawing/2014/main" val="1313401144"/>
                    </a:ext>
                  </a:extLst>
                </a:gridCol>
              </a:tblGrid>
              <a:tr h="306451">
                <a:tc>
                  <a:txBody>
                    <a:bodyPr/>
                    <a:lstStyle/>
                    <a:p>
                      <a:pPr algn="ctr"/>
                      <a:r>
                        <a:rPr lang="en-US" sz="1200">
                          <a:latin typeface="Times New Roman" panose="02020603050405020304" pitchFamily="18" charset="0"/>
                          <a:cs typeface="Times New Roman" panose="02020603050405020304" pitchFamily="18" charset="0"/>
                        </a:rPr>
                        <a:t>Ageing</a:t>
                      </a:r>
                      <a:endParaRPr lang="en-IN" sz="1200">
                        <a:latin typeface="Times New Roman" panose="02020603050405020304" pitchFamily="18" charset="0"/>
                        <a:cs typeface="Times New Roman" panose="02020603050405020304" pitchFamily="18" charset="0"/>
                      </a:endParaRPr>
                    </a:p>
                  </a:txBody>
                  <a:tcPr anchor="ctr">
                    <a:solidFill>
                      <a:srgbClr val="5B0C15"/>
                    </a:solidFill>
                  </a:tcPr>
                </a:tc>
                <a:tc>
                  <a:txBody>
                    <a:bodyPr/>
                    <a:lstStyle/>
                    <a:p>
                      <a:pPr algn="ctr"/>
                      <a:r>
                        <a:rPr lang="en-US" sz="1200">
                          <a:latin typeface="Times New Roman" panose="02020603050405020304" pitchFamily="18" charset="0"/>
                          <a:cs typeface="Times New Roman" panose="02020603050405020304" pitchFamily="18" charset="0"/>
                        </a:rPr>
                        <a:t>Project</a:t>
                      </a:r>
                      <a:endParaRPr lang="en-IN" sz="1200">
                        <a:latin typeface="Times New Roman" panose="02020603050405020304" pitchFamily="18" charset="0"/>
                        <a:cs typeface="Times New Roman" panose="02020603050405020304" pitchFamily="18" charset="0"/>
                      </a:endParaRPr>
                    </a:p>
                  </a:txBody>
                  <a:tcPr anchor="ctr">
                    <a:solidFill>
                      <a:srgbClr val="5B0C15"/>
                    </a:solidFill>
                  </a:tcPr>
                </a:tc>
                <a:tc>
                  <a:txBody>
                    <a:bodyPr/>
                    <a:lstStyle/>
                    <a:p>
                      <a:pPr algn="ctr"/>
                      <a:r>
                        <a:rPr lang="en-US" sz="1200">
                          <a:latin typeface="Times New Roman" panose="02020603050405020304" pitchFamily="18" charset="0"/>
                          <a:cs typeface="Times New Roman" panose="02020603050405020304" pitchFamily="18" charset="0"/>
                        </a:rPr>
                        <a:t>Collections ( in Cr.)</a:t>
                      </a:r>
                      <a:endParaRPr lang="en-IN" sz="1200">
                        <a:latin typeface="Times New Roman" panose="02020603050405020304" pitchFamily="18" charset="0"/>
                        <a:cs typeface="Times New Roman" panose="02020603050405020304" pitchFamily="18" charset="0"/>
                      </a:endParaRPr>
                    </a:p>
                  </a:txBody>
                  <a:tcPr anchor="ctr">
                    <a:solidFill>
                      <a:srgbClr val="5B0C15"/>
                    </a:solidFill>
                  </a:tcPr>
                </a:tc>
                <a:extLst>
                  <a:ext uri="{0D108BD9-81ED-4DB2-BD59-A6C34878D82A}">
                    <a16:rowId xmlns:a16="http://schemas.microsoft.com/office/drawing/2014/main" val="3378645666"/>
                  </a:ext>
                </a:extLst>
              </a:tr>
              <a:tr h="306451">
                <a:tc rowSpan="4">
                  <a:txBody>
                    <a:bodyPr/>
                    <a:lstStyle/>
                    <a:p>
                      <a:pPr algn="ctr">
                        <a:lnSpc>
                          <a:spcPct val="300000"/>
                        </a:lnSpc>
                      </a:pPr>
                      <a:r>
                        <a:rPr lang="en-US" sz="1200">
                          <a:solidFill>
                            <a:schemeClr val="bg1"/>
                          </a:solidFill>
                          <a:latin typeface="Times New Roman" panose="02020603050405020304" pitchFamily="18" charset="0"/>
                          <a:cs typeface="Times New Roman" panose="02020603050405020304" pitchFamily="18" charset="0"/>
                        </a:rPr>
                        <a:t>0-30 Days</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Ananta</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1.18</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3256558346"/>
                  </a:ext>
                </a:extLst>
              </a:tr>
              <a:tr h="306451">
                <a:tc vMerge="1">
                  <a:txBody>
                    <a:bodyPr/>
                    <a:lstStyle/>
                    <a:p>
                      <a:endParaRPr lang="en-IN" sz="1200"/>
                    </a:p>
                  </a:txBody>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Avenue</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0.50</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2254687046"/>
                  </a:ext>
                </a:extLst>
              </a:tr>
              <a:tr h="306451">
                <a:tc vMerge="1">
                  <a:txBody>
                    <a:bodyPr/>
                    <a:lstStyle/>
                    <a:p>
                      <a:endParaRPr lang="en-IN" sz="1200"/>
                    </a:p>
                  </a:txBody>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Utopia </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0.46</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3254374791"/>
                  </a:ext>
                </a:extLst>
              </a:tr>
              <a:tr h="306451">
                <a:tc vMerge="1">
                  <a:txBody>
                    <a:bodyPr/>
                    <a:lstStyle/>
                    <a:p>
                      <a:endParaRPr lang="en-IN" sz="1200"/>
                    </a:p>
                  </a:txBody>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Vista</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0.75</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1132392727"/>
                  </a:ext>
                </a:extLst>
              </a:tr>
              <a:tr h="306451">
                <a:tc rowSpan="4">
                  <a:txBody>
                    <a:bodyPr/>
                    <a:lstStyle/>
                    <a:p>
                      <a:pPr algn="ctr">
                        <a:lnSpc>
                          <a:spcPct val="300000"/>
                        </a:lnSpc>
                      </a:pPr>
                      <a:r>
                        <a:rPr lang="en-US" sz="1200">
                          <a:solidFill>
                            <a:schemeClr val="bg1"/>
                          </a:solidFill>
                          <a:latin typeface="Times New Roman" panose="02020603050405020304" pitchFamily="18" charset="0"/>
                          <a:cs typeface="Times New Roman" panose="02020603050405020304" pitchFamily="18" charset="0"/>
                        </a:rPr>
                        <a:t>31-60 Days</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Avenue</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0.07</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327203788"/>
                  </a:ext>
                </a:extLst>
              </a:tr>
              <a:tr h="306451">
                <a:tc vMerge="1">
                  <a:txBody>
                    <a:bodyPr/>
                    <a:lstStyle/>
                    <a:p>
                      <a:endParaRPr lang="en-IN" sz="1200"/>
                    </a:p>
                  </a:txBody>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Enclave</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0.35</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3607441121"/>
                  </a:ext>
                </a:extLst>
              </a:tr>
              <a:tr h="306451">
                <a:tc vMerge="1">
                  <a:txBody>
                    <a:bodyPr/>
                    <a:lstStyle/>
                    <a:p>
                      <a:endParaRPr lang="en-IN" sz="1200"/>
                    </a:p>
                  </a:txBody>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Utopia</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0.67</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1962621636"/>
                  </a:ext>
                </a:extLst>
              </a:tr>
              <a:tr h="306451">
                <a:tc vMerge="1">
                  <a:txBody>
                    <a:bodyPr/>
                    <a:lstStyle/>
                    <a:p>
                      <a:endParaRPr lang="en-IN" sz="1200"/>
                    </a:p>
                  </a:txBody>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Orchid</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0.01</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2735303600"/>
                  </a:ext>
                </a:extLst>
              </a:tr>
              <a:tr h="306451">
                <a:tc rowSpan="2">
                  <a:txBody>
                    <a:bodyPr/>
                    <a:lstStyle/>
                    <a:p>
                      <a:pPr algn="ctr">
                        <a:lnSpc>
                          <a:spcPct val="200000"/>
                        </a:lnSpc>
                      </a:pPr>
                      <a:r>
                        <a:rPr lang="en-US" sz="1200">
                          <a:solidFill>
                            <a:schemeClr val="bg1"/>
                          </a:solidFill>
                          <a:latin typeface="Times New Roman" panose="02020603050405020304" pitchFamily="18" charset="0"/>
                          <a:cs typeface="Times New Roman" panose="02020603050405020304" pitchFamily="18" charset="0"/>
                        </a:rPr>
                        <a:t>61-90 Days</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Avenue</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0.15</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3908771416"/>
                  </a:ext>
                </a:extLst>
              </a:tr>
              <a:tr h="306451">
                <a:tc vMerge="1">
                  <a:txBody>
                    <a:bodyPr/>
                    <a:lstStyle/>
                    <a:p>
                      <a:endParaRPr lang="en-IN" sz="1200"/>
                    </a:p>
                  </a:txBody>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Vista</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0.06</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925991167"/>
                  </a:ext>
                </a:extLst>
              </a:tr>
              <a:tr h="411203">
                <a:tc>
                  <a:txBody>
                    <a:bodyPr/>
                    <a:lstStyle/>
                    <a:p>
                      <a:pPr algn="ctr">
                        <a:lnSpc>
                          <a:spcPct val="150000"/>
                        </a:lnSpc>
                      </a:pPr>
                      <a:r>
                        <a:rPr lang="en-US" sz="1200">
                          <a:solidFill>
                            <a:schemeClr val="bg1"/>
                          </a:solidFill>
                          <a:latin typeface="Times New Roman" panose="02020603050405020304" pitchFamily="18" charset="0"/>
                          <a:cs typeface="Times New Roman" panose="02020603050405020304" pitchFamily="18" charset="0"/>
                        </a:rPr>
                        <a:t>91-120 Days</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Parijat</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rgbClr val="FF0000"/>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1.20</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rgbClr val="FF0000"/>
                    </a:solidFill>
                  </a:tcPr>
                </a:tc>
                <a:extLst>
                  <a:ext uri="{0D108BD9-81ED-4DB2-BD59-A6C34878D82A}">
                    <a16:rowId xmlns:a16="http://schemas.microsoft.com/office/drawing/2014/main" val="1250468524"/>
                  </a:ext>
                </a:extLst>
              </a:tr>
              <a:tr h="306451">
                <a:tc rowSpan="4">
                  <a:txBody>
                    <a:bodyPr/>
                    <a:lstStyle/>
                    <a:p>
                      <a:pPr algn="ctr">
                        <a:lnSpc>
                          <a:spcPct val="300000"/>
                        </a:lnSpc>
                      </a:pPr>
                      <a:r>
                        <a:rPr lang="en-US" sz="1200">
                          <a:solidFill>
                            <a:schemeClr val="bg1"/>
                          </a:solidFill>
                          <a:latin typeface="Times New Roman" panose="02020603050405020304" pitchFamily="18" charset="0"/>
                          <a:cs typeface="Times New Roman" panose="02020603050405020304" pitchFamily="18" charset="0"/>
                        </a:rPr>
                        <a:t>121+ Days</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Avenue</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0.19</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3123805878"/>
                  </a:ext>
                </a:extLst>
              </a:tr>
              <a:tr h="306451">
                <a:tc vMerge="1">
                  <a:txBody>
                    <a:bodyPr/>
                    <a:lstStyle/>
                    <a:p>
                      <a:pPr algn="ctr"/>
                      <a:endParaRPr lang="en-IN" sz="1200"/>
                    </a:p>
                  </a:txBody>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Paradise</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0.25</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3198256816"/>
                  </a:ext>
                </a:extLst>
              </a:tr>
              <a:tr h="306451">
                <a:tc vMerge="1">
                  <a:txBody>
                    <a:bodyPr/>
                    <a:lstStyle/>
                    <a:p>
                      <a:pPr algn="ctr"/>
                      <a:endParaRPr lang="en-IN" sz="1200"/>
                    </a:p>
                  </a:txBody>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Parijat</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rgbClr val="FF0000"/>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0.68</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rgbClr val="FF0000"/>
                    </a:solidFill>
                  </a:tcPr>
                </a:tc>
                <a:extLst>
                  <a:ext uri="{0D108BD9-81ED-4DB2-BD59-A6C34878D82A}">
                    <a16:rowId xmlns:a16="http://schemas.microsoft.com/office/drawing/2014/main" val="2148732747"/>
                  </a:ext>
                </a:extLst>
              </a:tr>
              <a:tr h="306451">
                <a:tc vMerge="1">
                  <a:txBody>
                    <a:bodyPr/>
                    <a:lstStyle/>
                    <a:p>
                      <a:pPr algn="ctr"/>
                      <a:endParaRPr lang="en-IN" sz="1200"/>
                    </a:p>
                  </a:txBody>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Vista</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a:solidFill>
                            <a:schemeClr val="bg1"/>
                          </a:solidFill>
                          <a:latin typeface="Times New Roman" panose="02020603050405020304" pitchFamily="18" charset="0"/>
                          <a:cs typeface="Times New Roman" panose="02020603050405020304" pitchFamily="18" charset="0"/>
                        </a:rPr>
                        <a:t>0.17</a:t>
                      </a: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3724938298"/>
                  </a:ext>
                </a:extLst>
              </a:tr>
              <a:tr h="306451">
                <a:tc>
                  <a:txBody>
                    <a:bodyPr/>
                    <a:lstStyle/>
                    <a:p>
                      <a:pPr algn="ct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endParaRPr lang="en-IN" sz="1200">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tc>
                  <a:txBody>
                    <a:bodyPr/>
                    <a:lstStyle/>
                    <a:p>
                      <a:pPr algn="ctr"/>
                      <a:r>
                        <a:rPr lang="en-US" sz="1200" b="1">
                          <a:solidFill>
                            <a:schemeClr val="bg1"/>
                          </a:solidFill>
                          <a:latin typeface="Times New Roman" panose="02020603050405020304" pitchFamily="18" charset="0"/>
                          <a:cs typeface="Times New Roman" panose="02020603050405020304" pitchFamily="18" charset="0"/>
                        </a:rPr>
                        <a:t>Total = 6.69 Cr</a:t>
                      </a:r>
                      <a:endParaRPr lang="en-IN" sz="1200" b="1">
                        <a:solidFill>
                          <a:schemeClr val="bg1"/>
                        </a:solidFill>
                        <a:latin typeface="Times New Roman" panose="02020603050405020304" pitchFamily="18" charset="0"/>
                        <a:cs typeface="Times New Roman" panose="02020603050405020304" pitchFamily="18" charset="0"/>
                      </a:endParaRPr>
                    </a:p>
                  </a:txBody>
                  <a:tcPr anchor="ctr">
                    <a:solidFill>
                      <a:schemeClr val="bg1">
                        <a:lumMod val="50000"/>
                      </a:schemeClr>
                    </a:solidFill>
                  </a:tcPr>
                </a:tc>
                <a:extLst>
                  <a:ext uri="{0D108BD9-81ED-4DB2-BD59-A6C34878D82A}">
                    <a16:rowId xmlns:a16="http://schemas.microsoft.com/office/drawing/2014/main" val="3100740968"/>
                  </a:ext>
                </a:extLst>
              </a:tr>
            </a:tbl>
          </a:graphicData>
        </a:graphic>
      </p:graphicFrame>
      <p:sp>
        <p:nvSpPr>
          <p:cNvPr id="6" name="Rectangle 5">
            <a:extLst>
              <a:ext uri="{FF2B5EF4-FFF2-40B4-BE49-F238E27FC236}">
                <a16:creationId xmlns:a16="http://schemas.microsoft.com/office/drawing/2014/main" id="{9725F878-52BD-2B99-4D89-B757B4FBA3BF}"/>
              </a:ext>
            </a:extLst>
          </p:cNvPr>
          <p:cNvSpPr/>
          <p:nvPr/>
        </p:nvSpPr>
        <p:spPr>
          <a:xfrm>
            <a:off x="192088" y="115889"/>
            <a:ext cx="11634152"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A5- Ageing Summary Overall Projects</a:t>
            </a:r>
            <a:endParaRPr lang="en-US"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5999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97FD3-EE21-3322-06B4-8716AB21B55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67E0290-EC57-4619-3CDE-D8BEF5ED2203}"/>
              </a:ext>
            </a:extLst>
          </p:cNvPr>
          <p:cNvSpPr/>
          <p:nvPr/>
        </p:nvSpPr>
        <p:spPr>
          <a:xfrm>
            <a:off x="111227" y="114587"/>
            <a:ext cx="11772900" cy="70956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3200" b="1">
                <a:solidFill>
                  <a:schemeClr val="tx1"/>
                </a:solidFill>
                <a:latin typeface="Times New Roman" panose="02020603050405020304" pitchFamily="18" charset="0"/>
                <a:cs typeface="Times New Roman" panose="02020603050405020304" pitchFamily="18" charset="0"/>
              </a:rPr>
              <a:t>ANNEXURE A4- Collection Summary- Category wise</a:t>
            </a:r>
          </a:p>
        </p:txBody>
      </p:sp>
      <p:graphicFrame>
        <p:nvGraphicFramePr>
          <p:cNvPr id="3" name="Table 2">
            <a:extLst>
              <a:ext uri="{FF2B5EF4-FFF2-40B4-BE49-F238E27FC236}">
                <a16:creationId xmlns:a16="http://schemas.microsoft.com/office/drawing/2014/main" id="{CF92BAC2-49DF-2A62-53CD-479CC2C89736}"/>
              </a:ext>
            </a:extLst>
          </p:cNvPr>
          <p:cNvGraphicFramePr>
            <a:graphicFrameLocks noGrp="1"/>
          </p:cNvGraphicFramePr>
          <p:nvPr>
            <p:extLst>
              <p:ext uri="{D42A27DB-BD31-4B8C-83A1-F6EECF244321}">
                <p14:modId xmlns:p14="http://schemas.microsoft.com/office/powerpoint/2010/main" val="3499764324"/>
              </p:ext>
            </p:extLst>
          </p:nvPr>
        </p:nvGraphicFramePr>
        <p:xfrm>
          <a:off x="192088" y="1052513"/>
          <a:ext cx="11772901" cy="5297257"/>
        </p:xfrm>
        <a:graphic>
          <a:graphicData uri="http://schemas.openxmlformats.org/drawingml/2006/table">
            <a:tbl>
              <a:tblPr/>
              <a:tblGrid>
                <a:gridCol w="680843">
                  <a:extLst>
                    <a:ext uri="{9D8B030D-6E8A-4147-A177-3AD203B41FA5}">
                      <a16:colId xmlns:a16="http://schemas.microsoft.com/office/drawing/2014/main" val="1711220835"/>
                    </a:ext>
                  </a:extLst>
                </a:gridCol>
                <a:gridCol w="1531895">
                  <a:extLst>
                    <a:ext uri="{9D8B030D-6E8A-4147-A177-3AD203B41FA5}">
                      <a16:colId xmlns:a16="http://schemas.microsoft.com/office/drawing/2014/main" val="1407139087"/>
                    </a:ext>
                  </a:extLst>
                </a:gridCol>
                <a:gridCol w="794316">
                  <a:extLst>
                    <a:ext uri="{9D8B030D-6E8A-4147-A177-3AD203B41FA5}">
                      <a16:colId xmlns:a16="http://schemas.microsoft.com/office/drawing/2014/main" val="2695560466"/>
                    </a:ext>
                  </a:extLst>
                </a:gridCol>
                <a:gridCol w="2595712">
                  <a:extLst>
                    <a:ext uri="{9D8B030D-6E8A-4147-A177-3AD203B41FA5}">
                      <a16:colId xmlns:a16="http://schemas.microsoft.com/office/drawing/2014/main" val="3237762928"/>
                    </a:ext>
                  </a:extLst>
                </a:gridCol>
                <a:gridCol w="851053">
                  <a:extLst>
                    <a:ext uri="{9D8B030D-6E8A-4147-A177-3AD203B41FA5}">
                      <a16:colId xmlns:a16="http://schemas.microsoft.com/office/drawing/2014/main" val="832521003"/>
                    </a:ext>
                  </a:extLst>
                </a:gridCol>
                <a:gridCol w="1134738">
                  <a:extLst>
                    <a:ext uri="{9D8B030D-6E8A-4147-A177-3AD203B41FA5}">
                      <a16:colId xmlns:a16="http://schemas.microsoft.com/office/drawing/2014/main" val="2475467764"/>
                    </a:ext>
                  </a:extLst>
                </a:gridCol>
                <a:gridCol w="1205659">
                  <a:extLst>
                    <a:ext uri="{9D8B030D-6E8A-4147-A177-3AD203B41FA5}">
                      <a16:colId xmlns:a16="http://schemas.microsoft.com/office/drawing/2014/main" val="3393344460"/>
                    </a:ext>
                  </a:extLst>
                </a:gridCol>
                <a:gridCol w="2978685">
                  <a:extLst>
                    <a:ext uri="{9D8B030D-6E8A-4147-A177-3AD203B41FA5}">
                      <a16:colId xmlns:a16="http://schemas.microsoft.com/office/drawing/2014/main" val="4207911192"/>
                    </a:ext>
                  </a:extLst>
                </a:gridCol>
              </a:tblGrid>
              <a:tr h="493258">
                <a:tc>
                  <a:txBody>
                    <a:bodyPr/>
                    <a:lstStyle/>
                    <a:p>
                      <a:pPr algn="ctr" fontAlgn="b">
                        <a:buNone/>
                      </a:pPr>
                      <a:r>
                        <a:rPr lang="en-IN" sz="1200" b="1" i="0" u="none" strike="noStrike">
                          <a:solidFill>
                            <a:srgbClr val="FFFFFF"/>
                          </a:solidFill>
                          <a:effectLst/>
                          <a:latin typeface="Times New Roman" panose="02020603050405020304" pitchFamily="18" charset="0"/>
                        </a:rPr>
                        <a:t>Sr. No</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0C15"/>
                    </a:solidFill>
                  </a:tcPr>
                </a:tc>
                <a:tc>
                  <a:txBody>
                    <a:bodyPr/>
                    <a:lstStyle/>
                    <a:p>
                      <a:pPr algn="ctr" fontAlgn="b">
                        <a:buNone/>
                      </a:pPr>
                      <a:r>
                        <a:rPr lang="en-IN" sz="1200" b="1" i="0" u="none" strike="noStrike">
                          <a:solidFill>
                            <a:srgbClr val="FFFFFF"/>
                          </a:solidFill>
                          <a:effectLst/>
                          <a:latin typeface="Times New Roman" panose="02020603050405020304" pitchFamily="18" charset="0"/>
                        </a:rPr>
                        <a:t>Project</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0C15"/>
                    </a:solidFill>
                  </a:tcPr>
                </a:tc>
                <a:tc>
                  <a:txBody>
                    <a:bodyPr/>
                    <a:lstStyle/>
                    <a:p>
                      <a:pPr algn="ctr" fontAlgn="b">
                        <a:buNone/>
                      </a:pPr>
                      <a:r>
                        <a:rPr lang="en-IN" sz="1200" b="1" i="0" u="none" strike="noStrike">
                          <a:solidFill>
                            <a:srgbClr val="FFFFFF"/>
                          </a:solidFill>
                          <a:effectLst/>
                          <a:latin typeface="Times New Roman" panose="02020603050405020304" pitchFamily="18" charset="0"/>
                        </a:rPr>
                        <a:t>Unit No</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0C15"/>
                    </a:solidFill>
                  </a:tcPr>
                </a:tc>
                <a:tc>
                  <a:txBody>
                    <a:bodyPr/>
                    <a:lstStyle/>
                    <a:p>
                      <a:pPr algn="ctr" fontAlgn="b">
                        <a:buNone/>
                      </a:pPr>
                      <a:r>
                        <a:rPr lang="en-IN" sz="1200" b="1" i="0" u="none" strike="noStrike">
                          <a:solidFill>
                            <a:srgbClr val="FFFFFF"/>
                          </a:solidFill>
                          <a:effectLst/>
                          <a:latin typeface="Times New Roman" panose="02020603050405020304" pitchFamily="18" charset="0"/>
                        </a:rPr>
                        <a:t>Name</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0C15"/>
                    </a:solidFill>
                  </a:tcPr>
                </a:tc>
                <a:tc>
                  <a:txBody>
                    <a:bodyPr/>
                    <a:lstStyle/>
                    <a:p>
                      <a:pPr algn="ctr" fontAlgn="b">
                        <a:buNone/>
                      </a:pPr>
                      <a:r>
                        <a:rPr lang="en-IN" sz="1200" b="1" i="0" u="none" strike="noStrike">
                          <a:solidFill>
                            <a:srgbClr val="FFFFFF"/>
                          </a:solidFill>
                          <a:effectLst/>
                          <a:latin typeface="Times New Roman" panose="02020603050405020304" pitchFamily="18" charset="0"/>
                        </a:rPr>
                        <a:t>Week</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0C15"/>
                    </a:solidFill>
                  </a:tcPr>
                </a:tc>
                <a:tc>
                  <a:txBody>
                    <a:bodyPr/>
                    <a:lstStyle/>
                    <a:p>
                      <a:pPr algn="ctr" fontAlgn="b">
                        <a:buNone/>
                      </a:pPr>
                      <a:r>
                        <a:rPr lang="en-IN" sz="1200" b="1" i="0" u="none" strike="noStrike">
                          <a:solidFill>
                            <a:srgbClr val="FFFFFF"/>
                          </a:solidFill>
                          <a:effectLst/>
                          <a:latin typeface="Times New Roman" panose="02020603050405020304" pitchFamily="18" charset="0"/>
                        </a:rPr>
                        <a:t>Date</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0C15"/>
                    </a:solidFill>
                  </a:tcPr>
                </a:tc>
                <a:tc>
                  <a:txBody>
                    <a:bodyPr/>
                    <a:lstStyle/>
                    <a:p>
                      <a:pPr algn="ctr" fontAlgn="b">
                        <a:buNone/>
                      </a:pPr>
                      <a:r>
                        <a:rPr lang="en-IN" sz="1200" b="1" i="0" u="none" strike="noStrike">
                          <a:solidFill>
                            <a:srgbClr val="FFFFFF"/>
                          </a:solidFill>
                          <a:effectLst/>
                          <a:latin typeface="Times New Roman" panose="02020603050405020304" pitchFamily="18" charset="0"/>
                        </a:rPr>
                        <a:t>Amount</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0C15"/>
                    </a:solidFill>
                  </a:tcPr>
                </a:tc>
                <a:tc>
                  <a:txBody>
                    <a:bodyPr/>
                    <a:lstStyle/>
                    <a:p>
                      <a:pPr algn="ctr" fontAlgn="b">
                        <a:buNone/>
                      </a:pPr>
                      <a:r>
                        <a:rPr lang="en-IN" sz="1200" b="1" i="0" u="none" strike="noStrike">
                          <a:solidFill>
                            <a:srgbClr val="FFFFFF"/>
                          </a:solidFill>
                          <a:effectLst/>
                          <a:latin typeface="Times New Roman" panose="02020603050405020304" pitchFamily="18" charset="0"/>
                        </a:rPr>
                        <a:t>Remarks</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0C15"/>
                    </a:solidFill>
                  </a:tcPr>
                </a:tc>
                <a:extLst>
                  <a:ext uri="{0D108BD9-81ED-4DB2-BD59-A6C34878D82A}">
                    <a16:rowId xmlns:a16="http://schemas.microsoft.com/office/drawing/2014/main" val="2785031960"/>
                  </a:ext>
                </a:extLst>
              </a:tr>
              <a:tr h="320267">
                <a:tc>
                  <a:txBody>
                    <a:bodyPr/>
                    <a:lstStyle/>
                    <a:p>
                      <a:pPr algn="ctr" fontAlgn="b">
                        <a:buNone/>
                      </a:pPr>
                      <a:r>
                        <a:rPr lang="en-IN" sz="1200" b="0" i="0" u="none" strike="noStrike">
                          <a:solidFill>
                            <a:srgbClr val="000000"/>
                          </a:solidFill>
                          <a:effectLst/>
                          <a:latin typeface="Times New Roman" panose="02020603050405020304" pitchFamily="18" charset="0"/>
                        </a:rPr>
                        <a:t>1</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ANANTA</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1003</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Akshay Wagh [CL1187]</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       1,49,90,476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OCR &amp; Details Pending</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2442612981"/>
                  </a:ext>
                </a:extLst>
              </a:tr>
              <a:tr h="640531">
                <a:tc>
                  <a:txBody>
                    <a:bodyPr/>
                    <a:lstStyle/>
                    <a:p>
                      <a:pPr algn="ctr" fontAlgn="b">
                        <a:buNone/>
                      </a:pPr>
                      <a:r>
                        <a:rPr lang="en-IN" sz="1200" b="0" i="0" u="none" strike="noStrike">
                          <a:solidFill>
                            <a:srgbClr val="000000"/>
                          </a:solidFill>
                          <a:effectLst/>
                          <a:latin typeface="Times New Roman" panose="02020603050405020304" pitchFamily="18" charset="0"/>
                        </a:rPr>
                        <a:t>2</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ANANTA</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1405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Nirmal Sahu [CL1203]</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          92,03,604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Client is asking for timeline for sept reg due to auspicious days</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881113300"/>
                  </a:ext>
                </a:extLst>
              </a:tr>
              <a:tr h="320267">
                <a:tc>
                  <a:txBody>
                    <a:bodyPr/>
                    <a:lstStyle/>
                    <a:p>
                      <a:pPr algn="ctr" fontAlgn="b">
                        <a:buNone/>
                      </a:pPr>
                      <a:r>
                        <a:rPr lang="en-IN" sz="1200" b="0" i="0" u="none" strike="noStrike">
                          <a:solidFill>
                            <a:srgbClr val="000000"/>
                          </a:solidFill>
                          <a:effectLst/>
                          <a:latin typeface="Times New Roman" panose="02020603050405020304" pitchFamily="18" charset="0"/>
                        </a:rPr>
                        <a:t>3</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ANANTA</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1505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Santosh Balkrishna Dalvi [CL1202]</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          97,14,286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Lined up for 18th Aug</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071274"/>
                  </a:ext>
                </a:extLst>
              </a:tr>
              <a:tr h="320267">
                <a:tc>
                  <a:txBody>
                    <a:bodyPr/>
                    <a:lstStyle/>
                    <a:p>
                      <a:pPr algn="ctr" fontAlgn="b">
                        <a:buNone/>
                      </a:pPr>
                      <a:r>
                        <a:rPr lang="en-IN" sz="1200" b="0" i="0" u="none" strike="noStrike">
                          <a:solidFill>
                            <a:srgbClr val="000000"/>
                          </a:solidFill>
                          <a:effectLst/>
                          <a:latin typeface="Times New Roman" panose="02020603050405020304" pitchFamily="18" charset="0"/>
                        </a:rPr>
                        <a:t>4</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ANANTA</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1605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Rajesh Pandurang </a:t>
                      </a:r>
                      <a:r>
                        <a:rPr lang="en-IN" sz="1200" b="0" i="0" u="none" strike="noStrike" err="1">
                          <a:solidFill>
                            <a:srgbClr val="000000"/>
                          </a:solidFill>
                          <a:effectLst/>
                          <a:latin typeface="Times New Roman" panose="02020603050405020304" pitchFamily="18" charset="0"/>
                        </a:rPr>
                        <a:t>Redkar</a:t>
                      </a:r>
                      <a:r>
                        <a:rPr lang="en-IN" sz="1200" b="0" i="0" u="none" strike="noStrike">
                          <a:solidFill>
                            <a:srgbClr val="000000"/>
                          </a:solidFill>
                          <a:effectLst/>
                          <a:latin typeface="Times New Roman" panose="02020603050405020304" pitchFamily="18" charset="0"/>
                        </a:rPr>
                        <a:t> [CL1188]</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          87,76,563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Lined up for 14th Aug</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91526250"/>
                  </a:ext>
                </a:extLst>
              </a:tr>
              <a:tr h="320267">
                <a:tc>
                  <a:txBody>
                    <a:bodyPr/>
                    <a:lstStyle/>
                    <a:p>
                      <a:pPr algn="ctr" fontAlgn="b">
                        <a:buNone/>
                      </a:pPr>
                      <a:r>
                        <a:rPr lang="en-IN" sz="1200" b="0" i="0" u="none" strike="noStrike">
                          <a:solidFill>
                            <a:srgbClr val="000000"/>
                          </a:solidFill>
                          <a:effectLst/>
                          <a:latin typeface="Times New Roman" panose="02020603050405020304" pitchFamily="18" charset="0"/>
                        </a:rPr>
                        <a:t>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ANANTA</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2004</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Omprakash Yadav [CL1070]</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          83,80,952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Reg Done</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4104342518"/>
                  </a:ext>
                </a:extLst>
              </a:tr>
              <a:tr h="320267">
                <a:tc>
                  <a:txBody>
                    <a:bodyPr/>
                    <a:lstStyle/>
                    <a:p>
                      <a:pPr algn="ctr" fontAlgn="b">
                        <a:buNone/>
                      </a:pPr>
                      <a:r>
                        <a:rPr lang="en-IN" sz="1200" b="0" i="0" u="none" strike="noStrike">
                          <a:solidFill>
                            <a:srgbClr val="000000"/>
                          </a:solidFill>
                          <a:effectLst/>
                          <a:latin typeface="Times New Roman" panose="02020603050405020304" pitchFamily="18" charset="0"/>
                        </a:rPr>
                        <a:t>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ANANTA</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2005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Vikas  Gujaran [CL1210]</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          97,33,334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Lined up for 14th Aug</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3947454"/>
                  </a:ext>
                </a:extLst>
              </a:tr>
              <a:tr h="320267">
                <a:tc>
                  <a:txBody>
                    <a:bodyPr/>
                    <a:lstStyle/>
                    <a:p>
                      <a:pPr algn="ctr" fontAlgn="b">
                        <a:buNone/>
                      </a:pPr>
                      <a:r>
                        <a:rPr lang="en-IN" sz="1200" b="0" i="0" u="none" strike="noStrike">
                          <a:solidFill>
                            <a:srgbClr val="000000"/>
                          </a:solidFill>
                          <a:effectLst/>
                          <a:latin typeface="Times New Roman" panose="02020603050405020304" pitchFamily="18" charset="0"/>
                        </a:rPr>
                        <a:t>7</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AVENUE</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1203</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Geeta Harshal Sangle [CL1149]</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          42,42,857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OCR &amp; Details Pending</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3036746190"/>
                  </a:ext>
                </a:extLst>
              </a:tr>
              <a:tr h="320267">
                <a:tc>
                  <a:txBody>
                    <a:bodyPr/>
                    <a:lstStyle/>
                    <a:p>
                      <a:pPr algn="ctr" fontAlgn="b">
                        <a:buNone/>
                      </a:pPr>
                      <a:r>
                        <a:rPr lang="en-IN" sz="1200" b="0" i="0" u="none" strike="noStrike">
                          <a:solidFill>
                            <a:srgbClr val="000000"/>
                          </a:solidFill>
                          <a:effectLst/>
                          <a:latin typeface="Times New Roman" panose="02020603050405020304" pitchFamily="18" charset="0"/>
                        </a:rPr>
                        <a:t>8</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Vista</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506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Varsha Fulwariya [CL1132]</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          71,23,810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Reg Done</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3047118063"/>
                  </a:ext>
                </a:extLst>
              </a:tr>
              <a:tr h="320267">
                <a:tc>
                  <a:txBody>
                    <a:bodyPr/>
                    <a:lstStyle/>
                    <a:p>
                      <a:pPr algn="ctr" fontAlgn="b">
                        <a:buNone/>
                      </a:pPr>
                      <a:r>
                        <a:rPr lang="en-IN" sz="1200" b="0" i="0" u="none" strike="noStrike">
                          <a:solidFill>
                            <a:srgbClr val="000000"/>
                          </a:solidFill>
                          <a:effectLst/>
                          <a:latin typeface="Times New Roman" panose="02020603050405020304" pitchFamily="18" charset="0"/>
                        </a:rPr>
                        <a:t>9</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Vista</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1501</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Ajeeta Vaidya [CL1183]</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       1,92,02,728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Reg Done</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2D050"/>
                    </a:solidFill>
                  </a:tcPr>
                </a:tc>
                <a:extLst>
                  <a:ext uri="{0D108BD9-81ED-4DB2-BD59-A6C34878D82A}">
                    <a16:rowId xmlns:a16="http://schemas.microsoft.com/office/drawing/2014/main" val="845418598"/>
                  </a:ext>
                </a:extLst>
              </a:tr>
              <a:tr h="320267">
                <a:tc>
                  <a:txBody>
                    <a:bodyPr/>
                    <a:lstStyle/>
                    <a:p>
                      <a:pPr algn="ctr" fontAlgn="b">
                        <a:buNone/>
                      </a:pPr>
                      <a:r>
                        <a:rPr lang="en-IN" sz="1200" b="0" i="0" u="none" strike="noStrike">
                          <a:solidFill>
                            <a:srgbClr val="000000"/>
                          </a:solidFill>
                          <a:effectLst/>
                          <a:latin typeface="Times New Roman" panose="02020603050405020304" pitchFamily="18" charset="0"/>
                        </a:rPr>
                        <a:t>10</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Enclave</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703</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Rohan Dileep Patil [CL1195]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          33,33,334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b">
                        <a:buNone/>
                      </a:pPr>
                      <a:r>
                        <a:rPr lang="en-IN" sz="1200" b="0" i="0" u="none" strike="noStrike">
                          <a:solidFill>
                            <a:srgbClr val="000000"/>
                          </a:solidFill>
                          <a:effectLst/>
                          <a:latin typeface="Times New Roman" panose="02020603050405020304" pitchFamily="18" charset="0"/>
                        </a:rPr>
                        <a:t>ROC pending and shortfall issue.</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extLst>
                  <a:ext uri="{0D108BD9-81ED-4DB2-BD59-A6C34878D82A}">
                    <a16:rowId xmlns:a16="http://schemas.microsoft.com/office/drawing/2014/main" val="1528574591"/>
                  </a:ext>
                </a:extLst>
              </a:tr>
              <a:tr h="640531">
                <a:tc>
                  <a:txBody>
                    <a:bodyPr/>
                    <a:lstStyle/>
                    <a:p>
                      <a:pPr algn="ctr" fontAlgn="b">
                        <a:buNone/>
                      </a:pPr>
                      <a:r>
                        <a:rPr lang="en-IN" sz="1200" b="0" i="0" u="none" strike="noStrike">
                          <a:solidFill>
                            <a:srgbClr val="000000"/>
                          </a:solidFill>
                          <a:effectLst/>
                          <a:latin typeface="Times New Roman" panose="02020603050405020304" pitchFamily="18" charset="0"/>
                        </a:rPr>
                        <a:t>11</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RAGHAV Paradise</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303</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Sunita Dubli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200" b="0" i="0" u="none" strike="noStrike">
                          <a:solidFill>
                            <a:srgbClr val="000000"/>
                          </a:solidFill>
                          <a:effectLst/>
                          <a:latin typeface="Times New Roman" panose="02020603050405020304" pitchFamily="18" charset="0"/>
                        </a:rPr>
                        <a:t>Week 5</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31-Aug-26</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          33,86,792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0" i="0" u="none" strike="noStrike">
                          <a:solidFill>
                            <a:srgbClr val="000000"/>
                          </a:solidFill>
                          <a:effectLst/>
                          <a:latin typeface="Times New Roman" panose="02020603050405020304" pitchFamily="18" charset="0"/>
                        </a:rPr>
                        <a:t>KYC updation pending but payments will be received</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0079523"/>
                  </a:ext>
                </a:extLst>
              </a:tr>
              <a:tr h="320267">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en-IN" sz="1200" b="1" i="0" u="none" strike="noStrike">
                          <a:solidFill>
                            <a:srgbClr val="000000"/>
                          </a:solidFill>
                          <a:effectLst/>
                          <a:latin typeface="Times New Roman" panose="02020603050405020304" pitchFamily="18" charset="0"/>
                        </a:rPr>
                        <a:t>       9,80,88,735 </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8202970"/>
                  </a:ext>
                </a:extLst>
              </a:tr>
              <a:tr h="320267">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en-IN" sz="1200" b="1" i="0" u="none" strike="noStrike">
                          <a:solidFill>
                            <a:srgbClr val="000000"/>
                          </a:solidFill>
                          <a:effectLst/>
                          <a:latin typeface="Times New Roman" panose="02020603050405020304" pitchFamily="18" charset="0"/>
                        </a:rPr>
                        <a:t>       3,17,70,271</a:t>
                      </a:r>
                    </a:p>
                  </a:txBody>
                  <a:tcPr marL="6335" marR="6335" marT="63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l" fontAlgn="b">
                        <a:buNone/>
                      </a:pPr>
                      <a:endParaRPr lang="en-IN" sz="1100" b="0" i="0" u="none" strike="noStrike">
                        <a:solidFill>
                          <a:srgbClr val="000000"/>
                        </a:solidFill>
                        <a:effectLst/>
                        <a:latin typeface="Aptos Narrow" panose="020B0004020202020204" pitchFamily="34" charset="0"/>
                      </a:endParaRPr>
                    </a:p>
                  </a:txBody>
                  <a:tcPr marL="6335" marR="6335" marT="633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472362042"/>
                  </a:ext>
                </a:extLst>
              </a:tr>
            </a:tbl>
          </a:graphicData>
        </a:graphic>
      </p:graphicFrame>
    </p:spTree>
    <p:extLst>
      <p:ext uri="{BB962C8B-B14F-4D97-AF65-F5344CB8AC3E}">
        <p14:creationId xmlns:p14="http://schemas.microsoft.com/office/powerpoint/2010/main" val="9951353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CD31C4-3637-C969-7D4B-FC4192AF90FE}"/>
              </a:ext>
            </a:extLst>
          </p:cNvPr>
          <p:cNvSpPr txBox="1"/>
          <p:nvPr/>
        </p:nvSpPr>
        <p:spPr>
          <a:xfrm>
            <a:off x="530352" y="356616"/>
            <a:ext cx="10848848" cy="492443"/>
          </a:xfrm>
          <a:prstGeom prst="rect">
            <a:avLst/>
          </a:prstGeom>
          <a:noFill/>
        </p:spPr>
        <p:txBody>
          <a:bodyPr wrap="square" rtlCol="0">
            <a:spAutoFit/>
          </a:bodyPr>
          <a:lstStyle/>
          <a:p>
            <a:pPr algn="ctr"/>
            <a:r>
              <a:rPr lang="en-US" sz="2600">
                <a:latin typeface="Times New Roman" panose="02020603050405020304" pitchFamily="18" charset="0"/>
                <a:cs typeface="Times New Roman" panose="02020603050405020304" pitchFamily="18" charset="0"/>
              </a:rPr>
              <a:t>August 2026 Target for all the projects (In Cr)</a:t>
            </a:r>
            <a:endParaRPr lang="en-IN" sz="2600">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29D31DA9-749D-78E6-1EE1-B2AAD0FF71A6}"/>
              </a:ext>
            </a:extLst>
          </p:cNvPr>
          <p:cNvGraphicFramePr>
            <a:graphicFrameLocks/>
          </p:cNvGraphicFramePr>
          <p:nvPr>
            <p:extLst>
              <p:ext uri="{D42A27DB-BD31-4B8C-83A1-F6EECF244321}">
                <p14:modId xmlns:p14="http://schemas.microsoft.com/office/powerpoint/2010/main" val="2736452626"/>
              </p:ext>
            </p:extLst>
          </p:nvPr>
        </p:nvGraphicFramePr>
        <p:xfrm>
          <a:off x="947929" y="1205314"/>
          <a:ext cx="9618471" cy="513892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08565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13727A29-E474-58B8-0DFB-2C0AD75CE359}"/>
              </a:ext>
            </a:extLst>
          </p:cNvPr>
          <p:cNvGraphicFramePr>
            <a:graphicFrameLocks/>
          </p:cNvGraphicFramePr>
          <p:nvPr>
            <p:extLst>
              <p:ext uri="{D42A27DB-BD31-4B8C-83A1-F6EECF244321}">
                <p14:modId xmlns:p14="http://schemas.microsoft.com/office/powerpoint/2010/main" val="1299801492"/>
              </p:ext>
            </p:extLst>
          </p:nvPr>
        </p:nvGraphicFramePr>
        <p:xfrm>
          <a:off x="6276941" y="1219200"/>
          <a:ext cx="5915059" cy="4902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C79255D8-711F-7ED6-FA2E-36641EB0EC60}"/>
              </a:ext>
            </a:extLst>
          </p:cNvPr>
          <p:cNvGraphicFramePr>
            <a:graphicFrameLocks/>
          </p:cNvGraphicFramePr>
          <p:nvPr>
            <p:extLst>
              <p:ext uri="{D42A27DB-BD31-4B8C-83A1-F6EECF244321}">
                <p14:modId xmlns:p14="http://schemas.microsoft.com/office/powerpoint/2010/main" val="45852716"/>
              </p:ext>
            </p:extLst>
          </p:nvPr>
        </p:nvGraphicFramePr>
        <p:xfrm>
          <a:off x="0" y="1219200"/>
          <a:ext cx="5723944" cy="49022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5">
            <a:extLst>
              <a:ext uri="{FF2B5EF4-FFF2-40B4-BE49-F238E27FC236}">
                <a16:creationId xmlns:a16="http://schemas.microsoft.com/office/drawing/2014/main" id="{F89C0408-3C86-ED13-0CD2-220844214652}"/>
              </a:ext>
            </a:extLst>
          </p:cNvPr>
          <p:cNvSpPr txBox="1"/>
          <p:nvPr/>
        </p:nvSpPr>
        <p:spPr>
          <a:xfrm>
            <a:off x="186268" y="457200"/>
            <a:ext cx="11387666" cy="461665"/>
          </a:xfrm>
          <a:prstGeom prst="rect">
            <a:avLst/>
          </a:prstGeom>
          <a:noFill/>
        </p:spPr>
        <p:txBody>
          <a:bodyPr wrap="square" rtlCol="0">
            <a:spAutoFit/>
          </a:bodyPr>
          <a:lstStyle/>
          <a:p>
            <a:r>
              <a:rPr lang="en-IN" sz="2400">
                <a:latin typeface="Times New Roman" panose="02020603050405020304" pitchFamily="18" charset="0"/>
                <a:cs typeface="Times New Roman" panose="02020603050405020304" pitchFamily="18" charset="0"/>
              </a:rPr>
              <a:t>Project-wise RM Performance(July’ 26): Target vs Achievement &amp; Collection Efficiency</a:t>
            </a:r>
          </a:p>
        </p:txBody>
      </p:sp>
    </p:spTree>
    <p:extLst>
      <p:ext uri="{BB962C8B-B14F-4D97-AF65-F5344CB8AC3E}">
        <p14:creationId xmlns:p14="http://schemas.microsoft.com/office/powerpoint/2010/main" val="17979179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98E9EE860EDB479C2D6BE0FCC6D245" ma:contentTypeVersion="3" ma:contentTypeDescription="Create a new document." ma:contentTypeScope="" ma:versionID="d6ebbc1c5fb32972ddd07e101cd7829b">
  <xsd:schema xmlns:xsd="http://www.w3.org/2001/XMLSchema" xmlns:xs="http://www.w3.org/2001/XMLSchema" xmlns:p="http://schemas.microsoft.com/office/2006/metadata/properties" xmlns:ns2="9f5c2b1d-bacf-4f11-9bcb-efcafd64fbbd" targetNamespace="http://schemas.microsoft.com/office/2006/metadata/properties" ma:root="true" ma:fieldsID="8ffb377e3c99727cf6f7fcb8fd1d4665" ns2:_="">
    <xsd:import namespace="9f5c2b1d-bacf-4f11-9bcb-efcafd64fbb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5c2b1d-bacf-4f11-9bcb-efcafd64fb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A5875E6-B377-4982-8411-353C51182CAD}">
  <ds:schemaRefs>
    <ds:schemaRef ds:uri="9f5c2b1d-bacf-4f11-9bcb-efcafd64fb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2F37AFD-8294-44D4-8531-6DC4A551D893}">
  <ds:schemaRefs>
    <ds:schemaRef ds:uri="http://schemas.microsoft.com/sharepoint/v3/contenttype/forms"/>
  </ds:schemaRefs>
</ds:datastoreItem>
</file>

<file path=customXml/itemProps3.xml><?xml version="1.0" encoding="utf-8"?>
<ds:datastoreItem xmlns:ds="http://schemas.openxmlformats.org/officeDocument/2006/customXml" ds:itemID="{9FFE95BE-AD1C-41BD-A8E0-B4B83B0C5908}">
  <ds:schemaRefs>
    <ds:schemaRef ds:uri="9f5c2b1d-bacf-4f11-9bcb-efcafd64fb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31</Slides>
  <Notes>27</Notes>
  <HiddenSlides>2</HiddenSlides>
  <ScaleCrop>false</ScaleCrop>
  <HeadingPairs>
    <vt:vector size="4" baseType="variant">
      <vt:variant>
        <vt:lpstr>Theme</vt:lpstr>
      </vt:variant>
      <vt:variant>
        <vt:i4>2</vt:i4>
      </vt:variant>
      <vt:variant>
        <vt:lpstr>Slide Titles</vt:lpstr>
      </vt:variant>
      <vt:variant>
        <vt:i4>31</vt:i4>
      </vt:variant>
    </vt:vector>
  </HeadingPairs>
  <TitlesOfParts>
    <vt:vector size="33" baseType="lpstr">
      <vt:lpstr>Office Theme</vt:lpstr>
      <vt:lpstr>Office Theme</vt:lpstr>
      <vt:lpstr>RAGHAV REALTY CRM MONTHLY REPORT Jul and Aug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lpstr>ANNEXURE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RAGHAV REALTY CRM MONTHLY REPORT December 2025</dc:title>
  <dc:creator>Shubham B</dc:creator>
  <cp:revision>1</cp:revision>
  <cp:lastPrinted>2026-07-03T09:05:05Z</cp:lastPrinted>
  <dcterms:created xsi:type="dcterms:W3CDTF">2025-12-24T07:32:22Z</dcterms:created>
  <dcterms:modified xsi:type="dcterms:W3CDTF">2026-08-14T11:50:46Z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0x0101004598E9EE860EDB479C2D6BE0FCC6D245</vt:lpwstr>
  </property>
</Properties>
</file>